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14934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9CB13D-705A-403F-ACA2-852FFF3D0E6A}" v="29" dt="2025-10-31T16:00:32.2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3969" autoAdjust="0"/>
  </p:normalViewPr>
  <p:slideViewPr>
    <p:cSldViewPr snapToGrid="0">
      <p:cViewPr varScale="1">
        <p:scale>
          <a:sx n="69" d="100"/>
          <a:sy n="69" d="100"/>
        </p:scale>
        <p:origin x="75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Fernando Cardozo Bohorquez" userId="77be3ac0-b86e-40b8-9a26-78cb499008ea" providerId="ADAL" clId="{41C33D28-6993-4F59-A0B1-83CA8A78724C}"/>
    <pc:docChg chg="undo custSel addSld delSld modSld">
      <pc:chgData name="Juan Fernando Cardozo Bohorquez" userId="77be3ac0-b86e-40b8-9a26-78cb499008ea" providerId="ADAL" clId="{41C33D28-6993-4F59-A0B1-83CA8A78724C}" dt="2025-10-31T16:00:30.634" v="422" actId="27918"/>
      <pc:docMkLst>
        <pc:docMk/>
      </pc:docMkLst>
      <pc:sldChg chg="new del">
        <pc:chgData name="Juan Fernando Cardozo Bohorquez" userId="77be3ac0-b86e-40b8-9a26-78cb499008ea" providerId="ADAL" clId="{41C33D28-6993-4F59-A0B1-83CA8A78724C}" dt="2025-10-31T15:51:04.437" v="2" actId="47"/>
        <pc:sldMkLst>
          <pc:docMk/>
          <pc:sldMk cId="3789949212" sldId="256"/>
        </pc:sldMkLst>
      </pc:sldChg>
      <pc:sldChg chg="addSp delSp modSp add mod">
        <pc:chgData name="Juan Fernando Cardozo Bohorquez" userId="77be3ac0-b86e-40b8-9a26-78cb499008ea" providerId="ADAL" clId="{41C33D28-6993-4F59-A0B1-83CA8A78724C}" dt="2025-10-31T16:00:30.634" v="422" actId="27918"/>
        <pc:sldMkLst>
          <pc:docMk/>
          <pc:sldMk cId="592365911" sldId="14934"/>
        </pc:sldMkLst>
        <pc:spChg chg="mod">
          <ac:chgData name="Juan Fernando Cardozo Bohorquez" userId="77be3ac0-b86e-40b8-9a26-78cb499008ea" providerId="ADAL" clId="{41C33D28-6993-4F59-A0B1-83CA8A78724C}" dt="2025-10-31T16:00:24.285" v="420" actId="20577"/>
          <ac:spMkLst>
            <pc:docMk/>
            <pc:sldMk cId="592365911" sldId="14934"/>
            <ac:spMk id="4" creationId="{AB8EA146-1BEF-3A39-9060-BAEB4D91D454}"/>
          </ac:spMkLst>
        </pc:spChg>
        <pc:spChg chg="mod">
          <ac:chgData name="Juan Fernando Cardozo Bohorquez" userId="77be3ac0-b86e-40b8-9a26-78cb499008ea" providerId="ADAL" clId="{41C33D28-6993-4F59-A0B1-83CA8A78724C}" dt="2025-10-31T15:55:17.656" v="154" actId="20577"/>
          <ac:spMkLst>
            <pc:docMk/>
            <pc:sldMk cId="592365911" sldId="14934"/>
            <ac:spMk id="11" creationId="{29F454CE-E5FD-864D-B31C-4A9EF8AF9C3F}"/>
          </ac:spMkLst>
        </pc:spChg>
        <pc:spChg chg="mod">
          <ac:chgData name="Juan Fernando Cardozo Bohorquez" userId="77be3ac0-b86e-40b8-9a26-78cb499008ea" providerId="ADAL" clId="{41C33D28-6993-4F59-A0B1-83CA8A78724C}" dt="2025-10-31T15:57:11.142" v="255" actId="20577"/>
          <ac:spMkLst>
            <pc:docMk/>
            <pc:sldMk cId="592365911" sldId="14934"/>
            <ac:spMk id="12" creationId="{1842F5AD-38A3-643F-39E0-4F4B07CAF87B}"/>
          </ac:spMkLst>
        </pc:spChg>
        <pc:graphicFrameChg chg="del">
          <ac:chgData name="Juan Fernando Cardozo Bohorquez" userId="77be3ac0-b86e-40b8-9a26-78cb499008ea" providerId="ADAL" clId="{41C33D28-6993-4F59-A0B1-83CA8A78724C}" dt="2025-10-31T15:53:47.165" v="116" actId="478"/>
          <ac:graphicFrameMkLst>
            <pc:docMk/>
            <pc:sldMk cId="592365911" sldId="14934"/>
            <ac:graphicFrameMk id="3" creationId="{481D5D5D-6600-48BA-A7DC-CCF9941901FA}"/>
          </ac:graphicFrameMkLst>
        </pc:graphicFrameChg>
        <pc:graphicFrameChg chg="add mod">
          <ac:chgData name="Juan Fernando Cardozo Bohorquez" userId="77be3ac0-b86e-40b8-9a26-78cb499008ea" providerId="ADAL" clId="{41C33D28-6993-4F59-A0B1-83CA8A78724C}" dt="2025-10-31T15:54:18.994" v="121"/>
          <ac:graphicFrameMkLst>
            <pc:docMk/>
            <pc:sldMk cId="592365911" sldId="14934"/>
            <ac:graphicFrameMk id="5" creationId="{6A6AD922-F563-EEB2-F334-A33DB26F302F}"/>
          </ac:graphicFrameMkLst>
        </pc:graphicFrameChg>
        <pc:graphicFrameChg chg="add mod">
          <ac:chgData name="Juan Fernando Cardozo Bohorquez" userId="77be3ac0-b86e-40b8-9a26-78cb499008ea" providerId="ADAL" clId="{41C33D28-6993-4F59-A0B1-83CA8A78724C}" dt="2025-10-31T15:55:47.525" v="160"/>
          <ac:graphicFrameMkLst>
            <pc:docMk/>
            <pc:sldMk cId="592365911" sldId="14934"/>
            <ac:graphicFrameMk id="6" creationId="{6A6AD922-F563-EEB2-F334-A33DB26F302F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"/>
          <c:order val="1"/>
          <c:tx>
            <c:strRef>
              <c:f>Hoja1!$R$1</c:f>
              <c:strCache>
                <c:ptCount val="1"/>
                <c:pt idx="0">
                  <c:v>Residencial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43"/>
              <c:layout>
                <c:manualLayout>
                  <c:x val="-1.7005645153311926E-16"/>
                  <c:y val="-1.500283222757997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E0F-4371-9B9F-D3D3AC76632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Hoja1!$A$2:$A$45</c:f>
              <c:numCache>
                <c:formatCode>mmm\-yy</c:formatCode>
                <c:ptCount val="44"/>
                <c:pt idx="0">
                  <c:v>44562</c:v>
                </c:pt>
                <c:pt idx="1">
                  <c:v>44593</c:v>
                </c:pt>
                <c:pt idx="2">
                  <c:v>44621</c:v>
                </c:pt>
                <c:pt idx="3">
                  <c:v>44652</c:v>
                </c:pt>
                <c:pt idx="4">
                  <c:v>44682</c:v>
                </c:pt>
                <c:pt idx="5">
                  <c:v>44713</c:v>
                </c:pt>
                <c:pt idx="6">
                  <c:v>44743</c:v>
                </c:pt>
                <c:pt idx="7">
                  <c:v>44774</c:v>
                </c:pt>
                <c:pt idx="8">
                  <c:v>44805</c:v>
                </c:pt>
                <c:pt idx="9">
                  <c:v>44835</c:v>
                </c:pt>
                <c:pt idx="10">
                  <c:v>44866</c:v>
                </c:pt>
                <c:pt idx="11">
                  <c:v>44896</c:v>
                </c:pt>
                <c:pt idx="12">
                  <c:v>44927</c:v>
                </c:pt>
                <c:pt idx="13">
                  <c:v>44958</c:v>
                </c:pt>
                <c:pt idx="14">
                  <c:v>44986</c:v>
                </c:pt>
                <c:pt idx="15">
                  <c:v>45017</c:v>
                </c:pt>
                <c:pt idx="16">
                  <c:v>45047</c:v>
                </c:pt>
                <c:pt idx="17">
                  <c:v>45078</c:v>
                </c:pt>
                <c:pt idx="18">
                  <c:v>45108</c:v>
                </c:pt>
                <c:pt idx="19">
                  <c:v>45139</c:v>
                </c:pt>
                <c:pt idx="20">
                  <c:v>45170</c:v>
                </c:pt>
                <c:pt idx="21">
                  <c:v>45200</c:v>
                </c:pt>
                <c:pt idx="22">
                  <c:v>45231</c:v>
                </c:pt>
                <c:pt idx="23">
                  <c:v>45261</c:v>
                </c:pt>
                <c:pt idx="24">
                  <c:v>45292</c:v>
                </c:pt>
                <c:pt idx="25">
                  <c:v>45323</c:v>
                </c:pt>
                <c:pt idx="26">
                  <c:v>45352</c:v>
                </c:pt>
                <c:pt idx="27">
                  <c:v>45383</c:v>
                </c:pt>
                <c:pt idx="28">
                  <c:v>45413</c:v>
                </c:pt>
                <c:pt idx="29">
                  <c:v>45444</c:v>
                </c:pt>
                <c:pt idx="30">
                  <c:v>45474</c:v>
                </c:pt>
                <c:pt idx="31">
                  <c:v>45505</c:v>
                </c:pt>
                <c:pt idx="32">
                  <c:v>45536</c:v>
                </c:pt>
                <c:pt idx="33">
                  <c:v>45566</c:v>
                </c:pt>
                <c:pt idx="34">
                  <c:v>45597</c:v>
                </c:pt>
                <c:pt idx="35">
                  <c:v>45627</c:v>
                </c:pt>
                <c:pt idx="36">
                  <c:v>45658</c:v>
                </c:pt>
                <c:pt idx="37">
                  <c:v>45689</c:v>
                </c:pt>
                <c:pt idx="38">
                  <c:v>45717</c:v>
                </c:pt>
                <c:pt idx="39">
                  <c:v>45748</c:v>
                </c:pt>
                <c:pt idx="40">
                  <c:v>45778</c:v>
                </c:pt>
                <c:pt idx="41">
                  <c:v>45809</c:v>
                </c:pt>
                <c:pt idx="42">
                  <c:v>45839</c:v>
                </c:pt>
                <c:pt idx="43">
                  <c:v>45870</c:v>
                </c:pt>
              </c:numCache>
            </c:numRef>
          </c:cat>
          <c:val>
            <c:numRef>
              <c:f>Hoja1!$R$2:$R$45</c:f>
              <c:numCache>
                <c:formatCode>General</c:formatCode>
                <c:ptCount val="44"/>
                <c:pt idx="12" formatCode="0.00%">
                  <c:v>0.1329626781806354</c:v>
                </c:pt>
                <c:pt idx="13" formatCode="0.00%">
                  <c:v>0.13888942764599782</c:v>
                </c:pt>
                <c:pt idx="14" formatCode="0.00%">
                  <c:v>0.13603396766539544</c:v>
                </c:pt>
                <c:pt idx="15" formatCode="0.00%">
                  <c:v>0.12102042932697298</c:v>
                </c:pt>
                <c:pt idx="16" formatCode="0.00%">
                  <c:v>0.10640713102703903</c:v>
                </c:pt>
                <c:pt idx="17" formatCode="0.00%">
                  <c:v>9.9178599178599128E-2</c:v>
                </c:pt>
                <c:pt idx="18" formatCode="0.00%">
                  <c:v>9.2872053779163369E-2</c:v>
                </c:pt>
                <c:pt idx="19" formatCode="0.00%">
                  <c:v>8.6023871074198344E-2</c:v>
                </c:pt>
                <c:pt idx="20" formatCode="0.00%">
                  <c:v>8.3434254468053956E-2</c:v>
                </c:pt>
                <c:pt idx="21" formatCode="0.00%">
                  <c:v>7.8799421319610985E-2</c:v>
                </c:pt>
                <c:pt idx="22" formatCode="0.00%">
                  <c:v>7.4590283874743979E-2</c:v>
                </c:pt>
                <c:pt idx="23" formatCode="0.00%">
                  <c:v>7.2206873284642217E-2</c:v>
                </c:pt>
                <c:pt idx="24" formatCode="0.00%">
                  <c:v>5.2814756808492062E-2</c:v>
                </c:pt>
                <c:pt idx="25" formatCode="0.00%">
                  <c:v>4.4533378746594042E-2</c:v>
                </c:pt>
                <c:pt idx="26" formatCode="0.00%">
                  <c:v>3.6952477591746913E-2</c:v>
                </c:pt>
                <c:pt idx="27" formatCode="0.00%">
                  <c:v>3.4059372634765765E-2</c:v>
                </c:pt>
                <c:pt idx="28" formatCode="0.00%">
                  <c:v>3.5909511395172906E-2</c:v>
                </c:pt>
                <c:pt idx="29" formatCode="0.00%">
                  <c:v>3.3829840949255202E-2</c:v>
                </c:pt>
                <c:pt idx="30" formatCode="0.00%">
                  <c:v>3.2228205991248725E-2</c:v>
                </c:pt>
                <c:pt idx="31" formatCode="0.00%">
                  <c:v>3.3932641174980974E-2</c:v>
                </c:pt>
                <c:pt idx="32" formatCode="0.00%">
                  <c:v>3.8445253620120176E-2</c:v>
                </c:pt>
                <c:pt idx="33" formatCode="0.00%">
                  <c:v>3.9466983534204768E-2</c:v>
                </c:pt>
                <c:pt idx="34" formatCode="0.00%">
                  <c:v>3.9744680851063842E-2</c:v>
                </c:pt>
                <c:pt idx="35" formatCode="0.00%">
                  <c:v>4.0309550131813886E-2</c:v>
                </c:pt>
                <c:pt idx="36" formatCode="0.00%">
                  <c:v>2.9586776859504119E-2</c:v>
                </c:pt>
                <c:pt idx="37" formatCode="0.00%">
                  <c:v>2.6656884323795517E-2</c:v>
                </c:pt>
                <c:pt idx="38" formatCode="0.00%">
                  <c:v>3.4575552474924644E-2</c:v>
                </c:pt>
                <c:pt idx="39" formatCode="0.00%">
                  <c:v>3.3588158750813356E-2</c:v>
                </c:pt>
                <c:pt idx="40" formatCode="0.00%">
                  <c:v>3.1336255885695725E-2</c:v>
                </c:pt>
                <c:pt idx="41" formatCode="0.00%">
                  <c:v>3.4595034595034595E-2</c:v>
                </c:pt>
                <c:pt idx="42" formatCode="0.00%">
                  <c:v>3.6602266242765101E-2</c:v>
                </c:pt>
                <c:pt idx="43" formatCode="0.00%">
                  <c:v>3.6084578332925152E-2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E0F-4371-9B9F-D3D3AC76632D}"/>
            </c:ext>
          </c:extLst>
        </c:ser>
        <c:ser>
          <c:idx val="7"/>
          <c:order val="7"/>
          <c:tx>
            <c:strRef>
              <c:f>Hoja1!$X$1</c:f>
              <c:strCache>
                <c:ptCount val="1"/>
                <c:pt idx="0">
                  <c:v>Materiales</c:v>
                </c:pt>
              </c:strCache>
            </c:strRef>
          </c:tx>
          <c:spPr>
            <a:ln w="28575" cap="rnd">
              <a:solidFill>
                <a:srgbClr val="00B0F0"/>
              </a:solidFill>
              <a:round/>
            </a:ln>
            <a:effectLst/>
          </c:spPr>
          <c:marker>
            <c:symbol val="none"/>
          </c:marker>
          <c:dLbls>
            <c:dLbl>
              <c:idx val="43"/>
              <c:layout>
                <c:manualLayout>
                  <c:x val="-1.159489200271083E-3"/>
                  <c:y val="-3.000566445515994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9E0F-4371-9B9F-D3D3AC76632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F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Hoja1!$A$2:$A$45</c:f>
              <c:numCache>
                <c:formatCode>mmm\-yy</c:formatCode>
                <c:ptCount val="44"/>
                <c:pt idx="0">
                  <c:v>44562</c:v>
                </c:pt>
                <c:pt idx="1">
                  <c:v>44593</c:v>
                </c:pt>
                <c:pt idx="2">
                  <c:v>44621</c:v>
                </c:pt>
                <c:pt idx="3">
                  <c:v>44652</c:v>
                </c:pt>
                <c:pt idx="4">
                  <c:v>44682</c:v>
                </c:pt>
                <c:pt idx="5">
                  <c:v>44713</c:v>
                </c:pt>
                <c:pt idx="6">
                  <c:v>44743</c:v>
                </c:pt>
                <c:pt idx="7">
                  <c:v>44774</c:v>
                </c:pt>
                <c:pt idx="8">
                  <c:v>44805</c:v>
                </c:pt>
                <c:pt idx="9">
                  <c:v>44835</c:v>
                </c:pt>
                <c:pt idx="10">
                  <c:v>44866</c:v>
                </c:pt>
                <c:pt idx="11">
                  <c:v>44896</c:v>
                </c:pt>
                <c:pt idx="12">
                  <c:v>44927</c:v>
                </c:pt>
                <c:pt idx="13">
                  <c:v>44958</c:v>
                </c:pt>
                <c:pt idx="14">
                  <c:v>44986</c:v>
                </c:pt>
                <c:pt idx="15">
                  <c:v>45017</c:v>
                </c:pt>
                <c:pt idx="16">
                  <c:v>45047</c:v>
                </c:pt>
                <c:pt idx="17">
                  <c:v>45078</c:v>
                </c:pt>
                <c:pt idx="18">
                  <c:v>45108</c:v>
                </c:pt>
                <c:pt idx="19">
                  <c:v>45139</c:v>
                </c:pt>
                <c:pt idx="20">
                  <c:v>45170</c:v>
                </c:pt>
                <c:pt idx="21">
                  <c:v>45200</c:v>
                </c:pt>
                <c:pt idx="22">
                  <c:v>45231</c:v>
                </c:pt>
                <c:pt idx="23">
                  <c:v>45261</c:v>
                </c:pt>
                <c:pt idx="24">
                  <c:v>45292</c:v>
                </c:pt>
                <c:pt idx="25">
                  <c:v>45323</c:v>
                </c:pt>
                <c:pt idx="26">
                  <c:v>45352</c:v>
                </c:pt>
                <c:pt idx="27">
                  <c:v>45383</c:v>
                </c:pt>
                <c:pt idx="28">
                  <c:v>45413</c:v>
                </c:pt>
                <c:pt idx="29">
                  <c:v>45444</c:v>
                </c:pt>
                <c:pt idx="30">
                  <c:v>45474</c:v>
                </c:pt>
                <c:pt idx="31">
                  <c:v>45505</c:v>
                </c:pt>
                <c:pt idx="32">
                  <c:v>45536</c:v>
                </c:pt>
                <c:pt idx="33">
                  <c:v>45566</c:v>
                </c:pt>
                <c:pt idx="34">
                  <c:v>45597</c:v>
                </c:pt>
                <c:pt idx="35">
                  <c:v>45627</c:v>
                </c:pt>
                <c:pt idx="36">
                  <c:v>45658</c:v>
                </c:pt>
                <c:pt idx="37">
                  <c:v>45689</c:v>
                </c:pt>
                <c:pt idx="38">
                  <c:v>45717</c:v>
                </c:pt>
                <c:pt idx="39">
                  <c:v>45748</c:v>
                </c:pt>
                <c:pt idx="40">
                  <c:v>45778</c:v>
                </c:pt>
                <c:pt idx="41">
                  <c:v>45809</c:v>
                </c:pt>
                <c:pt idx="42">
                  <c:v>45839</c:v>
                </c:pt>
                <c:pt idx="43">
                  <c:v>45870</c:v>
                </c:pt>
              </c:numCache>
            </c:numRef>
          </c:cat>
          <c:val>
            <c:numRef>
              <c:f>Hoja1!$X$2:$X$45</c:f>
              <c:numCache>
                <c:formatCode>General</c:formatCode>
                <c:ptCount val="44"/>
                <c:pt idx="12" formatCode="0.00%">
                  <c:v>0.14632232253689767</c:v>
                </c:pt>
                <c:pt idx="13" formatCode="0.00%">
                  <c:v>0.15572441544742449</c:v>
                </c:pt>
                <c:pt idx="14" formatCode="0.00%">
                  <c:v>0.14176570458404072</c:v>
                </c:pt>
                <c:pt idx="15" formatCode="0.00%">
                  <c:v>0.11286599441137163</c:v>
                </c:pt>
                <c:pt idx="16" formatCode="0.00%">
                  <c:v>9.3673910047319411E-2</c:v>
                </c:pt>
                <c:pt idx="17" formatCode="0.00%">
                  <c:v>9.0053037034322964E-2</c:v>
                </c:pt>
                <c:pt idx="18" formatCode="0.00%">
                  <c:v>8.4890618024108619E-2</c:v>
                </c:pt>
                <c:pt idx="19" formatCode="0.00%">
                  <c:v>7.728976383683267E-2</c:v>
                </c:pt>
                <c:pt idx="20" formatCode="0.00%">
                  <c:v>7.5143136305941868E-2</c:v>
                </c:pt>
                <c:pt idx="21" formatCode="0.00%">
                  <c:v>6.9933322995813327E-2</c:v>
                </c:pt>
                <c:pt idx="22" formatCode="0.00%">
                  <c:v>6.6542543967728074E-2</c:v>
                </c:pt>
                <c:pt idx="23" formatCode="0.00%">
                  <c:v>6.9734713832713444E-2</c:v>
                </c:pt>
                <c:pt idx="24" formatCode="0.00%">
                  <c:v>3.9765375657724485E-2</c:v>
                </c:pt>
                <c:pt idx="25" formatCode="0.00%">
                  <c:v>3.4902391616665224E-2</c:v>
                </c:pt>
                <c:pt idx="26" formatCode="0.00%">
                  <c:v>3.0838120986819921E-2</c:v>
                </c:pt>
                <c:pt idx="27" formatCode="0.00%">
                  <c:v>2.5780987571380646E-2</c:v>
                </c:pt>
                <c:pt idx="28" formatCode="0.00%">
                  <c:v>2.6631941527346062E-2</c:v>
                </c:pt>
                <c:pt idx="29" formatCode="0.00%">
                  <c:v>2.0420168067226949E-2</c:v>
                </c:pt>
                <c:pt idx="30" formatCode="0.00%">
                  <c:v>1.4445284286554238E-2</c:v>
                </c:pt>
                <c:pt idx="31" formatCode="0.00%">
                  <c:v>1.5791251477790952E-2</c:v>
                </c:pt>
                <c:pt idx="32" formatCode="0.00%">
                  <c:v>2.0978427042636309E-2</c:v>
                </c:pt>
                <c:pt idx="33" formatCode="0.00%">
                  <c:v>1.9437340153452696E-2</c:v>
                </c:pt>
                <c:pt idx="34" formatCode="0.00%">
                  <c:v>1.9082663015574226E-2</c:v>
                </c:pt>
                <c:pt idx="35" formatCode="0.00%">
                  <c:v>1.6145566376217328E-2</c:v>
                </c:pt>
                <c:pt idx="36" formatCode="0.00%">
                  <c:v>2.322880371660751E-3</c:v>
                </c:pt>
                <c:pt idx="37" formatCode="0.00%">
                  <c:v>-2.8580761064837036E-3</c:v>
                </c:pt>
                <c:pt idx="38" formatCode="0.00%">
                  <c:v>1.0654864355380334E-3</c:v>
                </c:pt>
                <c:pt idx="39" formatCode="0.00%">
                  <c:v>8.1866557511251999E-4</c:v>
                </c:pt>
                <c:pt idx="40" formatCode="0.00%">
                  <c:v>-2.2094926350245173E-3</c:v>
                </c:pt>
                <c:pt idx="41" formatCode="0.00%">
                  <c:v>3.9528946718273058E-3</c:v>
                </c:pt>
                <c:pt idx="42" formatCode="0.00%">
                  <c:v>8.5271959599303483E-3</c:v>
                </c:pt>
                <c:pt idx="43" formatCode="0.00%">
                  <c:v>1.1306010474686171E-2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E0F-4371-9B9F-D3D3AC76632D}"/>
            </c:ext>
          </c:extLst>
        </c:ser>
        <c:ser>
          <c:idx val="9"/>
          <c:order val="9"/>
          <c:tx>
            <c:strRef>
              <c:f>Hoja1!$Z$1</c:f>
              <c:strCache>
                <c:ptCount val="1"/>
                <c:pt idx="0">
                  <c:v>Mano De Obra</c:v>
                </c:pt>
              </c:strCache>
            </c:strRef>
          </c:tx>
          <c:spPr>
            <a:ln w="28575" cap="rnd">
              <a:solidFill>
                <a:srgbClr val="FFC000"/>
              </a:solidFill>
              <a:round/>
            </a:ln>
            <a:effectLst/>
          </c:spPr>
          <c:marker>
            <c:symbol val="none"/>
          </c:marker>
          <c:dLbls>
            <c:dLbl>
              <c:idx val="43"/>
              <c:layout>
                <c:manualLayout>
                  <c:x val="-1.8551827204337328E-2"/>
                  <c:y val="-4.0007552606879923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FFC00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E0F-4371-9B9F-D3D3AC76632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Hoja1!$A$2:$A$45</c:f>
              <c:numCache>
                <c:formatCode>mmm\-yy</c:formatCode>
                <c:ptCount val="44"/>
                <c:pt idx="0">
                  <c:v>44562</c:v>
                </c:pt>
                <c:pt idx="1">
                  <c:v>44593</c:v>
                </c:pt>
                <c:pt idx="2">
                  <c:v>44621</c:v>
                </c:pt>
                <c:pt idx="3">
                  <c:v>44652</c:v>
                </c:pt>
                <c:pt idx="4">
                  <c:v>44682</c:v>
                </c:pt>
                <c:pt idx="5">
                  <c:v>44713</c:v>
                </c:pt>
                <c:pt idx="6">
                  <c:v>44743</c:v>
                </c:pt>
                <c:pt idx="7">
                  <c:v>44774</c:v>
                </c:pt>
                <c:pt idx="8">
                  <c:v>44805</c:v>
                </c:pt>
                <c:pt idx="9">
                  <c:v>44835</c:v>
                </c:pt>
                <c:pt idx="10">
                  <c:v>44866</c:v>
                </c:pt>
                <c:pt idx="11">
                  <c:v>44896</c:v>
                </c:pt>
                <c:pt idx="12">
                  <c:v>44927</c:v>
                </c:pt>
                <c:pt idx="13">
                  <c:v>44958</c:v>
                </c:pt>
                <c:pt idx="14">
                  <c:v>44986</c:v>
                </c:pt>
                <c:pt idx="15">
                  <c:v>45017</c:v>
                </c:pt>
                <c:pt idx="16">
                  <c:v>45047</c:v>
                </c:pt>
                <c:pt idx="17">
                  <c:v>45078</c:v>
                </c:pt>
                <c:pt idx="18">
                  <c:v>45108</c:v>
                </c:pt>
                <c:pt idx="19">
                  <c:v>45139</c:v>
                </c:pt>
                <c:pt idx="20">
                  <c:v>45170</c:v>
                </c:pt>
                <c:pt idx="21">
                  <c:v>45200</c:v>
                </c:pt>
                <c:pt idx="22">
                  <c:v>45231</c:v>
                </c:pt>
                <c:pt idx="23">
                  <c:v>45261</c:v>
                </c:pt>
                <c:pt idx="24">
                  <c:v>45292</c:v>
                </c:pt>
                <c:pt idx="25">
                  <c:v>45323</c:v>
                </c:pt>
                <c:pt idx="26">
                  <c:v>45352</c:v>
                </c:pt>
                <c:pt idx="27">
                  <c:v>45383</c:v>
                </c:pt>
                <c:pt idx="28">
                  <c:v>45413</c:v>
                </c:pt>
                <c:pt idx="29">
                  <c:v>45444</c:v>
                </c:pt>
                <c:pt idx="30">
                  <c:v>45474</c:v>
                </c:pt>
                <c:pt idx="31">
                  <c:v>45505</c:v>
                </c:pt>
                <c:pt idx="32">
                  <c:v>45536</c:v>
                </c:pt>
                <c:pt idx="33">
                  <c:v>45566</c:v>
                </c:pt>
                <c:pt idx="34">
                  <c:v>45597</c:v>
                </c:pt>
                <c:pt idx="35">
                  <c:v>45627</c:v>
                </c:pt>
                <c:pt idx="36">
                  <c:v>45658</c:v>
                </c:pt>
                <c:pt idx="37">
                  <c:v>45689</c:v>
                </c:pt>
                <c:pt idx="38">
                  <c:v>45717</c:v>
                </c:pt>
                <c:pt idx="39">
                  <c:v>45748</c:v>
                </c:pt>
                <c:pt idx="40">
                  <c:v>45778</c:v>
                </c:pt>
                <c:pt idx="41">
                  <c:v>45809</c:v>
                </c:pt>
                <c:pt idx="42">
                  <c:v>45839</c:v>
                </c:pt>
                <c:pt idx="43">
                  <c:v>45870</c:v>
                </c:pt>
              </c:numCache>
            </c:numRef>
          </c:cat>
          <c:val>
            <c:numRef>
              <c:f>Hoja1!$Z$2:$Z$45</c:f>
              <c:numCache>
                <c:formatCode>General</c:formatCode>
                <c:ptCount val="44"/>
                <c:pt idx="12" formatCode="0.00%">
                  <c:v>8.9496699542963506E-2</c:v>
                </c:pt>
                <c:pt idx="13" formatCode="0.00%">
                  <c:v>9.5911436848870796E-2</c:v>
                </c:pt>
                <c:pt idx="14" formatCode="0.00%">
                  <c:v>0.11396038656587883</c:v>
                </c:pt>
                <c:pt idx="15" formatCode="0.00%">
                  <c:v>0.11850534488363648</c:v>
                </c:pt>
                <c:pt idx="16" formatCode="0.00%">
                  <c:v>0.11857250661495694</c:v>
                </c:pt>
                <c:pt idx="17" formatCode="0.00%">
                  <c:v>0.11175404813174102</c:v>
                </c:pt>
                <c:pt idx="18" formatCode="0.00%">
                  <c:v>0.11191130484222497</c:v>
                </c:pt>
                <c:pt idx="19" formatCode="0.00%">
                  <c:v>0.11253209045007143</c:v>
                </c:pt>
                <c:pt idx="20" formatCode="0.00%">
                  <c:v>0.11277412021029698</c:v>
                </c:pt>
                <c:pt idx="21" formatCode="0.00%">
                  <c:v>0.11289986552775617</c:v>
                </c:pt>
                <c:pt idx="22" formatCode="0.00%">
                  <c:v>0.1127732699608972</c:v>
                </c:pt>
                <c:pt idx="23" formatCode="0.00%">
                  <c:v>0.11215192029294056</c:v>
                </c:pt>
                <c:pt idx="24" formatCode="0.00%">
                  <c:v>0.11125180897250359</c:v>
                </c:pt>
                <c:pt idx="25" formatCode="0.00%">
                  <c:v>9.7689075630252198E-2</c:v>
                </c:pt>
                <c:pt idx="26" formatCode="0.00%">
                  <c:v>8.3834392716028217E-2</c:v>
                </c:pt>
                <c:pt idx="27" formatCode="0.00%">
                  <c:v>8.3433065481278768E-2</c:v>
                </c:pt>
                <c:pt idx="28" formatCode="0.00%">
                  <c:v>8.2408198121263931E-2</c:v>
                </c:pt>
                <c:pt idx="29" formatCode="0.00%">
                  <c:v>8.2081911262798554E-2</c:v>
                </c:pt>
                <c:pt idx="30" formatCode="0.00%">
                  <c:v>8.1557866030339127E-2</c:v>
                </c:pt>
                <c:pt idx="31" formatCode="0.00%">
                  <c:v>8.1573569482288819E-2</c:v>
                </c:pt>
                <c:pt idx="32" formatCode="0.00%">
                  <c:v>8.1552736868987813E-2</c:v>
                </c:pt>
                <c:pt idx="33" formatCode="0.00%">
                  <c:v>8.1773315180394823E-2</c:v>
                </c:pt>
                <c:pt idx="34" formatCode="0.00%">
                  <c:v>8.1681272866502119E-2</c:v>
                </c:pt>
                <c:pt idx="35" formatCode="0.00%">
                  <c:v>8.1589246214054695E-2</c:v>
                </c:pt>
                <c:pt idx="36" formatCode="0.00%">
                  <c:v>6.9998372130880754E-2</c:v>
                </c:pt>
                <c:pt idx="37" formatCode="0.00%">
                  <c:v>6.7543859649122795E-2</c:v>
                </c:pt>
                <c:pt idx="38" formatCode="0.00%">
                  <c:v>8.1074655254398387E-2</c:v>
                </c:pt>
                <c:pt idx="39" formatCode="0.00%">
                  <c:v>7.9690705381095225E-2</c:v>
                </c:pt>
                <c:pt idx="40" formatCode="0.00%">
                  <c:v>8.0078895463510893E-2</c:v>
                </c:pt>
                <c:pt idx="41" formatCode="0.00%">
                  <c:v>7.9955842926983253E-2</c:v>
                </c:pt>
                <c:pt idx="42" formatCode="0.00%">
                  <c:v>8.0371917106611124E-2</c:v>
                </c:pt>
                <c:pt idx="43" formatCode="0.00%">
                  <c:v>8.0066131317902703E-2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9E0F-4371-9B9F-D3D3AC76632D}"/>
            </c:ext>
          </c:extLst>
        </c:ser>
        <c:ser>
          <c:idx val="14"/>
          <c:order val="14"/>
          <c:tx>
            <c:strRef>
              <c:f>Hoja1!$AE$1</c:f>
              <c:strCache>
                <c:ptCount val="1"/>
                <c:pt idx="0">
                  <c:v>Servicios Generales De La Construcción</c:v>
                </c:pt>
              </c:strCache>
              <c:extLst xmlns:c15="http://schemas.microsoft.com/office/drawing/2012/chart"/>
            </c:strRef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43"/>
              <c:layout>
                <c:manualLayout>
                  <c:x val="0"/>
                  <c:y val="-5.00094407585999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200" b="1" i="0" u="none" strike="noStrike" kern="1200" baseline="0">
                      <a:solidFill>
                        <a:srgbClr val="00B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9E0F-4371-9B9F-D3D3AC76632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Hoja1!$A$2:$A$45</c:f>
              <c:numCache>
                <c:formatCode>mmm\-yy</c:formatCode>
                <c:ptCount val="44"/>
                <c:pt idx="0">
                  <c:v>44562</c:v>
                </c:pt>
                <c:pt idx="1">
                  <c:v>44593</c:v>
                </c:pt>
                <c:pt idx="2">
                  <c:v>44621</c:v>
                </c:pt>
                <c:pt idx="3">
                  <c:v>44652</c:v>
                </c:pt>
                <c:pt idx="4">
                  <c:v>44682</c:v>
                </c:pt>
                <c:pt idx="5">
                  <c:v>44713</c:v>
                </c:pt>
                <c:pt idx="6">
                  <c:v>44743</c:v>
                </c:pt>
                <c:pt idx="7">
                  <c:v>44774</c:v>
                </c:pt>
                <c:pt idx="8">
                  <c:v>44805</c:v>
                </c:pt>
                <c:pt idx="9">
                  <c:v>44835</c:v>
                </c:pt>
                <c:pt idx="10">
                  <c:v>44866</c:v>
                </c:pt>
                <c:pt idx="11">
                  <c:v>44896</c:v>
                </c:pt>
                <c:pt idx="12">
                  <c:v>44927</c:v>
                </c:pt>
                <c:pt idx="13">
                  <c:v>44958</c:v>
                </c:pt>
                <c:pt idx="14">
                  <c:v>44986</c:v>
                </c:pt>
                <c:pt idx="15">
                  <c:v>45017</c:v>
                </c:pt>
                <c:pt idx="16">
                  <c:v>45047</c:v>
                </c:pt>
                <c:pt idx="17">
                  <c:v>45078</c:v>
                </c:pt>
                <c:pt idx="18">
                  <c:v>45108</c:v>
                </c:pt>
                <c:pt idx="19">
                  <c:v>45139</c:v>
                </c:pt>
                <c:pt idx="20">
                  <c:v>45170</c:v>
                </c:pt>
                <c:pt idx="21">
                  <c:v>45200</c:v>
                </c:pt>
                <c:pt idx="22">
                  <c:v>45231</c:v>
                </c:pt>
                <c:pt idx="23">
                  <c:v>45261</c:v>
                </c:pt>
                <c:pt idx="24">
                  <c:v>45292</c:v>
                </c:pt>
                <c:pt idx="25">
                  <c:v>45323</c:v>
                </c:pt>
                <c:pt idx="26">
                  <c:v>45352</c:v>
                </c:pt>
                <c:pt idx="27">
                  <c:v>45383</c:v>
                </c:pt>
                <c:pt idx="28">
                  <c:v>45413</c:v>
                </c:pt>
                <c:pt idx="29">
                  <c:v>45444</c:v>
                </c:pt>
                <c:pt idx="30">
                  <c:v>45474</c:v>
                </c:pt>
                <c:pt idx="31">
                  <c:v>45505</c:v>
                </c:pt>
                <c:pt idx="32">
                  <c:v>45536</c:v>
                </c:pt>
                <c:pt idx="33">
                  <c:v>45566</c:v>
                </c:pt>
                <c:pt idx="34">
                  <c:v>45597</c:v>
                </c:pt>
                <c:pt idx="35">
                  <c:v>45627</c:v>
                </c:pt>
                <c:pt idx="36">
                  <c:v>45658</c:v>
                </c:pt>
                <c:pt idx="37">
                  <c:v>45689</c:v>
                </c:pt>
                <c:pt idx="38">
                  <c:v>45717</c:v>
                </c:pt>
                <c:pt idx="39">
                  <c:v>45748</c:v>
                </c:pt>
                <c:pt idx="40">
                  <c:v>45778</c:v>
                </c:pt>
                <c:pt idx="41">
                  <c:v>45809</c:v>
                </c:pt>
                <c:pt idx="42">
                  <c:v>45839</c:v>
                </c:pt>
                <c:pt idx="43">
                  <c:v>45870</c:v>
                </c:pt>
              </c:numCache>
              <c:extLst xmlns:c15="http://schemas.microsoft.com/office/drawing/2012/chart"/>
            </c:numRef>
          </c:cat>
          <c:val>
            <c:numRef>
              <c:f>Hoja1!$AE$2:$AE$45</c:f>
              <c:numCache>
                <c:formatCode>General</c:formatCode>
                <c:ptCount val="44"/>
                <c:pt idx="12" formatCode="0.00%">
                  <c:v>0.17076357574457718</c:v>
                </c:pt>
                <c:pt idx="13" formatCode="0.00%">
                  <c:v>0.16485261204736312</c:v>
                </c:pt>
                <c:pt idx="14" formatCode="0.00%">
                  <c:v>0.16311587698993812</c:v>
                </c:pt>
                <c:pt idx="15" formatCode="0.00%">
                  <c:v>0.15126739053507907</c:v>
                </c:pt>
                <c:pt idx="16" formatCode="0.00%">
                  <c:v>0.13023706030609636</c:v>
                </c:pt>
                <c:pt idx="17" formatCode="0.00%">
                  <c:v>0.11349712625528953</c:v>
                </c:pt>
                <c:pt idx="18" formatCode="0.00%">
                  <c:v>0.10040649678563113</c:v>
                </c:pt>
                <c:pt idx="19" formatCode="0.00%">
                  <c:v>8.9168747833660703E-2</c:v>
                </c:pt>
                <c:pt idx="20" formatCode="0.00%">
                  <c:v>8.4051189336736457E-2</c:v>
                </c:pt>
                <c:pt idx="21" formatCode="0.00%">
                  <c:v>7.5668048328776771E-2</c:v>
                </c:pt>
                <c:pt idx="22" formatCode="0.00%">
                  <c:v>6.5084609115525896E-2</c:v>
                </c:pt>
                <c:pt idx="23" formatCode="0.00%">
                  <c:v>4.9142403342339575E-2</c:v>
                </c:pt>
                <c:pt idx="24" formatCode="0.00%">
                  <c:v>2.7875146052411981E-2</c:v>
                </c:pt>
                <c:pt idx="25" formatCode="0.00%">
                  <c:v>1.6011166762459877E-2</c:v>
                </c:pt>
                <c:pt idx="26" formatCode="0.00%">
                  <c:v>5.1986028754772203E-3</c:v>
                </c:pt>
                <c:pt idx="27" formatCode="0.00%">
                  <c:v>6.470921297419812E-3</c:v>
                </c:pt>
                <c:pt idx="28" formatCode="0.00%">
                  <c:v>1.2361638523066988E-2</c:v>
                </c:pt>
                <c:pt idx="29" formatCode="0.00%">
                  <c:v>1.6287172838505837E-2</c:v>
                </c:pt>
                <c:pt idx="30" formatCode="0.00%">
                  <c:v>2.4410089503661511E-2</c:v>
                </c:pt>
                <c:pt idx="31" formatCode="0.00%">
                  <c:v>2.9130966952264442E-2</c:v>
                </c:pt>
                <c:pt idx="32" formatCode="0.00%">
                  <c:v>3.7851536952256459E-2</c:v>
                </c:pt>
                <c:pt idx="33" formatCode="0.00%">
                  <c:v>4.6322866278593146E-2</c:v>
                </c:pt>
                <c:pt idx="34" formatCode="0.00%">
                  <c:v>4.780319236465351E-2</c:v>
                </c:pt>
                <c:pt idx="35" formatCode="0.00%">
                  <c:v>5.4385387526740159E-2</c:v>
                </c:pt>
                <c:pt idx="36" formatCode="0.00%">
                  <c:v>5.4238389087366085E-2</c:v>
                </c:pt>
                <c:pt idx="37" formatCode="0.00%">
                  <c:v>5.7216744787457564E-2</c:v>
                </c:pt>
                <c:pt idx="38" formatCode="0.00%">
                  <c:v>6.9252525252525191E-2</c:v>
                </c:pt>
                <c:pt idx="39" formatCode="0.00%">
                  <c:v>6.5980872779876062E-2</c:v>
                </c:pt>
                <c:pt idx="40" formatCode="0.00%">
                  <c:v>5.9297685554668737E-2</c:v>
                </c:pt>
                <c:pt idx="41" formatCode="0.00%">
                  <c:v>6.083559240950414E-2</c:v>
                </c:pt>
                <c:pt idx="42" formatCode="0.00%">
                  <c:v>6.1636219221604373E-2</c:v>
                </c:pt>
                <c:pt idx="43" formatCode="0.00%">
                  <c:v>5.1300348874088159E-2</c:v>
                </c:pt>
              </c:numCache>
              <c:extLst xmlns:c15="http://schemas.microsoft.com/office/drawing/2012/chart"/>
            </c:numRef>
          </c:val>
          <c:smooth val="1"/>
          <c:extLst xmlns:c15="http://schemas.microsoft.com/office/drawing/2012/chart">
            <c:ext xmlns:c16="http://schemas.microsoft.com/office/drawing/2014/chart" uri="{C3380CC4-5D6E-409C-BE32-E72D297353CC}">
              <c16:uniqueId val="{00000003-9E0F-4371-9B9F-D3D3AC7663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84509472"/>
        <c:axId val="984512352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Hoja1!$Q$1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Hoja1!$Q$2:$Q$45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0.13638379438460249</c:v>
                      </c:pt>
                      <c:pt idx="13" formatCode="0.00%">
                        <c:v>0.14175554845147098</c:v>
                      </c:pt>
                      <c:pt idx="14" formatCode="0.00%">
                        <c:v>0.13848515373914713</c:v>
                      </c:pt>
                      <c:pt idx="15" formatCode="0.00%">
                        <c:v>0.12242114076596711</c:v>
                      </c:pt>
                      <c:pt idx="16" formatCode="0.00%">
                        <c:v>0.10726579389305901</c:v>
                      </c:pt>
                      <c:pt idx="17" formatCode="0.00%">
                        <c:v>0.10013375766800428</c:v>
                      </c:pt>
                      <c:pt idx="18" formatCode="0.00%">
                        <c:v>9.357084544895837E-2</c:v>
                      </c:pt>
                      <c:pt idx="19" formatCode="0.00%">
                        <c:v>8.7326417476261117E-2</c:v>
                      </c:pt>
                      <c:pt idx="20" formatCode="0.00%">
                        <c:v>8.4661655512117406E-2</c:v>
                      </c:pt>
                      <c:pt idx="21" formatCode="0.00%">
                        <c:v>7.9883413889827906E-2</c:v>
                      </c:pt>
                      <c:pt idx="22" formatCode="0.00%">
                        <c:v>7.5390453948328676E-2</c:v>
                      </c:pt>
                      <c:pt idx="23" formatCode="0.00%">
                        <c:v>7.3023437713163233E-2</c:v>
                      </c:pt>
                      <c:pt idx="24" formatCode="0.00%">
                        <c:v>5.2640707657618531E-2</c:v>
                      </c:pt>
                      <c:pt idx="25" formatCode="0.00%">
                        <c:v>4.4204988969964311E-2</c:v>
                      </c:pt>
                      <c:pt idx="26" formatCode="0.00%">
                        <c:v>3.6740540996039434E-2</c:v>
                      </c:pt>
                      <c:pt idx="27" formatCode="0.00%">
                        <c:v>3.3945184812672842E-2</c:v>
                      </c:pt>
                      <c:pt idx="28" formatCode="0.00%">
                        <c:v>3.58639182168594E-2</c:v>
                      </c:pt>
                      <c:pt idx="29" formatCode="0.00%">
                        <c:v>3.370786516853929E-2</c:v>
                      </c:pt>
                      <c:pt idx="30" formatCode="0.00%">
                        <c:v>3.2377117933232676E-2</c:v>
                      </c:pt>
                      <c:pt idx="31" formatCode="0.00%">
                        <c:v>3.4073700151438645E-2</c:v>
                      </c:pt>
                      <c:pt idx="32" formatCode="0.00%">
                        <c:v>3.8997214484679701E-2</c:v>
                      </c:pt>
                      <c:pt idx="33" formatCode="0.00%">
                        <c:v>4.0189525340553346E-2</c:v>
                      </c:pt>
                      <c:pt idx="34" formatCode="0.00%">
                        <c:v>4.0380047505938287E-2</c:v>
                      </c:pt>
                      <c:pt idx="35" formatCode="0.00%">
                        <c:v>4.0684861840989975E-2</c:v>
                      </c:pt>
                      <c:pt idx="36" formatCode="0.00%">
                        <c:v>2.998846597462515E-2</c:v>
                      </c:pt>
                      <c:pt idx="37" formatCode="0.00%">
                        <c:v>2.7382790281953399E-2</c:v>
                      </c:pt>
                      <c:pt idx="38" formatCode="0.00%">
                        <c:v>3.527594895553933E-2</c:v>
                      </c:pt>
                      <c:pt idx="39" formatCode="0.00%">
                        <c:v>3.4452010376134892E-2</c:v>
                      </c:pt>
                      <c:pt idx="40" formatCode="0.00%">
                        <c:v>3.122472091894515E-2</c:v>
                      </c:pt>
                      <c:pt idx="41" formatCode="0.00%">
                        <c:v>3.4717715768981187E-2</c:v>
                      </c:pt>
                      <c:pt idx="42" formatCode="0.00%">
                        <c:v>3.7617809554761093E-2</c:v>
                      </c:pt>
                      <c:pt idx="43" formatCode="0.00%">
                        <c:v>3.6693515580506104E-2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9E0F-4371-9B9F-D3D3AC76632D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Hoja1!$S$1</c15:sqref>
                        </c15:formulaRef>
                      </c:ext>
                    </c:extLst>
                    <c:strCache>
                      <c:ptCount val="1"/>
                      <c:pt idx="0">
                        <c:v>No residencial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Hoja1!$S$2:$S$45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0.14284870034572084</c:v>
                      </c:pt>
                      <c:pt idx="13" formatCode="0.00%">
                        <c:v>0.14731275318321999</c:v>
                      </c:pt>
                      <c:pt idx="14" formatCode="0.00%">
                        <c:v>0.14312783509101004</c:v>
                      </c:pt>
                      <c:pt idx="15" formatCode="0.00%">
                        <c:v>0.12514523443649034</c:v>
                      </c:pt>
                      <c:pt idx="16" formatCode="0.00%">
                        <c:v>0.10887580517155462</c:v>
                      </c:pt>
                      <c:pt idx="17" formatCode="0.00%">
                        <c:v>0.10174079817936556</c:v>
                      </c:pt>
                      <c:pt idx="18" formatCode="0.00%">
                        <c:v>9.4842537654039258E-2</c:v>
                      </c:pt>
                      <c:pt idx="19" formatCode="0.00%">
                        <c:v>8.9678171811786986E-2</c:v>
                      </c:pt>
                      <c:pt idx="20" formatCode="0.00%">
                        <c:v>8.7127015393594395E-2</c:v>
                      </c:pt>
                      <c:pt idx="21" formatCode="0.00%">
                        <c:v>8.2072235214894679E-2</c:v>
                      </c:pt>
                      <c:pt idx="22" formatCode="0.00%">
                        <c:v>7.6840662084494707E-2</c:v>
                      </c:pt>
                      <c:pt idx="23" formatCode="0.00%">
                        <c:v>7.4525279220896717E-2</c:v>
                      </c:pt>
                      <c:pt idx="24" formatCode="0.00%">
                        <c:v>5.2486425924329942E-2</c:v>
                      </c:pt>
                      <c:pt idx="25" formatCode="0.00%">
                        <c:v>4.3566191960899989E-2</c:v>
                      </c:pt>
                      <c:pt idx="26" formatCode="0.00%">
                        <c:v>3.633319380493933E-2</c:v>
                      </c:pt>
                      <c:pt idx="27" formatCode="0.00%">
                        <c:v>3.3727514990006639E-2</c:v>
                      </c:pt>
                      <c:pt idx="28" formatCode="0.00%">
                        <c:v>3.5702396804261037E-2</c:v>
                      </c:pt>
                      <c:pt idx="29" formatCode="0.00%">
                        <c:v>3.3566550058304188E-2</c:v>
                      </c:pt>
                      <c:pt idx="30" formatCode="0.00%">
                        <c:v>3.2849758212439538E-2</c:v>
                      </c:pt>
                      <c:pt idx="31" formatCode="0.00%">
                        <c:v>3.4534660088636135E-2</c:v>
                      </c:pt>
                      <c:pt idx="32" formatCode="0.00%">
                        <c:v>3.9929536112742262E-2</c:v>
                      </c:pt>
                      <c:pt idx="33" formatCode="0.00%">
                        <c:v>4.1375830460011788E-2</c:v>
                      </c:pt>
                      <c:pt idx="34" formatCode="0.00%">
                        <c:v>4.1652613827993359E-2</c:v>
                      </c:pt>
                      <c:pt idx="35" formatCode="0.00%">
                        <c:v>4.1526280323450196E-2</c:v>
                      </c:pt>
                      <c:pt idx="36" formatCode="0.00%">
                        <c:v>3.0707500818866688E-2</c:v>
                      </c:pt>
                      <c:pt idx="37" formatCode="0.00%">
                        <c:v>2.8746770025839811E-2</c:v>
                      </c:pt>
                      <c:pt idx="38" formatCode="0.00%">
                        <c:v>3.6675014136844708E-2</c:v>
                      </c:pt>
                      <c:pt idx="39" formatCode="0.00%">
                        <c:v>3.6010634012728582E-2</c:v>
                      </c:pt>
                      <c:pt idx="40" formatCode="0.00%">
                        <c:v>3.1177179590196943E-2</c:v>
                      </c:pt>
                      <c:pt idx="41" formatCode="0.00%">
                        <c:v>3.5216375211540044E-2</c:v>
                      </c:pt>
                      <c:pt idx="42" formatCode="0.00%">
                        <c:v>3.9392960929932157E-2</c:v>
                      </c:pt>
                      <c:pt idx="43" formatCode="0.00%">
                        <c:v>3.782735208535408E-2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5-9E0F-4371-9B9F-D3D3AC76632D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Hoja1!$T$1</c15:sqref>
                        </c15:formulaRef>
                      </c:ext>
                    </c:extLst>
                    <c:strCache>
                      <c:ptCount val="1"/>
                      <c:pt idx="0">
                        <c:v>Apartamentos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Hoja1!$T$2:$T$45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0.13356532368568913</c:v>
                      </c:pt>
                      <c:pt idx="13" formatCode="0.00%">
                        <c:v>0.13918895331924053</c:v>
                      </c:pt>
                      <c:pt idx="14" formatCode="0.00%">
                        <c:v>0.13635708866715962</c:v>
                      </c:pt>
                      <c:pt idx="15" formatCode="0.00%">
                        <c:v>0.12114215709371912</c:v>
                      </c:pt>
                      <c:pt idx="16" formatCode="0.00%">
                        <c:v>0.10620374158515265</c:v>
                      </c:pt>
                      <c:pt idx="17" formatCode="0.00%">
                        <c:v>9.8756874162392011E-2</c:v>
                      </c:pt>
                      <c:pt idx="18" formatCode="0.00%">
                        <c:v>9.2369773234918393E-2</c:v>
                      </c:pt>
                      <c:pt idx="19" formatCode="0.00%">
                        <c:v>8.5675534498400902E-2</c:v>
                      </c:pt>
                      <c:pt idx="20" formatCode="0.00%">
                        <c:v>8.3034477698184825E-2</c:v>
                      </c:pt>
                      <c:pt idx="21" formatCode="0.00%">
                        <c:v>7.8332662102295683E-2</c:v>
                      </c:pt>
                      <c:pt idx="22" formatCode="0.00%">
                        <c:v>7.4180721239544861E-2</c:v>
                      </c:pt>
                      <c:pt idx="23" formatCode="0.00%">
                        <c:v>7.1770334928229665E-2</c:v>
                      </c:pt>
                      <c:pt idx="24" formatCode="0.00%">
                        <c:v>5.2439342551526234E-2</c:v>
                      </c:pt>
                      <c:pt idx="25" formatCode="0.00%">
                        <c:v>4.4347974123254967E-2</c:v>
                      </c:pt>
                      <c:pt idx="26" formatCode="0.00%">
                        <c:v>3.6592580072678092E-2</c:v>
                      </c:pt>
                      <c:pt idx="27" formatCode="0.00%">
                        <c:v>3.3874085904009421E-2</c:v>
                      </c:pt>
                      <c:pt idx="28" formatCode="0.00%">
                        <c:v>3.5807346389846222E-2</c:v>
                      </c:pt>
                      <c:pt idx="29" formatCode="0.00%">
                        <c:v>3.3815612382234274E-2</c:v>
                      </c:pt>
                      <c:pt idx="30" formatCode="0.00%">
                        <c:v>3.2564792998990157E-2</c:v>
                      </c:pt>
                      <c:pt idx="31" formatCode="0.00%">
                        <c:v>3.410146028530435E-2</c:v>
                      </c:pt>
                      <c:pt idx="32" formatCode="0.00%">
                        <c:v>3.8871951219512223E-2</c:v>
                      </c:pt>
                      <c:pt idx="33" formatCode="0.00%">
                        <c:v>3.9809863339275081E-2</c:v>
                      </c:pt>
                      <c:pt idx="34" formatCode="0.00%">
                        <c:v>3.9996596034379953E-2</c:v>
                      </c:pt>
                      <c:pt idx="35" formatCode="0.00%">
                        <c:v>4.0561224489796009E-2</c:v>
                      </c:pt>
                      <c:pt idx="36" formatCode="0.00%">
                        <c:v>2.9499256321269273E-2</c:v>
                      </c:pt>
                      <c:pt idx="37" formatCode="0.00%">
                        <c:v>2.6571032684000368E-2</c:v>
                      </c:pt>
                      <c:pt idx="38" formatCode="0.00%">
                        <c:v>3.4648622207728678E-2</c:v>
                      </c:pt>
                      <c:pt idx="39" formatCode="0.00%">
                        <c:v>3.3658536585365856E-2</c:v>
                      </c:pt>
                      <c:pt idx="40" formatCode="0.00%">
                        <c:v>3.1161243203765229E-2</c:v>
                      </c:pt>
                      <c:pt idx="41" formatCode="0.00%">
                        <c:v>3.458096013018714E-2</c:v>
                      </c:pt>
                      <c:pt idx="42" formatCode="0.00%">
                        <c:v>3.6671827886887789E-2</c:v>
                      </c:pt>
                      <c:pt idx="43" formatCode="0.00%">
                        <c:v>3.6078687454085392E-2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6-9E0F-4371-9B9F-D3D3AC76632D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Hoja1!$U$1</c15:sqref>
                        </c15:formulaRef>
                      </c:ext>
                    </c:extLst>
                    <c:strCache>
                      <c:ptCount val="1"/>
                      <c:pt idx="0">
                        <c:v>Casas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Hoja1!$U$2:$U$45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0.12916103975474871</c:v>
                      </c:pt>
                      <c:pt idx="13" formatCode="0.00%">
                        <c:v>0.13675611696451098</c:v>
                      </c:pt>
                      <c:pt idx="14" formatCode="0.00%">
                        <c:v>0.13402954906395878</c:v>
                      </c:pt>
                      <c:pt idx="15" formatCode="0.00%">
                        <c:v>0.12005821921044924</c:v>
                      </c:pt>
                      <c:pt idx="16" formatCode="0.00%">
                        <c:v>0.10746659190729838</c:v>
                      </c:pt>
                      <c:pt idx="17" formatCode="0.00%">
                        <c:v>0.10232047897065934</c:v>
                      </c:pt>
                      <c:pt idx="18" formatCode="0.00%">
                        <c:v>9.6016748286897421E-2</c:v>
                      </c:pt>
                      <c:pt idx="19" formatCode="0.00%">
                        <c:v>8.8014843663886622E-2</c:v>
                      </c:pt>
                      <c:pt idx="20" formatCode="0.00%">
                        <c:v>8.6029411764705882E-2</c:v>
                      </c:pt>
                      <c:pt idx="21" formatCode="0.00%">
                        <c:v>8.1460545272682178E-2</c:v>
                      </c:pt>
                      <c:pt idx="22" formatCode="0.00%">
                        <c:v>7.7213773366843319E-2</c:v>
                      </c:pt>
                      <c:pt idx="23" formatCode="0.00%">
                        <c:v>7.516555079940003E-2</c:v>
                      </c:pt>
                      <c:pt idx="24" formatCode="0.00%">
                        <c:v>5.5434308162374588E-2</c:v>
                      </c:pt>
                      <c:pt idx="25" formatCode="0.00%">
                        <c:v>4.5916190151062519E-2</c:v>
                      </c:pt>
                      <c:pt idx="26" formatCode="0.00%">
                        <c:v>3.9297233067391017E-2</c:v>
                      </c:pt>
                      <c:pt idx="27" formatCode="0.00%">
                        <c:v>3.5693190448063364E-2</c:v>
                      </c:pt>
                      <c:pt idx="28" formatCode="0.00%">
                        <c:v>3.704328748628808E-2</c:v>
                      </c:pt>
                      <c:pt idx="29" formatCode="0.00%">
                        <c:v>3.3482331112423151E-2</c:v>
                      </c:pt>
                      <c:pt idx="30" formatCode="0.00%">
                        <c:v>3.0292830696735058E-2</c:v>
                      </c:pt>
                      <c:pt idx="31" formatCode="0.00%">
                        <c:v>3.2925284930350289E-2</c:v>
                      </c:pt>
                      <c:pt idx="32" formatCode="0.00%">
                        <c:v>3.5629654705484161E-2</c:v>
                      </c:pt>
                      <c:pt idx="33" formatCode="0.00%">
                        <c:v>3.759015697921092E-2</c:v>
                      </c:pt>
                      <c:pt idx="34" formatCode="0.00%">
                        <c:v>3.8402588555858354E-2</c:v>
                      </c:pt>
                      <c:pt idx="35" formatCode="0.00%">
                        <c:v>3.8196512122501143E-2</c:v>
                      </c:pt>
                      <c:pt idx="36" formatCode="0.00%">
                        <c:v>2.9693961952026376E-2</c:v>
                      </c:pt>
                      <c:pt idx="37" formatCode="0.00%">
                        <c:v>2.7172582619339032E-2</c:v>
                      </c:pt>
                      <c:pt idx="38" formatCode="0.00%">
                        <c:v>3.3973050224581434E-2</c:v>
                      </c:pt>
                      <c:pt idx="39" formatCode="0.00%">
                        <c:v>3.2915105100211881E-2</c:v>
                      </c:pt>
                      <c:pt idx="40" formatCode="0.00%">
                        <c:v>3.1895850284784276E-2</c:v>
                      </c:pt>
                      <c:pt idx="41" formatCode="0.00%">
                        <c:v>3.4600946629671898E-2</c:v>
                      </c:pt>
                      <c:pt idx="42" formatCode="0.00%">
                        <c:v>3.6099313949689661E-2</c:v>
                      </c:pt>
                      <c:pt idx="43" formatCode="0.00%">
                        <c:v>3.6207601144258333E-2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9E0F-4371-9B9F-D3D3AC76632D}"/>
                  </c:ext>
                </c:extLst>
              </c15:ser>
            </c15:filteredLineSeries>
            <c15:filteredLine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Hoja1!$V$1</c15:sqref>
                        </c15:formulaRef>
                      </c:ext>
                    </c:extLst>
                    <c:strCache>
                      <c:ptCount val="1"/>
                      <c:pt idx="0">
                        <c:v>VIS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Hoja1!$V$2:$V$45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0.13241054075119138</c:v>
                      </c:pt>
                      <c:pt idx="13" formatCode="0.00%">
                        <c:v>0.13828312113954364</c:v>
                      </c:pt>
                      <c:pt idx="14" formatCode="0.00%">
                        <c:v>0.13540645012404079</c:v>
                      </c:pt>
                      <c:pt idx="15" formatCode="0.00%">
                        <c:v>0.12141764116902498</c:v>
                      </c:pt>
                      <c:pt idx="16" formatCode="0.00%">
                        <c:v>0.10707956347355661</c:v>
                      </c:pt>
                      <c:pt idx="17" formatCode="0.00%">
                        <c:v>0.1002383757060837</c:v>
                      </c:pt>
                      <c:pt idx="18" formatCode="0.00%">
                        <c:v>9.4216521066017814E-2</c:v>
                      </c:pt>
                      <c:pt idx="19" formatCode="0.00%">
                        <c:v>8.7322079998529784E-2</c:v>
                      </c:pt>
                      <c:pt idx="20" formatCode="0.00%">
                        <c:v>8.522638402016805E-2</c:v>
                      </c:pt>
                      <c:pt idx="21" formatCode="0.00%">
                        <c:v>8.0475394478223342E-2</c:v>
                      </c:pt>
                      <c:pt idx="22" formatCode="0.00%">
                        <c:v>7.626651982378857E-2</c:v>
                      </c:pt>
                      <c:pt idx="23" formatCode="0.00%">
                        <c:v>7.3732170794411744E-2</c:v>
                      </c:pt>
                      <c:pt idx="24" formatCode="0.00%">
                        <c:v>5.2622408085032164E-2</c:v>
                      </c:pt>
                      <c:pt idx="25" formatCode="0.00%">
                        <c:v>4.3870857824346243E-2</c:v>
                      </c:pt>
                      <c:pt idx="26" formatCode="0.00%">
                        <c:v>3.6670054200541993E-2</c:v>
                      </c:pt>
                      <c:pt idx="27" formatCode="0.00%">
                        <c:v>3.3776954177897618E-2</c:v>
                      </c:pt>
                      <c:pt idx="28" formatCode="0.00%">
                        <c:v>3.6144578313253066E-2</c:v>
                      </c:pt>
                      <c:pt idx="29" formatCode="0.00%">
                        <c:v>3.3805429101331906E-2</c:v>
                      </c:pt>
                      <c:pt idx="30" formatCode="0.00%">
                        <c:v>3.1581606872157657E-2</c:v>
                      </c:pt>
                      <c:pt idx="31" formatCode="0.00%">
                        <c:v>3.3803769120256906E-2</c:v>
                      </c:pt>
                      <c:pt idx="32" formatCode="0.00%">
                        <c:v>3.8660449342941945E-2</c:v>
                      </c:pt>
                      <c:pt idx="33" formatCode="0.00%">
                        <c:v>4.0037402244134594E-2</c:v>
                      </c:pt>
                      <c:pt idx="34" formatCode="0.00%">
                        <c:v>4.0590091242432041E-2</c:v>
                      </c:pt>
                      <c:pt idx="35" formatCode="0.00%">
                        <c:v>4.0899795501022469E-2</c:v>
                      </c:pt>
                      <c:pt idx="36" formatCode="0.00%">
                        <c:v>3.1368978645919601E-2</c:v>
                      </c:pt>
                      <c:pt idx="37" formatCode="0.00%">
                        <c:v>2.8072466133507407E-2</c:v>
                      </c:pt>
                      <c:pt idx="38" formatCode="0.00%">
                        <c:v>3.6516624458786041E-2</c:v>
                      </c:pt>
                      <c:pt idx="39" formatCode="0.00%">
                        <c:v>3.5851055161737075E-2</c:v>
                      </c:pt>
                      <c:pt idx="40" formatCode="0.00%">
                        <c:v>3.3094812164579553E-2</c:v>
                      </c:pt>
                      <c:pt idx="41" formatCode="0.00%">
                        <c:v>3.6206474761477599E-2</c:v>
                      </c:pt>
                      <c:pt idx="42" formatCode="0.00%">
                        <c:v>3.8043921952812566E-2</c:v>
                      </c:pt>
                      <c:pt idx="43" formatCode="0.00%">
                        <c:v>3.7848442736859278E-2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9E0F-4371-9B9F-D3D3AC76632D}"/>
                  </c:ext>
                </c:extLst>
              </c15:ser>
            </c15:filteredLineSeries>
            <c15:filteredLineSeries>
              <c15:ser>
                <c:idx val="6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Hoja1!$W$1</c15:sqref>
                        </c15:formulaRef>
                      </c:ext>
                    </c:extLst>
                    <c:strCache>
                      <c:ptCount val="1"/>
                      <c:pt idx="0">
                        <c:v>No VIS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Hoja1!$W$2:$W$45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0.13329522833435162</c:v>
                      </c:pt>
                      <c:pt idx="13" formatCode="0.00%">
                        <c:v>0.13901467037708592</c:v>
                      </c:pt>
                      <c:pt idx="14" formatCode="0.00%">
                        <c:v>0.13620433050074418</c:v>
                      </c:pt>
                      <c:pt idx="15" formatCode="0.00%">
                        <c:v>0.1208772574400136</c:v>
                      </c:pt>
                      <c:pt idx="16" formatCode="0.00%">
                        <c:v>0.10620456278006055</c:v>
                      </c:pt>
                      <c:pt idx="17" formatCode="0.00%">
                        <c:v>9.8902114446251646E-2</c:v>
                      </c:pt>
                      <c:pt idx="18" formatCode="0.00%">
                        <c:v>9.252809659900206E-2</c:v>
                      </c:pt>
                      <c:pt idx="19" formatCode="0.00%">
                        <c:v>8.5589670034243448E-2</c:v>
                      </c:pt>
                      <c:pt idx="20" formatCode="0.00%">
                        <c:v>8.2849836390133921E-2</c:v>
                      </c:pt>
                      <c:pt idx="21" formatCode="0.00%">
                        <c:v>7.8243052887693704E-2</c:v>
                      </c:pt>
                      <c:pt idx="22" formatCode="0.00%">
                        <c:v>7.4094035754414533E-2</c:v>
                      </c:pt>
                      <c:pt idx="23" formatCode="0.00%">
                        <c:v>7.1744100261400948E-2</c:v>
                      </c:pt>
                      <c:pt idx="24" formatCode="0.00%">
                        <c:v>5.2782608695652114E-2</c:v>
                      </c:pt>
                      <c:pt idx="25" formatCode="0.00%">
                        <c:v>4.4777389971907763E-2</c:v>
                      </c:pt>
                      <c:pt idx="26" formatCode="0.00%">
                        <c:v>3.7099636609481963E-2</c:v>
                      </c:pt>
                      <c:pt idx="27" formatCode="0.00%">
                        <c:v>3.4207429820137782E-2</c:v>
                      </c:pt>
                      <c:pt idx="28" formatCode="0.00%">
                        <c:v>3.5885368518362978E-2</c:v>
                      </c:pt>
                      <c:pt idx="29" formatCode="0.00%">
                        <c:v>3.3891178202001528E-2</c:v>
                      </c:pt>
                      <c:pt idx="30" formatCode="0.00%">
                        <c:v>3.2382874926402509E-2</c:v>
                      </c:pt>
                      <c:pt idx="31" formatCode="0.00%">
                        <c:v>3.4087073911576157E-2</c:v>
                      </c:pt>
                      <c:pt idx="32" formatCode="0.00%">
                        <c:v>3.8513627899102738E-2</c:v>
                      </c:pt>
                      <c:pt idx="33" formatCode="0.00%">
                        <c:v>3.9531727180183329E-2</c:v>
                      </c:pt>
                      <c:pt idx="34" formatCode="0.00%">
                        <c:v>3.963259057662865E-2</c:v>
                      </c:pt>
                      <c:pt idx="35" formatCode="0.00%">
                        <c:v>4.0197161553497104E-2</c:v>
                      </c:pt>
                      <c:pt idx="36" formatCode="0.00%">
                        <c:v>2.9156686214586613E-2</c:v>
                      </c:pt>
                      <c:pt idx="37" formatCode="0.00%">
                        <c:v>2.6236454004725809E-2</c:v>
                      </c:pt>
                      <c:pt idx="38" formatCode="0.00%">
                        <c:v>3.4061277705345561E-2</c:v>
                      </c:pt>
                      <c:pt idx="39" formatCode="0.00%">
                        <c:v>3.2913449817147479E-2</c:v>
                      </c:pt>
                      <c:pt idx="40" formatCode="0.00%">
                        <c:v>3.0829141651792933E-2</c:v>
                      </c:pt>
                      <c:pt idx="41" formatCode="0.00%">
                        <c:v>3.4081665853261736E-2</c:v>
                      </c:pt>
                      <c:pt idx="42" formatCode="0.00%">
                        <c:v>3.6255499429688795E-2</c:v>
                      </c:pt>
                      <c:pt idx="43" formatCode="0.00%">
                        <c:v>3.5574412532637073E-2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9E0F-4371-9B9F-D3D3AC76632D}"/>
                  </c:ext>
                </c:extLst>
              </c15:ser>
            </c15:filteredLineSeries>
            <c15:filteredLineSeries>
              <c15:ser>
                <c:idx val="8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Hoja1!$Y$1</c15:sqref>
                        </c15:formulaRef>
                      </c:ext>
                    </c:extLst>
                    <c:strCache>
                      <c:ptCount val="1"/>
                      <c:pt idx="0">
                        <c:v>Equipo Especial Para Obra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Hoja1!$Y$2:$Y$45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0.12044962292656458</c:v>
                      </c:pt>
                      <c:pt idx="13" formatCode="0.00%">
                        <c:v>0.11879561346528607</c:v>
                      </c:pt>
                      <c:pt idx="14" formatCode="0.00%">
                        <c:v>0.12388748750654405</c:v>
                      </c:pt>
                      <c:pt idx="15" formatCode="0.00%">
                        <c:v>0.11829574889532238</c:v>
                      </c:pt>
                      <c:pt idx="16" formatCode="0.00%">
                        <c:v>0.1099452684116496</c:v>
                      </c:pt>
                      <c:pt idx="17" formatCode="0.00%">
                        <c:v>9.1590404097465397E-2</c:v>
                      </c:pt>
                      <c:pt idx="18" formatCode="0.00%">
                        <c:v>5.9062010504008076E-2</c:v>
                      </c:pt>
                      <c:pt idx="19" formatCode="0.00%">
                        <c:v>4.9143565574891343E-2</c:v>
                      </c:pt>
                      <c:pt idx="20" formatCode="0.00%">
                        <c:v>4.1885290392618013E-2</c:v>
                      </c:pt>
                      <c:pt idx="21" formatCode="0.00%">
                        <c:v>2.8834776110107738E-2</c:v>
                      </c:pt>
                      <c:pt idx="22" formatCode="0.00%">
                        <c:v>1.5297927802206564E-2</c:v>
                      </c:pt>
                      <c:pt idx="23" formatCode="0.00%">
                        <c:v>6.8752359795235737E-3</c:v>
                      </c:pt>
                      <c:pt idx="24" formatCode="0.00%">
                        <c:v>-1.2209906477312182E-2</c:v>
                      </c:pt>
                      <c:pt idx="25" formatCode="0.00%">
                        <c:v>-2.6639344262295118E-2</c:v>
                      </c:pt>
                      <c:pt idx="26" formatCode="0.00%">
                        <c:v>-3.9298721097653824E-2</c:v>
                      </c:pt>
                      <c:pt idx="27" formatCode="0.00%">
                        <c:v>-4.1897300519458412E-2</c:v>
                      </c:pt>
                      <c:pt idx="28" formatCode="0.00%">
                        <c:v>-4.2667347981604542E-2</c:v>
                      </c:pt>
                      <c:pt idx="29" formatCode="0.00%">
                        <c:v>-2.8549249611868228E-2</c:v>
                      </c:pt>
                      <c:pt idx="30" formatCode="0.00%">
                        <c:v>-1.6095354097790102E-2</c:v>
                      </c:pt>
                      <c:pt idx="31" formatCode="0.00%">
                        <c:v>-1.598748805282825E-2</c:v>
                      </c:pt>
                      <c:pt idx="32" formatCode="0.00%">
                        <c:v>-8.1618477033949619E-3</c:v>
                      </c:pt>
                      <c:pt idx="33" formatCode="0.00%">
                        <c:v>-1.2884814942926278E-2</c:v>
                      </c:pt>
                      <c:pt idx="34" formatCode="0.00%">
                        <c:v>-1.4436376210235146E-2</c:v>
                      </c:pt>
                      <c:pt idx="35" formatCode="0.00%">
                        <c:v>-5.2324060347084915E-4</c:v>
                      </c:pt>
                      <c:pt idx="36" formatCode="0.00%">
                        <c:v>1.183483825721056E-2</c:v>
                      </c:pt>
                      <c:pt idx="37" formatCode="0.00%">
                        <c:v>1.2192982456140356E-2</c:v>
                      </c:pt>
                      <c:pt idx="38" formatCode="0.00%">
                        <c:v>2.0100502512562696E-2</c:v>
                      </c:pt>
                      <c:pt idx="39" formatCode="0.00%">
                        <c:v>2.9597369122744629E-2</c:v>
                      </c:pt>
                      <c:pt idx="40" formatCode="0.00%">
                        <c:v>2.3129614802953551E-2</c:v>
                      </c:pt>
                      <c:pt idx="41" formatCode="0.00%">
                        <c:v>2.0864778478203044E-2</c:v>
                      </c:pt>
                      <c:pt idx="42" formatCode="0.00%">
                        <c:v>8.4888142187637614E-3</c:v>
                      </c:pt>
                      <c:pt idx="43" formatCode="0.00%">
                        <c:v>2.3841059602648655E-3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9E0F-4371-9B9F-D3D3AC76632D}"/>
                  </c:ext>
                </c:extLst>
              </c15:ser>
            </c15:filteredLineSeries>
            <c15:filteredLineSeries>
              <c15:ser>
                <c:idx val="10"/>
                <c:order val="10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Hoja1!$AA$1</c15:sqref>
                        </c15:formulaRef>
                      </c:ext>
                    </c:extLst>
                    <c:strCache>
                      <c:ptCount val="1"/>
                      <c:pt idx="0">
                        <c:v>Equipo</c:v>
                      </c:pt>
                    </c:strCache>
                  </c:strRef>
                </c:tx>
                <c:spPr>
                  <a:ln w="28575" cap="rnd">
                    <a:solidFill>
                      <a:schemeClr val="tx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Hoja1!$AA$2:$AA$45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8.5941519735963215E-2</c:v>
                      </c:pt>
                      <c:pt idx="13" formatCode="0.00%">
                        <c:v>0.10458864037727286</c:v>
                      </c:pt>
                      <c:pt idx="14" formatCode="0.00%">
                        <c:v>0.10771408629316878</c:v>
                      </c:pt>
                      <c:pt idx="15" formatCode="0.00%">
                        <c:v>0.11055571890620407</c:v>
                      </c:pt>
                      <c:pt idx="16" formatCode="0.00%">
                        <c:v>0.10542306978380027</c:v>
                      </c:pt>
                      <c:pt idx="17" formatCode="0.00%">
                        <c:v>0.10673286061232649</c:v>
                      </c:pt>
                      <c:pt idx="18" formatCode="0.00%">
                        <c:v>8.7663891281462444E-2</c:v>
                      </c:pt>
                      <c:pt idx="19" formatCode="0.00%">
                        <c:v>8.5228411379056943E-2</c:v>
                      </c:pt>
                      <c:pt idx="20" formatCode="0.00%">
                        <c:v>8.1171022981183311E-2</c:v>
                      </c:pt>
                      <c:pt idx="21" formatCode="0.00%">
                        <c:v>7.9016539669586161E-2</c:v>
                      </c:pt>
                      <c:pt idx="22" formatCode="0.00%">
                        <c:v>7.8029915259057031E-2</c:v>
                      </c:pt>
                      <c:pt idx="23" formatCode="0.00%">
                        <c:v>7.4121255012974799E-2</c:v>
                      </c:pt>
                      <c:pt idx="24" formatCode="0.00%">
                        <c:v>8.2784485912916317E-2</c:v>
                      </c:pt>
                      <c:pt idx="25" formatCode="0.00%">
                        <c:v>7.2525902107895723E-2</c:v>
                      </c:pt>
                      <c:pt idx="26" formatCode="0.00%">
                        <c:v>7.1352502662406739E-2</c:v>
                      </c:pt>
                      <c:pt idx="27" formatCode="0.00%">
                        <c:v>6.8572941487953371E-2</c:v>
                      </c:pt>
                      <c:pt idx="28" formatCode="0.00%">
                        <c:v>7.1498011489173563E-2</c:v>
                      </c:pt>
                      <c:pt idx="29" formatCode="0.00%">
                        <c:v>6.891689433330403E-2</c:v>
                      </c:pt>
                      <c:pt idx="30" formatCode="0.00%">
                        <c:v>6.8279806423229131E-2</c:v>
                      </c:pt>
                      <c:pt idx="31" formatCode="0.00%">
                        <c:v>6.8853323953570161E-2</c:v>
                      </c:pt>
                      <c:pt idx="32" formatCode="0.00%">
                        <c:v>7.1409726497229833E-2</c:v>
                      </c:pt>
                      <c:pt idx="33" formatCode="0.00%">
                        <c:v>7.4487731949696712E-2</c:v>
                      </c:pt>
                      <c:pt idx="34" formatCode="0.00%">
                        <c:v>7.7200386881209893E-2</c:v>
                      </c:pt>
                      <c:pt idx="35" formatCode="0.00%">
                        <c:v>7.9943775806026601E-2</c:v>
                      </c:pt>
                      <c:pt idx="36" formatCode="0.00%">
                        <c:v>4.5028301089803144E-2</c:v>
                      </c:pt>
                      <c:pt idx="37" formatCode="0.00%">
                        <c:v>4.0639573617588236E-2</c:v>
                      </c:pt>
                      <c:pt idx="38" formatCode="0.00%">
                        <c:v>4.3571901921802561E-2</c:v>
                      </c:pt>
                      <c:pt idx="39" formatCode="0.00%">
                        <c:v>4.1460191608853621E-2</c:v>
                      </c:pt>
                      <c:pt idx="40" formatCode="0.00%">
                        <c:v>4.4704717914879594E-2</c:v>
                      </c:pt>
                      <c:pt idx="41" formatCode="0.00%">
                        <c:v>4.6912358809464899E-2</c:v>
                      </c:pt>
                      <c:pt idx="42" formatCode="0.00%">
                        <c:v>5.1890289103039264E-2</c:v>
                      </c:pt>
                      <c:pt idx="43" formatCode="0.00%">
                        <c:v>5.0596462361168291E-2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B-9E0F-4371-9B9F-D3D3AC76632D}"/>
                  </c:ext>
                </c:extLst>
              </c15:ser>
            </c15:filteredLineSeries>
            <c15:filteredLineSeries>
              <c15:ser>
                <c:idx val="11"/>
                <c:order val="1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Hoja1!$AB$1</c15:sqref>
                        </c15:formulaRef>
                      </c:ext>
                    </c:extLst>
                    <c:strCache>
                      <c:ptCount val="1"/>
                      <c:pt idx="0">
                        <c:v>Maquinaria</c:v>
                      </c:pt>
                    </c:strCache>
                  </c:strRef>
                </c:tx>
                <c:spPr>
                  <a:ln w="28575" cap="rnd">
                    <a:solidFill>
                      <a:srgbClr val="00B050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Hoja1!$AB$2:$AB$45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0.11650155263154281</c:v>
                      </c:pt>
                      <c:pt idx="13" formatCode="0.00%">
                        <c:v>0.13929244868250082</c:v>
                      </c:pt>
                      <c:pt idx="14" formatCode="0.00%">
                        <c:v>0.14553762395489014</c:v>
                      </c:pt>
                      <c:pt idx="15" formatCode="0.00%">
                        <c:v>0.15234507403712988</c:v>
                      </c:pt>
                      <c:pt idx="16" formatCode="0.00%">
                        <c:v>0.1283253296745179</c:v>
                      </c:pt>
                      <c:pt idx="17" formatCode="0.00%">
                        <c:v>0.12640027387359973</c:v>
                      </c:pt>
                      <c:pt idx="18" formatCode="0.00%">
                        <c:v>0.13340286337347121</c:v>
                      </c:pt>
                      <c:pt idx="19" formatCode="0.00%">
                        <c:v>0.14487477185639616</c:v>
                      </c:pt>
                      <c:pt idx="20" formatCode="0.00%">
                        <c:v>0.12832148817672107</c:v>
                      </c:pt>
                      <c:pt idx="21" formatCode="0.00%">
                        <c:v>0.12609247777694768</c:v>
                      </c:pt>
                      <c:pt idx="22" formatCode="0.00%">
                        <c:v>0.11379119867427728</c:v>
                      </c:pt>
                      <c:pt idx="23" formatCode="0.00%">
                        <c:v>0.11277614849273267</c:v>
                      </c:pt>
                      <c:pt idx="24" formatCode="0.00%">
                        <c:v>7.8826845164699566E-2</c:v>
                      </c:pt>
                      <c:pt idx="25" formatCode="0.00%">
                        <c:v>5.402624131721119E-2</c:v>
                      </c:pt>
                      <c:pt idx="26" formatCode="0.00%">
                        <c:v>4.6083340405669242E-2</c:v>
                      </c:pt>
                      <c:pt idx="27" formatCode="0.00%">
                        <c:v>3.622153122111104E-2</c:v>
                      </c:pt>
                      <c:pt idx="28" formatCode="0.00%">
                        <c:v>4.1293700388447901E-2</c:v>
                      </c:pt>
                      <c:pt idx="29" formatCode="0.00%">
                        <c:v>4.3647108484592669E-2</c:v>
                      </c:pt>
                      <c:pt idx="30" formatCode="0.00%">
                        <c:v>2.7438514304835092E-2</c:v>
                      </c:pt>
                      <c:pt idx="31" formatCode="0.00%">
                        <c:v>2.6041231950588471E-2</c:v>
                      </c:pt>
                      <c:pt idx="32" formatCode="0.00%">
                        <c:v>1.9860395545953136E-2</c:v>
                      </c:pt>
                      <c:pt idx="33" formatCode="0.00%">
                        <c:v>1.4262023217247089E-2</c:v>
                      </c:pt>
                      <c:pt idx="34" formatCode="0.00%">
                        <c:v>7.7698793188956663E-3</c:v>
                      </c:pt>
                      <c:pt idx="35" formatCode="0.00%">
                        <c:v>7.4355584930600746E-3</c:v>
                      </c:pt>
                      <c:pt idx="36" formatCode="0.00%">
                        <c:v>5.9596701771573515E-3</c:v>
                      </c:pt>
                      <c:pt idx="37" formatCode="0.00%">
                        <c:v>9.844601741111448E-3</c:v>
                      </c:pt>
                      <c:pt idx="38" formatCode="0.00%">
                        <c:v>1.6956027908486038E-2</c:v>
                      </c:pt>
                      <c:pt idx="39" formatCode="0.00%">
                        <c:v>2.8061638280616447E-2</c:v>
                      </c:pt>
                      <c:pt idx="40" formatCode="0.00%">
                        <c:v>2.9924580326007606E-2</c:v>
                      </c:pt>
                      <c:pt idx="41" formatCode="0.00%">
                        <c:v>2.8797929137680003E-2</c:v>
                      </c:pt>
                      <c:pt idx="42" formatCode="0.00%">
                        <c:v>3.5254844487868531E-2</c:v>
                      </c:pt>
                      <c:pt idx="43" formatCode="0.00%">
                        <c:v>3.6606198649638003E-2</c:v>
                      </c:pt>
                    </c:numCache>
                  </c:numRef>
                </c:val>
                <c:smooth val="1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9E0F-4371-9B9F-D3D3AC76632D}"/>
                  </c:ext>
                </c:extLst>
              </c15:ser>
            </c15:filteredLineSeries>
            <c15:filteredLineSeries>
              <c15:ser>
                <c:idx val="12"/>
                <c:order val="1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Hoja1!$AC$1</c15:sqref>
                        </c15:formulaRef>
                      </c:ext>
                    </c:extLst>
                    <c:strCache>
                      <c:ptCount val="1"/>
                      <c:pt idx="0">
                        <c:v>Transporte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80000"/>
                        <a:lumOff val="2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Hoja1!$AC$2:$AC$45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5.1220266639654934E-2</c:v>
                      </c:pt>
                      <c:pt idx="13" formatCode="0.00%">
                        <c:v>4.0760842894579347E-2</c:v>
                      </c:pt>
                      <c:pt idx="14" formatCode="0.00%">
                        <c:v>4.4739502065730442E-2</c:v>
                      </c:pt>
                      <c:pt idx="15" formatCode="0.00%">
                        <c:v>6.8953008421816342E-2</c:v>
                      </c:pt>
                      <c:pt idx="16" formatCode="0.00%">
                        <c:v>5.0465711901313298E-2</c:v>
                      </c:pt>
                      <c:pt idx="17" formatCode="0.00%">
                        <c:v>4.6229875590204271E-2</c:v>
                      </c:pt>
                      <c:pt idx="18" formatCode="0.00%">
                        <c:v>4.6898696145665435E-2</c:v>
                      </c:pt>
                      <c:pt idx="19" formatCode="0.00%">
                        <c:v>5.3772230829919263E-2</c:v>
                      </c:pt>
                      <c:pt idx="20" formatCode="0.00%">
                        <c:v>5.3951606007923182E-2</c:v>
                      </c:pt>
                      <c:pt idx="21" formatCode="0.00%">
                        <c:v>5.6236344637598572E-2</c:v>
                      </c:pt>
                      <c:pt idx="22" formatCode="0.00%">
                        <c:v>5.8235735521803972E-2</c:v>
                      </c:pt>
                      <c:pt idx="23" formatCode="0.00%">
                        <c:v>6.4494553793235238E-2</c:v>
                      </c:pt>
                      <c:pt idx="24" formatCode="0.00%">
                        <c:v>8.5318401822150461E-2</c:v>
                      </c:pt>
                      <c:pt idx="25" formatCode="0.00%">
                        <c:v>8.5062240663900376E-2</c:v>
                      </c:pt>
                      <c:pt idx="26" formatCode="0.00%">
                        <c:v>8.5759909825286584E-2</c:v>
                      </c:pt>
                      <c:pt idx="27" formatCode="0.00%">
                        <c:v>4.7418141795836026E-2</c:v>
                      </c:pt>
                      <c:pt idx="28" formatCode="0.00%">
                        <c:v>6.9217423066386619E-2</c:v>
                      </c:pt>
                      <c:pt idx="29" formatCode="0.00%">
                        <c:v>7.5887953130721414E-2</c:v>
                      </c:pt>
                      <c:pt idx="30" formatCode="0.00%">
                        <c:v>7.3615160349854214E-2</c:v>
                      </c:pt>
                      <c:pt idx="31" formatCode="0.00%">
                        <c:v>6.4766372000721689E-2</c:v>
                      </c:pt>
                      <c:pt idx="32" formatCode="0.00%">
                        <c:v>7.6888408148548776E-2</c:v>
                      </c:pt>
                      <c:pt idx="33" formatCode="0.00%">
                        <c:v>7.248853314146958E-2</c:v>
                      </c:pt>
                      <c:pt idx="34" formatCode="0.00%">
                        <c:v>7.6743559824073215E-2</c:v>
                      </c:pt>
                      <c:pt idx="35" formatCode="0.00%">
                        <c:v>8.5180863477246294E-2</c:v>
                      </c:pt>
                      <c:pt idx="36" formatCode="0.00%">
                        <c:v>4.7831409583770537E-2</c:v>
                      </c:pt>
                      <c:pt idx="37" formatCode="0.00%">
                        <c:v>4.3716321918998789E-2</c:v>
                      </c:pt>
                      <c:pt idx="38" formatCode="0.00%">
                        <c:v>4.9917812959598545E-2</c:v>
                      </c:pt>
                      <c:pt idx="39" formatCode="0.00%">
                        <c:v>6.6812609457092775E-2</c:v>
                      </c:pt>
                      <c:pt idx="40" formatCode="0.00%">
                        <c:v>3.4247160304039549E-2</c:v>
                      </c:pt>
                      <c:pt idx="41" formatCode="0.00%">
                        <c:v>2.5865736407725617E-2</c:v>
                      </c:pt>
                      <c:pt idx="42" formatCode="0.00%">
                        <c:v>2.953156822810582E-2</c:v>
                      </c:pt>
                      <c:pt idx="43" formatCode="0.00%">
                        <c:v>4.9051169095221892E-2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9E0F-4371-9B9F-D3D3AC76632D}"/>
                  </c:ext>
                </c:extLst>
              </c15:ser>
            </c15:filteredLineSeries>
            <c15:filteredLineSeries>
              <c15:ser>
                <c:idx val="13"/>
                <c:order val="1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Hoja1!$AD$1</c15:sqref>
                        </c15:formulaRef>
                      </c:ext>
                    </c:extLst>
                    <c:strCache>
                      <c:ptCount val="1"/>
                      <c:pt idx="0">
                        <c:v>Herramienta Menor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80000"/>
                        <a:lumOff val="2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Hoja1!$A$2:$A$45</c15:sqref>
                        </c15:formulaRef>
                      </c:ext>
                    </c:extLst>
                    <c:numCache>
                      <c:formatCode>mmm\-yy</c:formatCode>
                      <c:ptCount val="44"/>
                      <c:pt idx="0">
                        <c:v>44562</c:v>
                      </c:pt>
                      <c:pt idx="1">
                        <c:v>44593</c:v>
                      </c:pt>
                      <c:pt idx="2">
                        <c:v>44621</c:v>
                      </c:pt>
                      <c:pt idx="3">
                        <c:v>44652</c:v>
                      </c:pt>
                      <c:pt idx="4">
                        <c:v>44682</c:v>
                      </c:pt>
                      <c:pt idx="5">
                        <c:v>44713</c:v>
                      </c:pt>
                      <c:pt idx="6">
                        <c:v>44743</c:v>
                      </c:pt>
                      <c:pt idx="7">
                        <c:v>44774</c:v>
                      </c:pt>
                      <c:pt idx="8">
                        <c:v>44805</c:v>
                      </c:pt>
                      <c:pt idx="9">
                        <c:v>44835</c:v>
                      </c:pt>
                      <c:pt idx="10">
                        <c:v>44866</c:v>
                      </c:pt>
                      <c:pt idx="11">
                        <c:v>44896</c:v>
                      </c:pt>
                      <c:pt idx="12">
                        <c:v>44927</c:v>
                      </c:pt>
                      <c:pt idx="13">
                        <c:v>44958</c:v>
                      </c:pt>
                      <c:pt idx="14">
                        <c:v>44986</c:v>
                      </c:pt>
                      <c:pt idx="15">
                        <c:v>45017</c:v>
                      </c:pt>
                      <c:pt idx="16">
                        <c:v>45047</c:v>
                      </c:pt>
                      <c:pt idx="17">
                        <c:v>45078</c:v>
                      </c:pt>
                      <c:pt idx="18">
                        <c:v>45108</c:v>
                      </c:pt>
                      <c:pt idx="19">
                        <c:v>45139</c:v>
                      </c:pt>
                      <c:pt idx="20">
                        <c:v>45170</c:v>
                      </c:pt>
                      <c:pt idx="21">
                        <c:v>45200</c:v>
                      </c:pt>
                      <c:pt idx="22">
                        <c:v>45231</c:v>
                      </c:pt>
                      <c:pt idx="23">
                        <c:v>45261</c:v>
                      </c:pt>
                      <c:pt idx="24">
                        <c:v>45292</c:v>
                      </c:pt>
                      <c:pt idx="25">
                        <c:v>45323</c:v>
                      </c:pt>
                      <c:pt idx="26">
                        <c:v>45352</c:v>
                      </c:pt>
                      <c:pt idx="27">
                        <c:v>45383</c:v>
                      </c:pt>
                      <c:pt idx="28">
                        <c:v>45413</c:v>
                      </c:pt>
                      <c:pt idx="29">
                        <c:v>45444</c:v>
                      </c:pt>
                      <c:pt idx="30">
                        <c:v>45474</c:v>
                      </c:pt>
                      <c:pt idx="31">
                        <c:v>45505</c:v>
                      </c:pt>
                      <c:pt idx="32">
                        <c:v>45536</c:v>
                      </c:pt>
                      <c:pt idx="33">
                        <c:v>45566</c:v>
                      </c:pt>
                      <c:pt idx="34">
                        <c:v>45597</c:v>
                      </c:pt>
                      <c:pt idx="35">
                        <c:v>45627</c:v>
                      </c:pt>
                      <c:pt idx="36">
                        <c:v>45658</c:v>
                      </c:pt>
                      <c:pt idx="37">
                        <c:v>45689</c:v>
                      </c:pt>
                      <c:pt idx="38">
                        <c:v>45717</c:v>
                      </c:pt>
                      <c:pt idx="39">
                        <c:v>45748</c:v>
                      </c:pt>
                      <c:pt idx="40">
                        <c:v>45778</c:v>
                      </c:pt>
                      <c:pt idx="41">
                        <c:v>45809</c:v>
                      </c:pt>
                      <c:pt idx="42">
                        <c:v>45839</c:v>
                      </c:pt>
                      <c:pt idx="43">
                        <c:v>45870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Hoja1!$AD$2:$AD$45</c15:sqref>
                        </c15:formulaRef>
                      </c:ext>
                    </c:extLst>
                    <c:numCache>
                      <c:formatCode>General</c:formatCode>
                      <c:ptCount val="44"/>
                      <c:pt idx="12" formatCode="0.00%">
                        <c:v>0.15182238532359799</c:v>
                      </c:pt>
                      <c:pt idx="13" formatCode="0.00%">
                        <c:v>0.12551847482780931</c:v>
                      </c:pt>
                      <c:pt idx="14" formatCode="0.00%">
                        <c:v>0.13224405220184979</c:v>
                      </c:pt>
                      <c:pt idx="15" formatCode="0.00%">
                        <c:v>0.13257309118212962</c:v>
                      </c:pt>
                      <c:pt idx="16" formatCode="0.00%">
                        <c:v>9.6371335155705742E-2</c:v>
                      </c:pt>
                      <c:pt idx="17" formatCode="0.00%">
                        <c:v>6.7681600695954774E-2</c:v>
                      </c:pt>
                      <c:pt idx="18" formatCode="0.00%">
                        <c:v>6.5676201055262409E-2</c:v>
                      </c:pt>
                      <c:pt idx="19" formatCode="0.00%">
                        <c:v>7.2906300738490457E-2</c:v>
                      </c:pt>
                      <c:pt idx="20" formatCode="0.00%">
                        <c:v>5.6001792608935508E-2</c:v>
                      </c:pt>
                      <c:pt idx="21" formatCode="0.00%">
                        <c:v>5.5743977737194632E-2</c:v>
                      </c:pt>
                      <c:pt idx="22" formatCode="0.00%">
                        <c:v>2.8197807316421023E-2</c:v>
                      </c:pt>
                      <c:pt idx="23" formatCode="0.00%">
                        <c:v>3.2627903969656577E-2</c:v>
                      </c:pt>
                      <c:pt idx="24" formatCode="0.00%">
                        <c:v>2.9055273790079907E-2</c:v>
                      </c:pt>
                      <c:pt idx="25" formatCode="0.00%">
                        <c:v>8.114276054433215E-3</c:v>
                      </c:pt>
                      <c:pt idx="26" formatCode="0.00%">
                        <c:v>2.0147750167897487E-3</c:v>
                      </c:pt>
                      <c:pt idx="27" formatCode="0.00%">
                        <c:v>7.3671998011104675E-2</c:v>
                      </c:pt>
                      <c:pt idx="28" formatCode="0.00%">
                        <c:v>5.5324696488226237E-2</c:v>
                      </c:pt>
                      <c:pt idx="29" formatCode="0.00%">
                        <c:v>5.7850566283712282E-2</c:v>
                      </c:pt>
                      <c:pt idx="30" formatCode="0.00%">
                        <c:v>5.610749185667753E-2</c:v>
                      </c:pt>
                      <c:pt idx="31" formatCode="0.00%">
                        <c:v>5.6057277682857495E-2</c:v>
                      </c:pt>
                      <c:pt idx="32" formatCode="0.00%">
                        <c:v>4.4886966457194158E-2</c:v>
                      </c:pt>
                      <c:pt idx="33" formatCode="0.00%">
                        <c:v>5.1482701812191105E-2</c:v>
                      </c:pt>
                      <c:pt idx="34" formatCode="0.00%">
                        <c:v>6.1828859060402599E-2</c:v>
                      </c:pt>
                      <c:pt idx="35" formatCode="0.00%">
                        <c:v>5.9687786960514161E-2</c:v>
                      </c:pt>
                      <c:pt idx="36" formatCode="0.00%">
                        <c:v>6.2567872358199064E-2</c:v>
                      </c:pt>
                      <c:pt idx="37" formatCode="0.00%">
                        <c:v>8.0657332103630339E-2</c:v>
                      </c:pt>
                      <c:pt idx="38" formatCode="0.00%">
                        <c:v>8.2104557640750642E-2</c:v>
                      </c:pt>
                      <c:pt idx="39" formatCode="0.00%">
                        <c:v>1.0805804260573199E-3</c:v>
                      </c:pt>
                      <c:pt idx="40" formatCode="0.00%">
                        <c:v>-1.5441630636203082E-4</c:v>
                      </c:pt>
                      <c:pt idx="41" formatCode="0.00%">
                        <c:v>5.1605946237386381E-3</c:v>
                      </c:pt>
                      <c:pt idx="42" formatCode="0.00%">
                        <c:v>1.6192458940551158E-3</c:v>
                      </c:pt>
                      <c:pt idx="43" formatCode="0.00%">
                        <c:v>2.3882896764252869E-3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E-9E0F-4371-9B9F-D3D3AC76632D}"/>
                  </c:ext>
                </c:extLst>
              </c15:ser>
            </c15:filteredLineSeries>
          </c:ext>
        </c:extLst>
      </c:lineChart>
      <c:dateAx>
        <c:axId val="984509472"/>
        <c:scaling>
          <c:orientation val="minMax"/>
          <c:min val="44927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84512352"/>
        <c:crosses val="autoZero"/>
        <c:auto val="1"/>
        <c:lblOffset val="100"/>
        <c:baseTimeUnit val="months"/>
        <c:majorUnit val="1"/>
        <c:majorTimeUnit val="months"/>
      </c:dateAx>
      <c:valAx>
        <c:axId val="9845123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9845094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086DD-C1CE-4273-980A-F3C8B9A7FF72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FC48AB-20E3-4CF6-80E8-11244F7C7A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08393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948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18112E-3EAE-EED7-9F97-8DE44D277F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0C51DB-54E4-4679-1F94-E739764F0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14AA94-5493-1808-8523-75C22C84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787A39D-07DF-CFD0-5861-C8DBBD6C8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BFF1D3-61B2-A58D-B150-C5E53B4AB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34173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1690D7-F209-9DB1-92FC-3EB475F1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3E50FA-880F-BC44-7A2B-D03C5A2C2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862B02-BCA1-867F-55B1-7B437FC5A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C31F74-AC80-F0B9-98D2-2C495DA3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3AE193-64FC-E671-07A3-C14CBF436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65304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E2A5B5-A01D-FE42-D6EE-46BB91773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B15210-271F-14A0-2630-33921D958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FE0600-452B-C486-4719-F0DCFB75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226402-89C8-D3C4-FBA4-946241BD0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D56BDF-11B4-2DC4-A204-5E58B361F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7411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4B6773-834E-B885-344F-A7D479706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EF1BB-A52F-04B5-7D09-3E89E04747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40E0E09-AD65-6BE0-AA07-6CF53981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9B33FA9-316D-F61E-037D-DD84A0ABA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25ADE5C-1DA4-9921-018F-921BB1B03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CA26C61-9D44-2C36-E869-25D894F13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01459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10C5F-7940-8078-2399-2BCE5488B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BDE2BA-23AA-5741-96EF-BE7E72473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CB9AC7-0EC4-757A-4A31-53C85420C3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5EDD8DC-45D6-F5EF-A933-AB66B83FB9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5A70F90-701E-1BAE-FADB-C10464536F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DF7D840-60C8-4D90-FAFE-E6D239C3F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F55CC35-C5C8-21F6-980D-A526BCFE2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4788E4-9767-559A-C07C-702A2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91038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164AD5-2666-5F3E-4BAA-DFEC98F44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8D66D58-ACAC-F545-40D8-A92EBB4D6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B09520F-AC68-D92C-C383-9582A60D8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DC405FB-D760-6B1B-D4CB-6FFE7C441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62544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976BE9C-1E90-585A-1B64-7876A24D7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CDA15C-7102-7AC8-3897-9EDA965FE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6D1666B-2B9E-46F1-F5D9-395D9C816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6731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D95F5-A01E-7405-EDFF-FFBE92BF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2D13F1-ACB3-67BD-84A4-C3A3E63ED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D9195E-D6E6-E9ED-6328-D3CC1A891B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C14137A-22CE-855D-67E4-4D95C7FFC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9A32D5D-2E8F-FE13-ACE1-F4248E56A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3493011-C38A-4827-16CC-802A3B412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063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554763-D6EF-6BE6-B578-813F27799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A675A0E-B2C7-CF4B-C915-D1D0DA9E35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E669B40-6227-1EDE-30CB-65F6DDF8E7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4AB5EB-E455-B8A5-379E-F222ED4B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EF487E-077F-8EE4-69FE-6D2EC86A8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6428E6-E298-17DB-40E4-35CB41CC4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84482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35F750-77B0-E8D3-87BD-94865548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9F9D908-CD66-7DC2-70C9-DEE8A93315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E809251-394A-8A81-3D8C-1B19495D0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E7A83-D518-F552-AF88-05EDE2055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177B7FA-2571-3969-4797-01E856833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79199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F92011-63A6-B0DF-4BBE-DB4A98C74A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58233AA-80B8-0ED6-10EA-76A2B5F749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161B4-00D1-AB17-D37E-F6D59813D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C64460-5BAD-3A72-1EFB-FE4BF7D69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B8DC5B1-C17D-4D14-8FFF-D3A61C56F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4647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DDEBB8C-774D-5DE7-89D3-56E6F5D91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CD0EF50-941C-F47A-1799-49A707DD6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3C0ECB-F50A-5095-83C1-8B9F92774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635CBE-6907-4A10-8C4A-44BE9CC5FB65}" type="datetimeFigureOut">
              <a:rPr lang="es-CO" smtClean="0"/>
              <a:t>31/10/2025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AE650B-ABB9-AED4-AEA6-B6CFB97A76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4E432F-4EA6-A78D-7C29-A68F25DC7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3B0470-170F-4C60-AFD0-3E4F0257CE4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34021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F454CE-E5FD-864D-B31C-4A9EF8AF9C3F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ICOCED Residencial y principales grupos de costos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1400" dirty="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Variación anual</a:t>
            </a:r>
            <a:endParaRPr kumimoji="0" lang="es-CO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842F5AD-38A3-643F-39E0-4F4B07CAF87B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DANE–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99A4-A7EB-32C0-76C8-6666677D3E6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B8EA146-1BEF-3A39-9060-BAEB4D91D454}"/>
              </a:ext>
            </a:extLst>
          </p:cNvPr>
          <p:cNvSpPr txBox="1"/>
          <p:nvPr/>
        </p:nvSpPr>
        <p:spPr>
          <a:xfrm>
            <a:off x="1453790" y="6051209"/>
            <a:ext cx="10122567" cy="677108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dirty="0">
                <a:solidFill>
                  <a:prstClr val="black"/>
                </a:solidFill>
                <a:latin typeface="Dosis"/>
              </a:rPr>
              <a:t>En agosto de 2025, el ICOCED residencial crece 3,61% anual.</a:t>
            </a:r>
          </a:p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dirty="0">
                <a:solidFill>
                  <a:prstClr val="black"/>
                </a:solidFill>
                <a:latin typeface="Dosis"/>
              </a:rPr>
              <a:t>El ICOCED incluyendo no residenciales crece 3,67% anual. </a:t>
            </a:r>
            <a:endParaRPr kumimoji="0" lang="es-MX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116BBFD1-8C30-A71A-66C2-9FD887B8D5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792"/>
            <a:ext cx="818453" cy="436508"/>
          </a:xfrm>
          <a:prstGeom prst="rect">
            <a:avLst/>
          </a:prstGeom>
        </p:spPr>
      </p:pic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6A6AD922-F563-EEB2-F334-A33DB26F302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116395"/>
              </p:ext>
            </p:extLst>
          </p:nvPr>
        </p:nvGraphicFramePr>
        <p:xfrm>
          <a:off x="1039031" y="765302"/>
          <a:ext cx="10953099" cy="5079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5923659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45F82"/>
    </a:accent1>
    <a:accent2>
      <a:srgbClr val="E87331"/>
    </a:accent2>
    <a:accent3>
      <a:srgbClr val="186C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36923b15c676d0562b70891912cfef9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ee7d2c55e47cbf68a8afd0eec465ff3a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D7730C6-D468-4DEF-B070-A398592B1F72}">
  <ds:schemaRefs>
    <ds:schemaRef ds:uri="http://schemas.openxmlformats.org/package/2006/metadata/core-properties"/>
    <ds:schemaRef ds:uri="http://schemas.microsoft.com/office/2006/metadata/properties"/>
    <ds:schemaRef ds:uri="d62384bc-84af-4cee-9670-bdd7e3103028"/>
    <ds:schemaRef ds:uri="http://www.w3.org/XML/1998/namespace"/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elements/1.1/"/>
    <ds:schemaRef ds:uri="d07a1b0e-5e0d-4395-b8ed-6b7f4c24bf15"/>
    <ds:schemaRef ds:uri="http://schemas.microsoft.com/sharepoint/v3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2340CEE-8569-4A13-A17E-964592544D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62384bc-84af-4cee-9670-bdd7e3103028"/>
    <ds:schemaRef ds:uri="d07a1b0e-5e0d-4395-b8ed-6b7f4c24bf1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478871A-D92F-45F2-BE22-BDBA945754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47</Words>
  <Application>Microsoft Office PowerPoint</Application>
  <PresentationFormat>Panorámica</PresentationFormat>
  <Paragraphs>10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Dosis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Juan Fernando Cardozo Bohorquez</dc:creator>
  <cp:lastModifiedBy>Juan Fernando Cardozo Bohorquez</cp:lastModifiedBy>
  <cp:revision>1</cp:revision>
  <dcterms:created xsi:type="dcterms:W3CDTF">2025-10-31T15:50:36Z</dcterms:created>
  <dcterms:modified xsi:type="dcterms:W3CDTF">2025-10-31T16:00:39Z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