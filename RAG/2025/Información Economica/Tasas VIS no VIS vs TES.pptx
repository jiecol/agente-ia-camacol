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notesSlides/notesSlide1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notesSlides/notesSlide2.xml" ContentType="application/vnd.openxmlformats-officedocument.presentationml.notesSlide+xml"/>
  <Override PartName="/ppt/comments/modernComment_39D3_10E78A7F.xml" ContentType="application/vnd.ms-powerpoint.comments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3.xml" ContentType="application/vnd.openxmlformats-officedocument.presentationml.notesSlide+xml"/>
  <Override PartName="/ppt/comments/modernComment_7FFFDC1C_B5FB24DB.xml" ContentType="application/vnd.ms-powerpoint.comments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theme/themeOverride9.xml" ContentType="application/vnd.openxmlformats-officedocument.themeOverr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theme/themeOverride10.xml" ContentType="application/vnd.openxmlformats-officedocument.themeOverride+xml"/>
  <Override PartName="/ppt/notesSlides/notesSlide4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theme/themeOverride11.xml" ContentType="application/vnd.openxmlformats-officedocument.themeOverr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theme/themeOverride12.xml" ContentType="application/vnd.openxmlformats-officedocument.themeOverride+xml"/>
  <Override PartName="/ppt/notesSlides/notesSlide5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theme/themeOverride13.xml" ContentType="application/vnd.openxmlformats-officedocument.themeOverr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theme/themeOverride14.xml" ContentType="application/vnd.openxmlformats-officedocument.themeOverride+xml"/>
  <Override PartName="/ppt/notesSlides/notesSlide6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theme/themeOverride15.xml" ContentType="application/vnd.openxmlformats-officedocument.themeOverr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theme/themeOverride16.xml" ContentType="application/vnd.openxmlformats-officedocument.themeOverr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theme/themeOverride17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sldIdLst>
    <p:sldId id="2147474295" r:id="rId5"/>
    <p:sldId id="2147474555" r:id="rId6"/>
    <p:sldId id="2147474294" r:id="rId7"/>
    <p:sldId id="2147474458" r:id="rId8"/>
    <p:sldId id="2147474459" r:id="rId9"/>
    <p:sldId id="14803" r:id="rId10"/>
    <p:sldId id="2147474460" r:id="rId11"/>
    <p:sldId id="2147474461" r:id="rId12"/>
    <p:sldId id="2147474462" r:id="rId13"/>
    <p:sldId id="2147474463" r:id="rId14"/>
    <p:sldId id="2147474468" r:id="rId1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2F4BE36-0DEC-3D40-5F59-B14AB562BD62}" name="Nikolas Buitrago" initials="NB" userId="S::nbuitrago@camacol.org.co::600a14df-701f-4e65-9aae-8fb58f1f99d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9DD676-7AFE-4630-B25A-48B6E62058D8}" v="1" dt="2025-03-19T19:27:46.4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14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Fernando Montañez Herrera" userId="82695c21-d357-4296-ab2b-5452df8abee9" providerId="ADAL" clId="{179DD676-7AFE-4630-B25A-48B6E62058D8}"/>
    <pc:docChg chg="addSld modSld">
      <pc:chgData name="Diego Fernando Montañez Herrera" userId="82695c21-d357-4296-ab2b-5452df8abee9" providerId="ADAL" clId="{179DD676-7AFE-4630-B25A-48B6E62058D8}" dt="2025-03-19T19:27:46.478" v="0"/>
      <pc:docMkLst>
        <pc:docMk/>
      </pc:docMkLst>
      <pc:sldChg chg="add">
        <pc:chgData name="Diego Fernando Montañez Herrera" userId="82695c21-d357-4296-ab2b-5452df8abee9" providerId="ADAL" clId="{179DD676-7AFE-4630-B25A-48B6E62058D8}" dt="2025-03-19T19:27:46.478" v="0"/>
        <pc:sldMkLst>
          <pc:docMk/>
          <pc:sldMk cId="2610253358" sldId="2147474555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9.xml"/><Relationship Id="rId2" Type="http://schemas.microsoft.com/office/2011/relationships/chartColorStyle" Target="colors9.xml"/><Relationship Id="rId1" Type="http://schemas.microsoft.com/office/2011/relationships/chartStyle" Target="style9.xml"/><Relationship Id="rId4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0.xml"/><Relationship Id="rId2" Type="http://schemas.microsoft.com/office/2011/relationships/chartColorStyle" Target="colors10.xml"/><Relationship Id="rId1" Type="http://schemas.microsoft.com/office/2011/relationships/chartStyle" Target="style10.xml"/><Relationship Id="rId4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1.xml"/><Relationship Id="rId2" Type="http://schemas.microsoft.com/office/2011/relationships/chartColorStyle" Target="colors11.xml"/><Relationship Id="rId1" Type="http://schemas.microsoft.com/office/2011/relationships/chartStyle" Target="style11.xml"/><Relationship Id="rId4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2.xml"/><Relationship Id="rId2" Type="http://schemas.microsoft.com/office/2011/relationships/chartColorStyle" Target="colors12.xml"/><Relationship Id="rId1" Type="http://schemas.microsoft.com/office/2011/relationships/chartStyle" Target="style12.xml"/><Relationship Id="rId4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3.xml"/><Relationship Id="rId2" Type="http://schemas.microsoft.com/office/2011/relationships/chartColorStyle" Target="colors13.xml"/><Relationship Id="rId1" Type="http://schemas.microsoft.com/office/2011/relationships/chartStyle" Target="style13.xml"/><Relationship Id="rId4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4.xml"/><Relationship Id="rId2" Type="http://schemas.microsoft.com/office/2011/relationships/chartColorStyle" Target="colors14.xml"/><Relationship Id="rId1" Type="http://schemas.microsoft.com/office/2011/relationships/chartStyle" Target="style14.xml"/><Relationship Id="rId4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5.xml"/><Relationship Id="rId2" Type="http://schemas.microsoft.com/office/2011/relationships/chartColorStyle" Target="colors15.xml"/><Relationship Id="rId1" Type="http://schemas.microsoft.com/office/2011/relationships/chartStyle" Target="style15.xml"/><Relationship Id="rId4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6.xml"/><Relationship Id="rId2" Type="http://schemas.microsoft.com/office/2011/relationships/chartColorStyle" Target="colors16.xml"/><Relationship Id="rId1" Type="http://schemas.microsoft.com/office/2011/relationships/chartStyle" Target="style16.xml"/><Relationship Id="rId4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7.xml"/><Relationship Id="rId2" Type="http://schemas.microsoft.com/office/2011/relationships/chartColorStyle" Target="colors17.xml"/><Relationship Id="rId1" Type="http://schemas.microsoft.com/office/2011/relationships/chartStyle" Target="style17.xml"/><Relationship Id="rId4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4.405954282988702E-2"/>
          <c:y val="8.9207286284860882E-2"/>
          <c:w val="0.93847709921106814"/>
          <c:h val="0.79360237312344528"/>
        </c:manualLayout>
      </c:layout>
      <c:lineChart>
        <c:grouping val="standard"/>
        <c:varyColors val="0"/>
        <c:ser>
          <c:idx val="0"/>
          <c:order val="0"/>
          <c:tx>
            <c:strRef>
              <c:f>Hoja4!$B$1</c:f>
              <c:strCache>
                <c:ptCount val="1"/>
                <c:pt idx="0">
                  <c:v>Tasa hipotecaria</c:v>
                </c:pt>
              </c:strCache>
            </c:strRef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Hoja4!$A$2:$A$267</c:f>
              <c:numCache>
                <c:formatCode>mmm\-yy</c:formatCode>
                <c:ptCount val="266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</c:numCache>
            </c:numRef>
          </c:cat>
          <c:val>
            <c:numRef>
              <c:f>Hoja4!$B$2:$B$267</c:f>
              <c:numCache>
                <c:formatCode>0.00</c:formatCode>
                <c:ptCount val="266"/>
                <c:pt idx="0">
                  <c:v>16.079999999999998</c:v>
                </c:pt>
                <c:pt idx="1">
                  <c:v>16.079999999999998</c:v>
                </c:pt>
                <c:pt idx="2">
                  <c:v>16.079999999999998</c:v>
                </c:pt>
                <c:pt idx="3">
                  <c:v>16.104144397392016</c:v>
                </c:pt>
                <c:pt idx="4">
                  <c:v>16.079999999999998</c:v>
                </c:pt>
                <c:pt idx="5">
                  <c:v>16.079999999999998</c:v>
                </c:pt>
                <c:pt idx="6">
                  <c:v>17.260235276324522</c:v>
                </c:pt>
                <c:pt idx="7">
                  <c:v>17.933305333504997</c:v>
                </c:pt>
                <c:pt idx="8">
                  <c:v>18.469016922865737</c:v>
                </c:pt>
                <c:pt idx="9">
                  <c:v>18.453615757849178</c:v>
                </c:pt>
                <c:pt idx="10">
                  <c:v>18.641672744928176</c:v>
                </c:pt>
                <c:pt idx="11">
                  <c:v>18.215724385324183</c:v>
                </c:pt>
                <c:pt idx="12">
                  <c:v>17.814153939138873</c:v>
                </c:pt>
                <c:pt idx="13">
                  <c:v>18.471943979707635</c:v>
                </c:pt>
                <c:pt idx="14">
                  <c:v>18.611066715174953</c:v>
                </c:pt>
                <c:pt idx="15">
                  <c:v>18.640693737657074</c:v>
                </c:pt>
                <c:pt idx="16">
                  <c:v>18.468372674339815</c:v>
                </c:pt>
                <c:pt idx="17">
                  <c:v>18.13264963704021</c:v>
                </c:pt>
                <c:pt idx="18">
                  <c:v>18.022353816106843</c:v>
                </c:pt>
                <c:pt idx="19">
                  <c:v>17.892285234085033</c:v>
                </c:pt>
                <c:pt idx="20">
                  <c:v>17.930397688973816</c:v>
                </c:pt>
                <c:pt idx="21">
                  <c:v>17.986830037248936</c:v>
                </c:pt>
                <c:pt idx="22">
                  <c:v>17.997888252400475</c:v>
                </c:pt>
                <c:pt idx="23">
                  <c:v>17.920891770820774</c:v>
                </c:pt>
                <c:pt idx="24">
                  <c:v>17.847895363089698</c:v>
                </c:pt>
                <c:pt idx="25">
                  <c:v>17.877808104570889</c:v>
                </c:pt>
                <c:pt idx="26">
                  <c:v>17.728207226768415</c:v>
                </c:pt>
                <c:pt idx="27">
                  <c:v>17.724688043307573</c:v>
                </c:pt>
                <c:pt idx="28">
                  <c:v>17.688731183186064</c:v>
                </c:pt>
                <c:pt idx="29">
                  <c:v>17.65884177142993</c:v>
                </c:pt>
                <c:pt idx="30">
                  <c:v>17.555249409120979</c:v>
                </c:pt>
                <c:pt idx="31">
                  <c:v>17.451809723518469</c:v>
                </c:pt>
                <c:pt idx="32">
                  <c:v>17.26097156397114</c:v>
                </c:pt>
                <c:pt idx="33">
                  <c:v>17.188118841751852</c:v>
                </c:pt>
                <c:pt idx="34">
                  <c:v>17.108435576159806</c:v>
                </c:pt>
                <c:pt idx="35">
                  <c:v>17.293173797744185</c:v>
                </c:pt>
                <c:pt idx="36">
                  <c:v>16.741554260712856</c:v>
                </c:pt>
                <c:pt idx="37">
                  <c:v>16.829108963516418</c:v>
                </c:pt>
                <c:pt idx="38">
                  <c:v>16.234463277735326</c:v>
                </c:pt>
                <c:pt idx="39">
                  <c:v>15.028767637373576</c:v>
                </c:pt>
                <c:pt idx="40">
                  <c:v>14.993011425923902</c:v>
                </c:pt>
                <c:pt idx="41">
                  <c:v>14.357510512893715</c:v>
                </c:pt>
                <c:pt idx="42">
                  <c:v>14.03982386221049</c:v>
                </c:pt>
                <c:pt idx="43">
                  <c:v>13.992481616023051</c:v>
                </c:pt>
                <c:pt idx="44">
                  <c:v>13.74179479648334</c:v>
                </c:pt>
                <c:pt idx="45">
                  <c:v>13.629071140272735</c:v>
                </c:pt>
                <c:pt idx="46">
                  <c:v>13.818367078642579</c:v>
                </c:pt>
                <c:pt idx="47">
                  <c:v>13.75676626262381</c:v>
                </c:pt>
                <c:pt idx="48">
                  <c:v>13.651274527616874</c:v>
                </c:pt>
                <c:pt idx="49">
                  <c:v>13.906293063311423</c:v>
                </c:pt>
                <c:pt idx="50">
                  <c:v>14.141961204215272</c:v>
                </c:pt>
                <c:pt idx="51">
                  <c:v>14.165371821427511</c:v>
                </c:pt>
                <c:pt idx="52">
                  <c:v>14.777089464250244</c:v>
                </c:pt>
                <c:pt idx="53">
                  <c:v>15.334355246408068</c:v>
                </c:pt>
                <c:pt idx="54">
                  <c:v>15.370732559805543</c:v>
                </c:pt>
                <c:pt idx="55">
                  <c:v>15.719587408436015</c:v>
                </c:pt>
                <c:pt idx="56">
                  <c:v>15.618470634532173</c:v>
                </c:pt>
                <c:pt idx="57">
                  <c:v>15.5306763743292</c:v>
                </c:pt>
                <c:pt idx="58">
                  <c:v>15.733745190320114</c:v>
                </c:pt>
                <c:pt idx="59">
                  <c:v>15.817684395510634</c:v>
                </c:pt>
                <c:pt idx="60">
                  <c:v>15.929149179440106</c:v>
                </c:pt>
                <c:pt idx="61">
                  <c:v>16.166250576374459</c:v>
                </c:pt>
                <c:pt idx="62">
                  <c:v>16.210368259826708</c:v>
                </c:pt>
                <c:pt idx="63">
                  <c:v>16.338792797298982</c:v>
                </c:pt>
                <c:pt idx="64">
                  <c:v>16.499358599982603</c:v>
                </c:pt>
                <c:pt idx="65">
                  <c:v>16.417560704276752</c:v>
                </c:pt>
                <c:pt idx="66">
                  <c:v>16.445804783967695</c:v>
                </c:pt>
                <c:pt idx="67">
                  <c:v>16.841089228335594</c:v>
                </c:pt>
                <c:pt idx="68">
                  <c:v>16.95498729928314</c:v>
                </c:pt>
                <c:pt idx="69">
                  <c:v>17.01109172924394</c:v>
                </c:pt>
                <c:pt idx="70">
                  <c:v>17.046197738607997</c:v>
                </c:pt>
                <c:pt idx="71">
                  <c:v>17.173959448796094</c:v>
                </c:pt>
                <c:pt idx="72">
                  <c:v>17.147083705634063</c:v>
                </c:pt>
                <c:pt idx="73">
                  <c:v>16.773059381304812</c:v>
                </c:pt>
                <c:pt idx="74">
                  <c:v>16.38629825994483</c:v>
                </c:pt>
                <c:pt idx="75">
                  <c:v>16.313775065914545</c:v>
                </c:pt>
                <c:pt idx="76">
                  <c:v>15.734708401831872</c:v>
                </c:pt>
                <c:pt idx="77">
                  <c:v>15.039509208749676</c:v>
                </c:pt>
                <c:pt idx="78">
                  <c:v>14.78698206785449</c:v>
                </c:pt>
                <c:pt idx="79">
                  <c:v>14.511392383421521</c:v>
                </c:pt>
                <c:pt idx="80">
                  <c:v>14.390873809590197</c:v>
                </c:pt>
                <c:pt idx="81">
                  <c:v>14.213587297251957</c:v>
                </c:pt>
                <c:pt idx="82">
                  <c:v>14.147488170614897</c:v>
                </c:pt>
                <c:pt idx="83">
                  <c:v>13.825806764896047</c:v>
                </c:pt>
                <c:pt idx="84">
                  <c:v>13.452908113122895</c:v>
                </c:pt>
                <c:pt idx="85">
                  <c:v>13.408794914976051</c:v>
                </c:pt>
                <c:pt idx="86">
                  <c:v>13.39230463661001</c:v>
                </c:pt>
                <c:pt idx="87">
                  <c:v>13.303471062640497</c:v>
                </c:pt>
                <c:pt idx="88">
                  <c:v>13.142274789103558</c:v>
                </c:pt>
                <c:pt idx="89">
                  <c:v>12.876660177280005</c:v>
                </c:pt>
                <c:pt idx="90">
                  <c:v>12.935424641834725</c:v>
                </c:pt>
                <c:pt idx="91">
                  <c:v>12.91839091098975</c:v>
                </c:pt>
                <c:pt idx="92">
                  <c:v>12.856319330816797</c:v>
                </c:pt>
                <c:pt idx="93">
                  <c:v>12.79522605643368</c:v>
                </c:pt>
                <c:pt idx="94">
                  <c:v>12.761016004936121</c:v>
                </c:pt>
                <c:pt idx="95">
                  <c:v>12.887136528159658</c:v>
                </c:pt>
                <c:pt idx="96">
                  <c:v>12.864318791733485</c:v>
                </c:pt>
                <c:pt idx="97">
                  <c:v>12.890203757881839</c:v>
                </c:pt>
                <c:pt idx="98">
                  <c:v>12.974745274488427</c:v>
                </c:pt>
                <c:pt idx="99">
                  <c:v>12.86360328964216</c:v>
                </c:pt>
                <c:pt idx="100">
                  <c:v>12.747666179625389</c:v>
                </c:pt>
                <c:pt idx="101">
                  <c:v>12.765102304189945</c:v>
                </c:pt>
                <c:pt idx="102">
                  <c:v>13.048759140111567</c:v>
                </c:pt>
                <c:pt idx="103">
                  <c:v>13.043870106906775</c:v>
                </c:pt>
                <c:pt idx="104">
                  <c:v>13.273874432371564</c:v>
                </c:pt>
                <c:pt idx="105">
                  <c:v>13.350826171360014</c:v>
                </c:pt>
                <c:pt idx="106">
                  <c:v>13.245950101857366</c:v>
                </c:pt>
                <c:pt idx="107">
                  <c:v>13.027609381773891</c:v>
                </c:pt>
                <c:pt idx="108">
                  <c:v>13.46447077376412</c:v>
                </c:pt>
                <c:pt idx="109">
                  <c:v>13.49867854097314</c:v>
                </c:pt>
                <c:pt idx="110">
                  <c:v>13.505703261023568</c:v>
                </c:pt>
                <c:pt idx="111">
                  <c:v>13.445047727446381</c:v>
                </c:pt>
                <c:pt idx="112">
                  <c:v>13.437791500407394</c:v>
                </c:pt>
                <c:pt idx="113">
                  <c:v>13.212525027227581</c:v>
                </c:pt>
                <c:pt idx="114">
                  <c:v>13.087226100322637</c:v>
                </c:pt>
                <c:pt idx="115">
                  <c:v>13.328410637388821</c:v>
                </c:pt>
                <c:pt idx="116">
                  <c:v>13.257718773683131</c:v>
                </c:pt>
                <c:pt idx="117">
                  <c:v>13.113156723163975</c:v>
                </c:pt>
                <c:pt idx="118">
                  <c:v>12.97955310372463</c:v>
                </c:pt>
                <c:pt idx="119">
                  <c:v>12.909560080525404</c:v>
                </c:pt>
                <c:pt idx="120">
                  <c:v>12.692741458126614</c:v>
                </c:pt>
                <c:pt idx="121">
                  <c:v>12.647485314732089</c:v>
                </c:pt>
                <c:pt idx="122">
                  <c:v>12.320355279235162</c:v>
                </c:pt>
                <c:pt idx="123">
                  <c:v>12.054285044885994</c:v>
                </c:pt>
                <c:pt idx="124">
                  <c:v>11.309890630393278</c:v>
                </c:pt>
                <c:pt idx="125">
                  <c:v>11.092617408409494</c:v>
                </c:pt>
                <c:pt idx="126">
                  <c:v>11.151148896586717</c:v>
                </c:pt>
                <c:pt idx="127">
                  <c:v>11.207757746416895</c:v>
                </c:pt>
                <c:pt idx="128">
                  <c:v>11.242413374769587</c:v>
                </c:pt>
                <c:pt idx="129">
                  <c:v>11.267900078072046</c:v>
                </c:pt>
                <c:pt idx="130">
                  <c:v>11.228611069512388</c:v>
                </c:pt>
                <c:pt idx="131">
                  <c:v>11.25028908247336</c:v>
                </c:pt>
                <c:pt idx="132">
                  <c:v>11.345918907356392</c:v>
                </c:pt>
                <c:pt idx="133">
                  <c:v>11.372309834570345</c:v>
                </c:pt>
                <c:pt idx="134">
                  <c:v>11.405376005561275</c:v>
                </c:pt>
                <c:pt idx="135">
                  <c:v>11.491057809624376</c:v>
                </c:pt>
                <c:pt idx="136">
                  <c:v>11.518479862473955</c:v>
                </c:pt>
                <c:pt idx="137">
                  <c:v>11.605430043304859</c:v>
                </c:pt>
                <c:pt idx="138">
                  <c:v>11.612013559319911</c:v>
                </c:pt>
                <c:pt idx="139">
                  <c:v>11.64481515657179</c:v>
                </c:pt>
                <c:pt idx="140">
                  <c:v>11.423320944066539</c:v>
                </c:pt>
                <c:pt idx="141">
                  <c:v>11.471143524720963</c:v>
                </c:pt>
                <c:pt idx="142">
                  <c:v>11.391925632196303</c:v>
                </c:pt>
                <c:pt idx="143">
                  <c:v>11.355926220456968</c:v>
                </c:pt>
                <c:pt idx="144">
                  <c:v>11.31715211688314</c:v>
                </c:pt>
                <c:pt idx="145">
                  <c:v>11.386001615094056</c:v>
                </c:pt>
                <c:pt idx="146">
                  <c:v>11.360139280255861</c:v>
                </c:pt>
                <c:pt idx="147">
                  <c:v>11.332172430994975</c:v>
                </c:pt>
                <c:pt idx="148">
                  <c:v>11.394762705227503</c:v>
                </c:pt>
                <c:pt idx="149">
                  <c:v>11.345824973834992</c:v>
                </c:pt>
                <c:pt idx="150">
                  <c:v>11.224444593702898</c:v>
                </c:pt>
                <c:pt idx="151">
                  <c:v>11.192942973969901</c:v>
                </c:pt>
                <c:pt idx="152">
                  <c:v>11.154153151201269</c:v>
                </c:pt>
                <c:pt idx="153">
                  <c:v>11.281065630073954</c:v>
                </c:pt>
                <c:pt idx="154">
                  <c:v>11.466747683139911</c:v>
                </c:pt>
                <c:pt idx="155">
                  <c:v>11.535875495104635</c:v>
                </c:pt>
                <c:pt idx="156">
                  <c:v>11.757965792193213</c:v>
                </c:pt>
                <c:pt idx="157">
                  <c:v>11.92835504974008</c:v>
                </c:pt>
                <c:pt idx="158">
                  <c:v>12.031153072993096</c:v>
                </c:pt>
                <c:pt idx="159">
                  <c:v>12.201968512740644</c:v>
                </c:pt>
                <c:pt idx="160">
                  <c:v>12.360289539038412</c:v>
                </c:pt>
                <c:pt idx="161">
                  <c:v>12.41875842737803</c:v>
                </c:pt>
                <c:pt idx="162">
                  <c:v>12.477035445144828</c:v>
                </c:pt>
                <c:pt idx="163">
                  <c:v>12.499046753555019</c:v>
                </c:pt>
                <c:pt idx="164">
                  <c:v>12.554309451192363</c:v>
                </c:pt>
                <c:pt idx="165">
                  <c:v>12.53223711077821</c:v>
                </c:pt>
                <c:pt idx="166">
                  <c:v>12.601103984761957</c:v>
                </c:pt>
                <c:pt idx="167">
                  <c:v>12.594004101042669</c:v>
                </c:pt>
                <c:pt idx="168">
                  <c:v>12.49239318353894</c:v>
                </c:pt>
                <c:pt idx="169">
                  <c:v>12.558867050673868</c:v>
                </c:pt>
                <c:pt idx="170">
                  <c:v>12.520782885093311</c:v>
                </c:pt>
                <c:pt idx="171">
                  <c:v>12.479277954630854</c:v>
                </c:pt>
                <c:pt idx="172">
                  <c:v>12.506049066510181</c:v>
                </c:pt>
                <c:pt idx="173">
                  <c:v>12.18220643612028</c:v>
                </c:pt>
                <c:pt idx="174">
                  <c:v>11.804242332903748</c:v>
                </c:pt>
                <c:pt idx="175">
                  <c:v>11.584144231899819</c:v>
                </c:pt>
                <c:pt idx="176">
                  <c:v>11.406939370262199</c:v>
                </c:pt>
                <c:pt idx="177">
                  <c:v>11.28453799530349</c:v>
                </c:pt>
                <c:pt idx="178">
                  <c:v>11.267047590616766</c:v>
                </c:pt>
                <c:pt idx="179">
                  <c:v>11.20335655825188</c:v>
                </c:pt>
                <c:pt idx="180">
                  <c:v>11.09687059155277</c:v>
                </c:pt>
                <c:pt idx="181">
                  <c:v>11.194013927538668</c:v>
                </c:pt>
                <c:pt idx="182">
                  <c:v>11.125872330627717</c:v>
                </c:pt>
                <c:pt idx="183">
                  <c:v>11.077145614810231</c:v>
                </c:pt>
                <c:pt idx="184">
                  <c:v>11.04492896204931</c:v>
                </c:pt>
                <c:pt idx="185">
                  <c:v>10.981570276163071</c:v>
                </c:pt>
                <c:pt idx="186">
                  <c:v>10.989785583489615</c:v>
                </c:pt>
                <c:pt idx="187">
                  <c:v>10.942467519065813</c:v>
                </c:pt>
                <c:pt idx="188">
                  <c:v>10.942743754149893</c:v>
                </c:pt>
                <c:pt idx="189">
                  <c:v>10.946347757213639</c:v>
                </c:pt>
                <c:pt idx="190">
                  <c:v>10.929802939930491</c:v>
                </c:pt>
                <c:pt idx="191">
                  <c:v>10.835953689907457</c:v>
                </c:pt>
                <c:pt idx="192">
                  <c:v>10.878799230302514</c:v>
                </c:pt>
                <c:pt idx="193">
                  <c:v>10.890941976912041</c:v>
                </c:pt>
                <c:pt idx="194">
                  <c:v>10.852410588398081</c:v>
                </c:pt>
                <c:pt idx="195">
                  <c:v>10.83964655338146</c:v>
                </c:pt>
                <c:pt idx="196">
                  <c:v>10.883416499228149</c:v>
                </c:pt>
                <c:pt idx="197">
                  <c:v>10.874351868047347</c:v>
                </c:pt>
                <c:pt idx="198">
                  <c:v>10.8423935856698</c:v>
                </c:pt>
                <c:pt idx="199">
                  <c:v>10.796845444611833</c:v>
                </c:pt>
                <c:pt idx="200">
                  <c:v>10.772101285786302</c:v>
                </c:pt>
                <c:pt idx="201">
                  <c:v>10.736022615109693</c:v>
                </c:pt>
                <c:pt idx="202">
                  <c:v>10.735839693199177</c:v>
                </c:pt>
                <c:pt idx="203">
                  <c:v>10.712507816544917</c:v>
                </c:pt>
                <c:pt idx="204">
                  <c:v>10.753093353928607</c:v>
                </c:pt>
                <c:pt idx="205">
                  <c:v>10.86654225857335</c:v>
                </c:pt>
                <c:pt idx="206">
                  <c:v>10.846829525330072</c:v>
                </c:pt>
                <c:pt idx="207">
                  <c:v>10.790978298623658</c:v>
                </c:pt>
                <c:pt idx="208">
                  <c:v>10.830149215254382</c:v>
                </c:pt>
                <c:pt idx="209">
                  <c:v>10.848658566054027</c:v>
                </c:pt>
                <c:pt idx="210">
                  <c:v>10.844911004599505</c:v>
                </c:pt>
                <c:pt idx="211">
                  <c:v>10.835299638227532</c:v>
                </c:pt>
                <c:pt idx="212">
                  <c:v>10.627776198069471</c:v>
                </c:pt>
                <c:pt idx="213">
                  <c:v>10.483076833513879</c:v>
                </c:pt>
                <c:pt idx="214">
                  <c:v>10.35460605568238</c:v>
                </c:pt>
                <c:pt idx="215">
                  <c:v>10.205427166307761</c:v>
                </c:pt>
                <c:pt idx="216">
                  <c:v>10.147483450474009</c:v>
                </c:pt>
                <c:pt idx="217">
                  <c:v>9.8963107357354314</c:v>
                </c:pt>
                <c:pt idx="218">
                  <c:v>9.6915901949943546</c:v>
                </c:pt>
                <c:pt idx="219">
                  <c:v>9.6721488135327043</c:v>
                </c:pt>
                <c:pt idx="220">
                  <c:v>9.5758814522489093</c:v>
                </c:pt>
                <c:pt idx="221">
                  <c:v>9.5013064119549338</c:v>
                </c:pt>
                <c:pt idx="222">
                  <c:v>9.50435611280699</c:v>
                </c:pt>
                <c:pt idx="223">
                  <c:v>9.5193621117592766</c:v>
                </c:pt>
                <c:pt idx="224">
                  <c:v>9.5327052374601386</c:v>
                </c:pt>
                <c:pt idx="225">
                  <c:v>9.5556591006850997</c:v>
                </c:pt>
                <c:pt idx="226">
                  <c:v>9.776215345773597</c:v>
                </c:pt>
                <c:pt idx="227">
                  <c:v>9.8854125557636205</c:v>
                </c:pt>
                <c:pt idx="228">
                  <c:v>9.8642240247302357</c:v>
                </c:pt>
                <c:pt idx="229">
                  <c:v>10.056480523102813</c:v>
                </c:pt>
                <c:pt idx="230">
                  <c:v>10.544530338386235</c:v>
                </c:pt>
                <c:pt idx="231">
                  <c:v>11.083613096068436</c:v>
                </c:pt>
                <c:pt idx="232">
                  <c:v>11.633826069663098</c:v>
                </c:pt>
                <c:pt idx="233">
                  <c:v>12.015951096163384</c:v>
                </c:pt>
                <c:pt idx="234">
                  <c:v>12.477878985230477</c:v>
                </c:pt>
                <c:pt idx="235">
                  <c:v>13.454787086802378</c:v>
                </c:pt>
                <c:pt idx="236">
                  <c:v>14.499437225107306</c:v>
                </c:pt>
                <c:pt idx="237">
                  <c:v>15.380446542783361</c:v>
                </c:pt>
                <c:pt idx="238">
                  <c:v>15.836016784885668</c:v>
                </c:pt>
                <c:pt idx="239">
                  <c:v>16.504355900754437</c:v>
                </c:pt>
                <c:pt idx="240">
                  <c:v>17.031155818229291</c:v>
                </c:pt>
                <c:pt idx="241">
                  <c:v>17.482016405933305</c:v>
                </c:pt>
                <c:pt idx="242">
                  <c:v>17.232067473008648</c:v>
                </c:pt>
                <c:pt idx="243">
                  <c:v>17.017993014314854</c:v>
                </c:pt>
                <c:pt idx="244">
                  <c:v>16.613742749107008</c:v>
                </c:pt>
                <c:pt idx="245">
                  <c:v>16.571263074925856</c:v>
                </c:pt>
                <c:pt idx="246">
                  <c:v>16.403217561004578</c:v>
                </c:pt>
                <c:pt idx="247">
                  <c:v>16.308048190160807</c:v>
                </c:pt>
                <c:pt idx="248">
                  <c:v>16.126865061761883</c:v>
                </c:pt>
                <c:pt idx="249">
                  <c:v>16.100747447231512</c:v>
                </c:pt>
                <c:pt idx="250">
                  <c:v>15.94932871109418</c:v>
                </c:pt>
                <c:pt idx="251">
                  <c:v>15.864264405625864</c:v>
                </c:pt>
                <c:pt idx="252">
                  <c:v>15.836348050953958</c:v>
                </c:pt>
                <c:pt idx="253">
                  <c:v>15.591457826637257</c:v>
                </c:pt>
                <c:pt idx="254">
                  <c:v>15.010384148913918</c:v>
                </c:pt>
                <c:pt idx="255">
                  <c:v>14.55537584464455</c:v>
                </c:pt>
                <c:pt idx="256">
                  <c:v>14.18219202921528</c:v>
                </c:pt>
                <c:pt idx="257">
                  <c:v>14.049295609795358</c:v>
                </c:pt>
                <c:pt idx="258">
                  <c:v>13.130397791755213</c:v>
                </c:pt>
                <c:pt idx="259">
                  <c:v>12.126034035718922</c:v>
                </c:pt>
                <c:pt idx="260">
                  <c:v>11.723006697690087</c:v>
                </c:pt>
                <c:pt idx="261">
                  <c:v>11.547772352688076</c:v>
                </c:pt>
                <c:pt idx="262">
                  <c:v>11.452470165403088</c:v>
                </c:pt>
                <c:pt idx="263">
                  <c:v>11.271361661400306</c:v>
                </c:pt>
                <c:pt idx="264">
                  <c:v>11.24</c:v>
                </c:pt>
                <c:pt idx="265" formatCode="General">
                  <c:v>11.38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6BF-4DB6-9AA7-BB8F567664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19532352"/>
        <c:axId val="519519392"/>
        <c:extLst>
          <c:ext xmlns:c15="http://schemas.microsoft.com/office/drawing/2012/chart" uri="{02D57815-91ED-43cb-92C2-25804820EDAC}">
            <c15:filteredLine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Hoja4!$C$1</c15:sqref>
                        </c15:formulaRef>
                      </c:ext>
                    </c:extLst>
                    <c:strCache>
                      <c:ptCount val="1"/>
                      <c:pt idx="0">
                        <c:v>Tasa (%) 1 año</c:v>
                      </c:pt>
                    </c:strCache>
                  </c:strRef>
                </c:tx>
                <c:spPr>
                  <a:ln w="28575" cap="rnd">
                    <a:solidFill>
                      <a:schemeClr val="accent2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Hoja4!$A$2:$A$267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Hoja4!$C$2:$C$267</c15:sqref>
                        </c15:formulaRef>
                      </c:ext>
                    </c:extLst>
                    <c:numCache>
                      <c:formatCode>General</c:formatCode>
                      <c:ptCount val="266"/>
                      <c:pt idx="0">
                        <c:v>10.316639344603299</c:v>
                      </c:pt>
                      <c:pt idx="1">
                        <c:v>10.8504968548464</c:v>
                      </c:pt>
                      <c:pt idx="2">
                        <c:v>10.1079138619251</c:v>
                      </c:pt>
                      <c:pt idx="3">
                        <c:v>10.2736102635576</c:v>
                      </c:pt>
                      <c:pt idx="4">
                        <c:v>10.1202828467567</c:v>
                      </c:pt>
                      <c:pt idx="5">
                        <c:v>10.2096321629583</c:v>
                      </c:pt>
                      <c:pt idx="6">
                        <c:v>9.9599105104903405</c:v>
                      </c:pt>
                      <c:pt idx="7">
                        <c:v>9.6751862196050897</c:v>
                      </c:pt>
                      <c:pt idx="8">
                        <c:v>9.9321060657194007</c:v>
                      </c:pt>
                      <c:pt idx="9">
                        <c:v>9.9429293737000606</c:v>
                      </c:pt>
                      <c:pt idx="10">
                        <c:v>9.8243630830134805</c:v>
                      </c:pt>
                      <c:pt idx="11">
                        <c:v>10.258733483488999</c:v>
                      </c:pt>
                      <c:pt idx="12">
                        <c:v>10.154343175786099</c:v>
                      </c:pt>
                      <c:pt idx="13">
                        <c:v>8.9711286077704901</c:v>
                      </c:pt>
                      <c:pt idx="14">
                        <c:v>8.9451257684640098</c:v>
                      </c:pt>
                      <c:pt idx="15">
                        <c:v>10.707772838787999</c:v>
                      </c:pt>
                      <c:pt idx="16">
                        <c:v>9.2888935639797801</c:v>
                      </c:pt>
                      <c:pt idx="17">
                        <c:v>9.9462848518585893</c:v>
                      </c:pt>
                      <c:pt idx="18">
                        <c:v>9.7291062637962806</c:v>
                      </c:pt>
                      <c:pt idx="19">
                        <c:v>9.0965168965085397</c:v>
                      </c:pt>
                      <c:pt idx="20">
                        <c:v>8.9642513433130908</c:v>
                      </c:pt>
                      <c:pt idx="21">
                        <c:v>9.0767804905262697</c:v>
                      </c:pt>
                      <c:pt idx="22">
                        <c:v>8.6793706806956408</c:v>
                      </c:pt>
                      <c:pt idx="23">
                        <c:v>8.4523691116023798</c:v>
                      </c:pt>
                      <c:pt idx="24">
                        <c:v>7.6522196127375803</c:v>
                      </c:pt>
                      <c:pt idx="25">
                        <c:v>7.7383824808693298</c:v>
                      </c:pt>
                      <c:pt idx="26">
                        <c:v>7.71809675798018</c:v>
                      </c:pt>
                      <c:pt idx="27">
                        <c:v>7.41532226632342</c:v>
                      </c:pt>
                      <c:pt idx="28">
                        <c:v>7.3224614677905802</c:v>
                      </c:pt>
                      <c:pt idx="29">
                        <c:v>7.0700284756354499</c:v>
                      </c:pt>
                      <c:pt idx="30">
                        <c:v>7.1074658664075798</c:v>
                      </c:pt>
                      <c:pt idx="31">
                        <c:v>7.1251748267353001</c:v>
                      </c:pt>
                      <c:pt idx="32">
                        <c:v>5.85374471645203</c:v>
                      </c:pt>
                      <c:pt idx="33">
                        <c:v>6.2727357133976902</c:v>
                      </c:pt>
                      <c:pt idx="34">
                        <c:v>5.5958882465866902</c:v>
                      </c:pt>
                      <c:pt idx="35">
                        <c:v>6.11394991412421</c:v>
                      </c:pt>
                      <c:pt idx="36">
                        <c:v>6.0945657013719403</c:v>
                      </c:pt>
                      <c:pt idx="37">
                        <c:v>6.0361611891117501</c:v>
                      </c:pt>
                      <c:pt idx="38">
                        <c:v>6.2409576446101704</c:v>
                      </c:pt>
                      <c:pt idx="39">
                        <c:v>6.4524067649261596</c:v>
                      </c:pt>
                      <c:pt idx="40">
                        <c:v>8.1698206645039395</c:v>
                      </c:pt>
                      <c:pt idx="41">
                        <c:v>8.34460200322148</c:v>
                      </c:pt>
                      <c:pt idx="42">
                        <c:v>7.9057085579836199</c:v>
                      </c:pt>
                      <c:pt idx="43">
                        <c:v>8.2346987568419703</c:v>
                      </c:pt>
                      <c:pt idx="44">
                        <c:v>8.2203883613480198</c:v>
                      </c:pt>
                      <c:pt idx="45">
                        <c:v>8.0633284566895203</c:v>
                      </c:pt>
                      <c:pt idx="46">
                        <c:v>7.9294567959924702</c:v>
                      </c:pt>
                      <c:pt idx="47">
                        <c:v>7.9324662516766304</c:v>
                      </c:pt>
                      <c:pt idx="48">
                        <c:v>8.38339356191638</c:v>
                      </c:pt>
                      <c:pt idx="49">
                        <c:v>8.8216281555856906</c:v>
                      </c:pt>
                      <c:pt idx="50">
                        <c:v>8.7825700423075794</c:v>
                      </c:pt>
                      <c:pt idx="51">
                        <c:v>9.14819249812812</c:v>
                      </c:pt>
                      <c:pt idx="52">
                        <c:v>9.1591453391699904</c:v>
                      </c:pt>
                      <c:pt idx="53">
                        <c:v>9.4840458766047995</c:v>
                      </c:pt>
                      <c:pt idx="54">
                        <c:v>9.5578072234053799</c:v>
                      </c:pt>
                      <c:pt idx="55">
                        <c:v>9.8334745120481593</c:v>
                      </c:pt>
                      <c:pt idx="56">
                        <c:v>9.5813247162159794</c:v>
                      </c:pt>
                      <c:pt idx="57">
                        <c:v>9.55250960396185</c:v>
                      </c:pt>
                      <c:pt idx="58">
                        <c:v>9.4672880719102306</c:v>
                      </c:pt>
                      <c:pt idx="59">
                        <c:v>9.8707212453187498</c:v>
                      </c:pt>
                      <c:pt idx="60">
                        <c:v>10.1985907328976</c:v>
                      </c:pt>
                      <c:pt idx="61">
                        <c:v>10.5131667852945</c:v>
                      </c:pt>
                      <c:pt idx="62">
                        <c:v>10.632756146695501</c:v>
                      </c:pt>
                      <c:pt idx="63">
                        <c:v>10.401110897279301</c:v>
                      </c:pt>
                      <c:pt idx="64">
                        <c:v>10.6760952108814</c:v>
                      </c:pt>
                      <c:pt idx="65">
                        <c:v>10.8685803658277</c:v>
                      </c:pt>
                      <c:pt idx="66">
                        <c:v>10.8525286461399</c:v>
                      </c:pt>
                      <c:pt idx="67">
                        <c:v>10.2165272603003</c:v>
                      </c:pt>
                      <c:pt idx="68">
                        <c:v>10.3118422529949</c:v>
                      </c:pt>
                      <c:pt idx="69">
                        <c:v>10.398282670373399</c:v>
                      </c:pt>
                      <c:pt idx="70">
                        <c:v>9.9010925392156395</c:v>
                      </c:pt>
                      <c:pt idx="71">
                        <c:v>9.4376817723987596</c:v>
                      </c:pt>
                      <c:pt idx="72">
                        <c:v>9.0338155042020496</c:v>
                      </c:pt>
                      <c:pt idx="73">
                        <c:v>8.5281584767934593</c:v>
                      </c:pt>
                      <c:pt idx="74">
                        <c:v>7.06603276016987</c:v>
                      </c:pt>
                      <c:pt idx="75">
                        <c:v>6.30724143007102</c:v>
                      </c:pt>
                      <c:pt idx="76">
                        <c:v>5.9229456944774403</c:v>
                      </c:pt>
                      <c:pt idx="77">
                        <c:v>5.5632445005026199</c:v>
                      </c:pt>
                      <c:pt idx="78">
                        <c:v>4.8020430876521498</c:v>
                      </c:pt>
                      <c:pt idx="79">
                        <c:v>4.8420810045815399</c:v>
                      </c:pt>
                      <c:pt idx="80">
                        <c:v>4.66782678705541</c:v>
                      </c:pt>
                      <c:pt idx="81">
                        <c:v>4.63068754182967</c:v>
                      </c:pt>
                      <c:pt idx="82">
                        <c:v>3.7599187122252902</c:v>
                      </c:pt>
                      <c:pt idx="83">
                        <c:v>4.0669293428292796</c:v>
                      </c:pt>
                      <c:pt idx="84">
                        <c:v>4.7010781381626803</c:v>
                      </c:pt>
                      <c:pt idx="85">
                        <c:v>4.1339882483064896</c:v>
                      </c:pt>
                      <c:pt idx="86">
                        <c:v>4.4350076439433703</c:v>
                      </c:pt>
                      <c:pt idx="87">
                        <c:v>4.4062798728956203</c:v>
                      </c:pt>
                      <c:pt idx="88">
                        <c:v>3.9969101297191099</c:v>
                      </c:pt>
                      <c:pt idx="89">
                        <c:v>3.9944187632731998</c:v>
                      </c:pt>
                      <c:pt idx="90">
                        <c:v>3.9593722842593002</c:v>
                      </c:pt>
                      <c:pt idx="91">
                        <c:v>3.8529793870804498</c:v>
                      </c:pt>
                      <c:pt idx="92">
                        <c:v>3.9952277297315502</c:v>
                      </c:pt>
                      <c:pt idx="93">
                        <c:v>3.8998688732839399</c:v>
                      </c:pt>
                      <c:pt idx="94">
                        <c:v>3.89335783258811</c:v>
                      </c:pt>
                      <c:pt idx="95">
                        <c:v>4.3759690246439096</c:v>
                      </c:pt>
                      <c:pt idx="96">
                        <c:v>4.3798377501578702</c:v>
                      </c:pt>
                      <c:pt idx="97">
                        <c:v>4.97347292836933</c:v>
                      </c:pt>
                      <c:pt idx="98">
                        <c:v>4.87369830815895</c:v>
                      </c:pt>
                      <c:pt idx="99">
                        <c:v>4.9686600041779796</c:v>
                      </c:pt>
                      <c:pt idx="100">
                        <c:v>5.1734886886269598</c:v>
                      </c:pt>
                      <c:pt idx="101">
                        <c:v>5.1980711677035796</c:v>
                      </c:pt>
                      <c:pt idx="102">
                        <c:v>5.2784787695544004</c:v>
                      </c:pt>
                      <c:pt idx="103">
                        <c:v>5.2858347369254304</c:v>
                      </c:pt>
                      <c:pt idx="104">
                        <c:v>5.1646288592010796</c:v>
                      </c:pt>
                      <c:pt idx="105">
                        <c:v>5.55943828789054</c:v>
                      </c:pt>
                      <c:pt idx="106">
                        <c:v>5.6584687962659999</c:v>
                      </c:pt>
                      <c:pt idx="107">
                        <c:v>5.5800592050290403</c:v>
                      </c:pt>
                      <c:pt idx="108">
                        <c:v>5.6286475366588</c:v>
                      </c:pt>
                      <c:pt idx="109">
                        <c:v>5.7219609876812401</c:v>
                      </c:pt>
                      <c:pt idx="110">
                        <c:v>5.5527865283884399</c:v>
                      </c:pt>
                      <c:pt idx="111">
                        <c:v>5.4797589554811603</c:v>
                      </c:pt>
                      <c:pt idx="112">
                        <c:v>5.4930814980852798</c:v>
                      </c:pt>
                      <c:pt idx="113">
                        <c:v>5.4729599122207304</c:v>
                      </c:pt>
                      <c:pt idx="114">
                        <c:v>5.27474834985449</c:v>
                      </c:pt>
                      <c:pt idx="115">
                        <c:v>4.8311441291362902</c:v>
                      </c:pt>
                      <c:pt idx="116">
                        <c:v>4.7727467540346202</c:v>
                      </c:pt>
                      <c:pt idx="117">
                        <c:v>4.8614194604475296</c:v>
                      </c:pt>
                      <c:pt idx="118">
                        <c:v>4.9210764553511899</c:v>
                      </c:pt>
                      <c:pt idx="119">
                        <c:v>4.3938221173989902</c:v>
                      </c:pt>
                      <c:pt idx="120">
                        <c:v>4.2496484264608698</c:v>
                      </c:pt>
                      <c:pt idx="121">
                        <c:v>4.03994668006513</c:v>
                      </c:pt>
                      <c:pt idx="122">
                        <c:v>3.5824178239112698</c:v>
                      </c:pt>
                      <c:pt idx="123">
                        <c:v>3.6858897892265601</c:v>
                      </c:pt>
                      <c:pt idx="124">
                        <c:v>3.9794062820647498</c:v>
                      </c:pt>
                      <c:pt idx="125">
                        <c:v>4.3276913204051404</c:v>
                      </c:pt>
                      <c:pt idx="126">
                        <c:v>4.2912231074587499</c:v>
                      </c:pt>
                      <c:pt idx="127">
                        <c:v>4.5483787740406898</c:v>
                      </c:pt>
                      <c:pt idx="128">
                        <c:v>4.2587805880833098</c:v>
                      </c:pt>
                      <c:pt idx="129">
                        <c:v>4.1712850717400896</c:v>
                      </c:pt>
                      <c:pt idx="130">
                        <c:v>4.1886075117106296</c:v>
                      </c:pt>
                      <c:pt idx="131">
                        <c:v>4.1951807202615097</c:v>
                      </c:pt>
                      <c:pt idx="132">
                        <c:v>4.3533777850042101</c:v>
                      </c:pt>
                      <c:pt idx="133">
                        <c:v>4.2588233676125498</c:v>
                      </c:pt>
                      <c:pt idx="134">
                        <c:v>4.1452406252938099</c:v>
                      </c:pt>
                      <c:pt idx="135">
                        <c:v>4.3568076854331803</c:v>
                      </c:pt>
                      <c:pt idx="136">
                        <c:v>4.5310541842808201</c:v>
                      </c:pt>
                      <c:pt idx="137">
                        <c:v>4.7008045296651897</c:v>
                      </c:pt>
                      <c:pt idx="138">
                        <c:v>4.77014952523235</c:v>
                      </c:pt>
                      <c:pt idx="139">
                        <c:v>4.8110358854797797</c:v>
                      </c:pt>
                      <c:pt idx="140">
                        <c:v>4.8675185599314199</c:v>
                      </c:pt>
                      <c:pt idx="141">
                        <c:v>4.8130393167786902</c:v>
                      </c:pt>
                      <c:pt idx="142">
                        <c:v>4.64840302268634</c:v>
                      </c:pt>
                      <c:pt idx="143">
                        <c:v>4.9357013315634104</c:v>
                      </c:pt>
                      <c:pt idx="144">
                        <c:v>4.5195273468787196</c:v>
                      </c:pt>
                      <c:pt idx="145">
                        <c:v>4.5430719372573698</c:v>
                      </c:pt>
                      <c:pt idx="146">
                        <c:v>4.8440543071013096</c:v>
                      </c:pt>
                      <c:pt idx="147">
                        <c:v>4.6955490531922202</c:v>
                      </c:pt>
                      <c:pt idx="148">
                        <c:v>4.6755455956628102</c:v>
                      </c:pt>
                      <c:pt idx="149">
                        <c:v>4.6060076729334201</c:v>
                      </c:pt>
                      <c:pt idx="150">
                        <c:v>4.6352279246356698</c:v>
                      </c:pt>
                      <c:pt idx="151">
                        <c:v>5.05830989882329</c:v>
                      </c:pt>
                      <c:pt idx="152">
                        <c:v>5.6369541984977598</c:v>
                      </c:pt>
                      <c:pt idx="153">
                        <c:v>5.4735415446326101</c:v>
                      </c:pt>
                      <c:pt idx="154">
                        <c:v>6.1964803213399504</c:v>
                      </c:pt>
                      <c:pt idx="155">
                        <c:v>6.5149396470705101</c:v>
                      </c:pt>
                      <c:pt idx="156">
                        <c:v>6.6292886081776699</c:v>
                      </c:pt>
                      <c:pt idx="157">
                        <c:v>6.8527985796711501</c:v>
                      </c:pt>
                      <c:pt idx="158">
                        <c:v>6.8838947164173696</c:v>
                      </c:pt>
                      <c:pt idx="159">
                        <c:v>7.1665454307731498</c:v>
                      </c:pt>
                      <c:pt idx="160">
                        <c:v>7.2747419599550698</c:v>
                      </c:pt>
                      <c:pt idx="161">
                        <c:v>6.8441287058231604</c:v>
                      </c:pt>
                      <c:pt idx="162">
                        <c:v>7.1020034572502899</c:v>
                      </c:pt>
                      <c:pt idx="163">
                        <c:v>7.3022198869494899</c:v>
                      </c:pt>
                      <c:pt idx="164">
                        <c:v>6.8401397005315401</c:v>
                      </c:pt>
                      <c:pt idx="165">
                        <c:v>6.9221686729316598</c:v>
                      </c:pt>
                      <c:pt idx="166">
                        <c:v>6.8423731443725302</c:v>
                      </c:pt>
                      <c:pt idx="167">
                        <c:v>6.6203324459235597</c:v>
                      </c:pt>
                      <c:pt idx="168">
                        <c:v>6.5426935136399598</c:v>
                      </c:pt>
                      <c:pt idx="169">
                        <c:v>6.52318974754336</c:v>
                      </c:pt>
                      <c:pt idx="170">
                        <c:v>6.1072546152023204</c:v>
                      </c:pt>
                      <c:pt idx="171">
                        <c:v>5.7703445439524401</c:v>
                      </c:pt>
                      <c:pt idx="172">
                        <c:v>5.4641435626771102</c:v>
                      </c:pt>
                      <c:pt idx="173">
                        <c:v>5.0053438335598699</c:v>
                      </c:pt>
                      <c:pt idx="174">
                        <c:v>5.44962285745037</c:v>
                      </c:pt>
                      <c:pt idx="175">
                        <c:v>5.3885613270865802</c:v>
                      </c:pt>
                      <c:pt idx="176">
                        <c:v>5.11741338726977</c:v>
                      </c:pt>
                      <c:pt idx="177">
                        <c:v>4.9599936096452497</c:v>
                      </c:pt>
                      <c:pt idx="178">
                        <c:v>4.6982103782608498</c:v>
                      </c:pt>
                      <c:pt idx="179">
                        <c:v>4.66401386065567</c:v>
                      </c:pt>
                      <c:pt idx="180">
                        <c:v>4.7768733681394702</c:v>
                      </c:pt>
                      <c:pt idx="181">
                        <c:v>4.7177745056155898</c:v>
                      </c:pt>
                      <c:pt idx="182">
                        <c:v>4.5675009234415098</c:v>
                      </c:pt>
                      <c:pt idx="183">
                        <c:v>4.4743378308945498</c:v>
                      </c:pt>
                      <c:pt idx="184">
                        <c:v>4.6138562964809999</c:v>
                      </c:pt>
                      <c:pt idx="185">
                        <c:v>4.6511844371590598</c:v>
                      </c:pt>
                      <c:pt idx="186">
                        <c:v>4.7303297022106801</c:v>
                      </c:pt>
                      <c:pt idx="187">
                        <c:v>4.7351663252701499</c:v>
                      </c:pt>
                      <c:pt idx="188">
                        <c:v>4.5987613632256803</c:v>
                      </c:pt>
                      <c:pt idx="189">
                        <c:v>4.8522545271412101</c:v>
                      </c:pt>
                      <c:pt idx="190">
                        <c:v>4.8695713992052996</c:v>
                      </c:pt>
                      <c:pt idx="191">
                        <c:v>4.8627539731522198</c:v>
                      </c:pt>
                      <c:pt idx="192">
                        <c:v>4.7846688139184197</c:v>
                      </c:pt>
                      <c:pt idx="193">
                        <c:v>4.7438471107751203</c:v>
                      </c:pt>
                      <c:pt idx="194">
                        <c:v>4.5745807917224699</c:v>
                      </c:pt>
                      <c:pt idx="195">
                        <c:v>4.5939911082421903</c:v>
                      </c:pt>
                      <c:pt idx="196">
                        <c:v>4.5612399863413398</c:v>
                      </c:pt>
                      <c:pt idx="197">
                        <c:v>4.3655744901729996</c:v>
                      </c:pt>
                      <c:pt idx="198">
                        <c:v>4.3749747314317204</c:v>
                      </c:pt>
                      <c:pt idx="199">
                        <c:v>4.4938425651102598</c:v>
                      </c:pt>
                      <c:pt idx="200">
                        <c:v>4.4407798857551297</c:v>
                      </c:pt>
                      <c:pt idx="201">
                        <c:v>4.5051685356189504</c:v>
                      </c:pt>
                      <c:pt idx="202">
                        <c:v>4.6156613960749304</c:v>
                      </c:pt>
                      <c:pt idx="203">
                        <c:v>4.5038727430183103</c:v>
                      </c:pt>
                      <c:pt idx="204">
                        <c:v>4.4444818197310996</c:v>
                      </c:pt>
                      <c:pt idx="205">
                        <c:v>4.3294401613506599</c:v>
                      </c:pt>
                      <c:pt idx="206">
                        <c:v>4.32318616474255</c:v>
                      </c:pt>
                      <c:pt idx="207">
                        <c:v>3.8598745468737801</c:v>
                      </c:pt>
                      <c:pt idx="208">
                        <c:v>3.01123243390456</c:v>
                      </c:pt>
                      <c:pt idx="209">
                        <c:v>2.6696158550602598</c:v>
                      </c:pt>
                      <c:pt idx="210">
                        <c:v>2.2966558039479898</c:v>
                      </c:pt>
                      <c:pt idx="211">
                        <c:v>2.39725992185401</c:v>
                      </c:pt>
                      <c:pt idx="212">
                        <c:v>2.02833562144373</c:v>
                      </c:pt>
                      <c:pt idx="213">
                        <c:v>2.1580928238081798</c:v>
                      </c:pt>
                      <c:pt idx="214">
                        <c:v>2.1674964729811999</c:v>
                      </c:pt>
                      <c:pt idx="215">
                        <c:v>2.0923910135858299</c:v>
                      </c:pt>
                      <c:pt idx="216">
                        <c:v>1.9003630014320201</c:v>
                      </c:pt>
                      <c:pt idx="217">
                        <c:v>2.10320861792753</c:v>
                      </c:pt>
                      <c:pt idx="218">
                        <c:v>2.4916586068305899</c:v>
                      </c:pt>
                      <c:pt idx="219">
                        <c:v>2.2487441265919101</c:v>
                      </c:pt>
                      <c:pt idx="220">
                        <c:v>2.7422922266991701</c:v>
                      </c:pt>
                      <c:pt idx="221">
                        <c:v>3.1053186712411498</c:v>
                      </c:pt>
                      <c:pt idx="222">
                        <c:v>2.9525375696057901</c:v>
                      </c:pt>
                      <c:pt idx="223">
                        <c:v>2.9185962741843898</c:v>
                      </c:pt>
                      <c:pt idx="224">
                        <c:v>3.46694093253085</c:v>
                      </c:pt>
                      <c:pt idx="225">
                        <c:v>4.3885308521753696</c:v>
                      </c:pt>
                      <c:pt idx="226">
                        <c:v>4.5968567214224301</c:v>
                      </c:pt>
                      <c:pt idx="227">
                        <c:v>5.4388262777690199</c:v>
                      </c:pt>
                      <c:pt idx="228">
                        <c:v>6.0862233936764998</c:v>
                      </c:pt>
                      <c:pt idx="229">
                        <c:v>7.4771358937470902</c:v>
                      </c:pt>
                      <c:pt idx="230">
                        <c:v>7.72085477886045</c:v>
                      </c:pt>
                      <c:pt idx="231">
                        <c:v>8.3690122763063304</c:v>
                      </c:pt>
                      <c:pt idx="232">
                        <c:v>8.8822136153958002</c:v>
                      </c:pt>
                      <c:pt idx="233">
                        <c:v>9.6959570921167799</c:v>
                      </c:pt>
                      <c:pt idx="234">
                        <c:v>10.3903183501277</c:v>
                      </c:pt>
                      <c:pt idx="235">
                        <c:v>10.836616737733401</c:v>
                      </c:pt>
                      <c:pt idx="236">
                        <c:v>11.404175314724601</c:v>
                      </c:pt>
                      <c:pt idx="237">
                        <c:v>12.434327123961101</c:v>
                      </c:pt>
                      <c:pt idx="238">
                        <c:v>11.9336612084868</c:v>
                      </c:pt>
                      <c:pt idx="239">
                        <c:v>11.9037753813249</c:v>
                      </c:pt>
                      <c:pt idx="240">
                        <c:v>12.024836251932101</c:v>
                      </c:pt>
                      <c:pt idx="241">
                        <c:v>11.867353942322699</c:v>
                      </c:pt>
                      <c:pt idx="242">
                        <c:v>10.8088095055917</c:v>
                      </c:pt>
                      <c:pt idx="243">
                        <c:v>11.2545931018049</c:v>
                      </c:pt>
                      <c:pt idx="244">
                        <c:v>10.816205633318299</c:v>
                      </c:pt>
                      <c:pt idx="245">
                        <c:v>10.415641286838801</c:v>
                      </c:pt>
                      <c:pt idx="246">
                        <c:v>9.9717049758935907</c:v>
                      </c:pt>
                      <c:pt idx="247">
                        <c:v>9.4381024022560798</c:v>
                      </c:pt>
                      <c:pt idx="248">
                        <c:v>10.5963374530394</c:v>
                      </c:pt>
                      <c:pt idx="249">
                        <c:v>10.979057470500299</c:v>
                      </c:pt>
                      <c:pt idx="250">
                        <c:v>10.3776617646589</c:v>
                      </c:pt>
                      <c:pt idx="251">
                        <c:v>10.059939347215799</c:v>
                      </c:pt>
                      <c:pt idx="252">
                        <c:v>9.3690291969582908</c:v>
                      </c:pt>
                      <c:pt idx="253">
                        <c:v>9.3338486477121094</c:v>
                      </c:pt>
                      <c:pt idx="254">
                        <c:v>9.0400114538594991</c:v>
                      </c:pt>
                      <c:pt idx="255">
                        <c:v>9.8552179038282102</c:v>
                      </c:pt>
                      <c:pt idx="256">
                        <c:v>9.6660401709438304</c:v>
                      </c:pt>
                      <c:pt idx="257">
                        <c:v>9.3502193530347508</c:v>
                      </c:pt>
                      <c:pt idx="258">
                        <c:v>8.8996633948698491</c:v>
                      </c:pt>
                      <c:pt idx="259">
                        <c:v>8.2507807939311295</c:v>
                      </c:pt>
                      <c:pt idx="260">
                        <c:v>8.0292054146490095</c:v>
                      </c:pt>
                      <c:pt idx="261">
                        <c:v>8.5849571014291701</c:v>
                      </c:pt>
                      <c:pt idx="262">
                        <c:v>8.4735334816807608</c:v>
                      </c:pt>
                      <c:pt idx="263">
                        <c:v>9.3923301881158707</c:v>
                      </c:pt>
                      <c:pt idx="264">
                        <c:v>9.2255079415927206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1-06BF-4DB6-9AA7-BB8F5676640E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Hoja4!$D$1</c15:sqref>
                        </c15:formulaRef>
                      </c:ext>
                    </c:extLst>
                    <c:strCache>
                      <c:ptCount val="1"/>
                      <c:pt idx="0">
                        <c:v>Tasa (%) 5 años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Hoja4!$A$2:$A$267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Hoja4!$D$2:$D$267</c15:sqref>
                        </c15:formulaRef>
                      </c:ext>
                    </c:extLst>
                    <c:numCache>
                      <c:formatCode>General</c:formatCode>
                      <c:ptCount val="266"/>
                      <c:pt idx="0">
                        <c:v>15.379644526637099</c:v>
                      </c:pt>
                      <c:pt idx="1">
                        <c:v>16.211751446687501</c:v>
                      </c:pt>
                      <c:pt idx="2">
                        <c:v>16.0326322295283</c:v>
                      </c:pt>
                      <c:pt idx="3">
                        <c:v>15.3409155317312</c:v>
                      </c:pt>
                      <c:pt idx="4">
                        <c:v>14.6719215010084</c:v>
                      </c:pt>
                      <c:pt idx="5">
                        <c:v>14.1172392533887</c:v>
                      </c:pt>
                      <c:pt idx="6">
                        <c:v>14.7380291189122</c:v>
                      </c:pt>
                      <c:pt idx="7">
                        <c:v>14.275648545684099</c:v>
                      </c:pt>
                      <c:pt idx="8">
                        <c:v>14.8166586008573</c:v>
                      </c:pt>
                      <c:pt idx="9">
                        <c:v>14.6831129825304</c:v>
                      </c:pt>
                      <c:pt idx="10">
                        <c:v>13.889676961899299</c:v>
                      </c:pt>
                      <c:pt idx="11">
                        <c:v>13.9257761725093</c:v>
                      </c:pt>
                      <c:pt idx="12">
                        <c:v>13.4696621113928</c:v>
                      </c:pt>
                      <c:pt idx="13">
                        <c:v>12.4709628532857</c:v>
                      </c:pt>
                      <c:pt idx="14">
                        <c:v>11.7541239810043</c:v>
                      </c:pt>
                      <c:pt idx="15">
                        <c:v>13.049822170891</c:v>
                      </c:pt>
                      <c:pt idx="16">
                        <c:v>13.8927611233756</c:v>
                      </c:pt>
                      <c:pt idx="17">
                        <c:v>13.7725754101901</c:v>
                      </c:pt>
                      <c:pt idx="18">
                        <c:v>14.0503861766905</c:v>
                      </c:pt>
                      <c:pt idx="19">
                        <c:v>13.270134534571699</c:v>
                      </c:pt>
                      <c:pt idx="20">
                        <c:v>13.058257777770899</c:v>
                      </c:pt>
                      <c:pt idx="21">
                        <c:v>12.835958777959901</c:v>
                      </c:pt>
                      <c:pt idx="22">
                        <c:v>12.3642873912578</c:v>
                      </c:pt>
                      <c:pt idx="23">
                        <c:v>11.836120898616199</c:v>
                      </c:pt>
                      <c:pt idx="24">
                        <c:v>11.6209340985806</c:v>
                      </c:pt>
                      <c:pt idx="25">
                        <c:v>11.4254943817838</c:v>
                      </c:pt>
                      <c:pt idx="26">
                        <c:v>12.2577088089075</c:v>
                      </c:pt>
                      <c:pt idx="27">
                        <c:v>11.427901427951101</c:v>
                      </c:pt>
                      <c:pt idx="28">
                        <c:v>10.9085270504817</c:v>
                      </c:pt>
                      <c:pt idx="29">
                        <c:v>9.8895802962276704</c:v>
                      </c:pt>
                      <c:pt idx="30">
                        <c:v>9.5098652465748206</c:v>
                      </c:pt>
                      <c:pt idx="31">
                        <c:v>9.3435705105134197</c:v>
                      </c:pt>
                      <c:pt idx="32">
                        <c:v>7.63769107342765</c:v>
                      </c:pt>
                      <c:pt idx="33">
                        <c:v>8.6669801029740796</c:v>
                      </c:pt>
                      <c:pt idx="34">
                        <c:v>8.3951102089819702</c:v>
                      </c:pt>
                      <c:pt idx="35">
                        <c:v>8.0080883294585501</c:v>
                      </c:pt>
                      <c:pt idx="36">
                        <c:v>7.4989369005297801</c:v>
                      </c:pt>
                      <c:pt idx="37">
                        <c:v>6.7978418939352103</c:v>
                      </c:pt>
                      <c:pt idx="38">
                        <c:v>7.3262477129735597</c:v>
                      </c:pt>
                      <c:pt idx="39">
                        <c:v>8.5288517787732108</c:v>
                      </c:pt>
                      <c:pt idx="40">
                        <c:v>9.8073350942855999</c:v>
                      </c:pt>
                      <c:pt idx="41">
                        <c:v>10.927295469846699</c:v>
                      </c:pt>
                      <c:pt idx="42">
                        <c:v>9.7119097145287405</c:v>
                      </c:pt>
                      <c:pt idx="43">
                        <c:v>9.4275177435267299</c:v>
                      </c:pt>
                      <c:pt idx="44">
                        <c:v>9.5393848828826808</c:v>
                      </c:pt>
                      <c:pt idx="45">
                        <c:v>9.22235176864009</c:v>
                      </c:pt>
                      <c:pt idx="46">
                        <c:v>9.3124529711879092</c:v>
                      </c:pt>
                      <c:pt idx="47">
                        <c:v>8.9819526558128704</c:v>
                      </c:pt>
                      <c:pt idx="48">
                        <c:v>9.4489573002313403</c:v>
                      </c:pt>
                      <c:pt idx="49">
                        <c:v>9.6875851072707704</c:v>
                      </c:pt>
                      <c:pt idx="50">
                        <c:v>9.9808522771493209</c:v>
                      </c:pt>
                      <c:pt idx="51">
                        <c:v>10.1682996105309</c:v>
                      </c:pt>
                      <c:pt idx="52">
                        <c:v>9.9493010310952297</c:v>
                      </c:pt>
                      <c:pt idx="53">
                        <c:v>9.9096620435846603</c:v>
                      </c:pt>
                      <c:pt idx="54">
                        <c:v>10.011443852621101</c:v>
                      </c:pt>
                      <c:pt idx="55">
                        <c:v>10.7583209840324</c:v>
                      </c:pt>
                      <c:pt idx="56">
                        <c:v>10.360489023384799</c:v>
                      </c:pt>
                      <c:pt idx="57">
                        <c:v>10.351583543724599</c:v>
                      </c:pt>
                      <c:pt idx="58">
                        <c:v>10.231115766800301</c:v>
                      </c:pt>
                      <c:pt idx="59">
                        <c:v>10.345249861820699</c:v>
                      </c:pt>
                      <c:pt idx="60">
                        <c:v>11.0843746640611</c:v>
                      </c:pt>
                      <c:pt idx="61">
                        <c:v>11.4814473693562</c:v>
                      </c:pt>
                      <c:pt idx="62">
                        <c:v>11.5730132740795</c:v>
                      </c:pt>
                      <c:pt idx="63">
                        <c:v>11.006166817482001</c:v>
                      </c:pt>
                      <c:pt idx="64">
                        <c:v>11.5738408341302</c:v>
                      </c:pt>
                      <c:pt idx="65">
                        <c:v>12.8058769039965</c:v>
                      </c:pt>
                      <c:pt idx="66">
                        <c:v>12.761011203686801</c:v>
                      </c:pt>
                      <c:pt idx="67">
                        <c:v>11.501950796305501</c:v>
                      </c:pt>
                      <c:pt idx="68">
                        <c:v>12.1463590512206</c:v>
                      </c:pt>
                      <c:pt idx="69">
                        <c:v>12.7756013471293</c:v>
                      </c:pt>
                      <c:pt idx="70">
                        <c:v>11.5299755622144</c:v>
                      </c:pt>
                      <c:pt idx="71">
                        <c:v>10.2982961190745</c:v>
                      </c:pt>
                      <c:pt idx="72">
                        <c:v>9.5887157539162597</c:v>
                      </c:pt>
                      <c:pt idx="73">
                        <c:v>9.4509798443139399</c:v>
                      </c:pt>
                      <c:pt idx="74">
                        <c:v>8.9879008418889104</c:v>
                      </c:pt>
                      <c:pt idx="75">
                        <c:v>7.95143795855987</c:v>
                      </c:pt>
                      <c:pt idx="76">
                        <c:v>8.1278390899780302</c:v>
                      </c:pt>
                      <c:pt idx="77">
                        <c:v>8.8596378392477604</c:v>
                      </c:pt>
                      <c:pt idx="78">
                        <c:v>8.8363498914572993</c:v>
                      </c:pt>
                      <c:pt idx="79">
                        <c:v>9.01718121333578</c:v>
                      </c:pt>
                      <c:pt idx="80">
                        <c:v>8.6420556365505306</c:v>
                      </c:pt>
                      <c:pt idx="81">
                        <c:v>7.7946309756950098</c:v>
                      </c:pt>
                      <c:pt idx="82">
                        <c:v>6.93240397590949</c:v>
                      </c:pt>
                      <c:pt idx="83">
                        <c:v>7.3250263310887203</c:v>
                      </c:pt>
                      <c:pt idx="84">
                        <c:v>8.2370666316908405</c:v>
                      </c:pt>
                      <c:pt idx="85">
                        <c:v>8.5693960865055008</c:v>
                      </c:pt>
                      <c:pt idx="86">
                        <c:v>8.4271116885773605</c:v>
                      </c:pt>
                      <c:pt idx="87">
                        <c:v>8.0906939132150804</c:v>
                      </c:pt>
                      <c:pt idx="88">
                        <c:v>7.8503434941667596</c:v>
                      </c:pt>
                      <c:pt idx="89">
                        <c:v>7.5214152005666</c:v>
                      </c:pt>
                      <c:pt idx="90">
                        <c:v>7.1691156729811496</c:v>
                      </c:pt>
                      <c:pt idx="91">
                        <c:v>6.8148541268873304</c:v>
                      </c:pt>
                      <c:pt idx="92">
                        <c:v>6.7213837639110903</c:v>
                      </c:pt>
                      <c:pt idx="93">
                        <c:v>6.4153604234917498</c:v>
                      </c:pt>
                      <c:pt idx="94">
                        <c:v>6.9135819211514704</c:v>
                      </c:pt>
                      <c:pt idx="95">
                        <c:v>7.3206496035267996</c:v>
                      </c:pt>
                      <c:pt idx="96">
                        <c:v>7.6456401732372301</c:v>
                      </c:pt>
                      <c:pt idx="97">
                        <c:v>8.0911618017498004</c:v>
                      </c:pt>
                      <c:pt idx="98">
                        <c:v>8.0325320272589007</c:v>
                      </c:pt>
                      <c:pt idx="99">
                        <c:v>7.7775976208883497</c:v>
                      </c:pt>
                      <c:pt idx="100">
                        <c:v>7.4868982259005197</c:v>
                      </c:pt>
                      <c:pt idx="101">
                        <c:v>7.0651230563456204</c:v>
                      </c:pt>
                      <c:pt idx="102">
                        <c:v>6.9311524384702503</c:v>
                      </c:pt>
                      <c:pt idx="103">
                        <c:v>6.6205410650876004</c:v>
                      </c:pt>
                      <c:pt idx="104">
                        <c:v>6.7859270707815202</c:v>
                      </c:pt>
                      <c:pt idx="105">
                        <c:v>6.9477769341356099</c:v>
                      </c:pt>
                      <c:pt idx="106">
                        <c:v>7.0964993278936497</c:v>
                      </c:pt>
                      <c:pt idx="107">
                        <c:v>7.1445070044156997</c:v>
                      </c:pt>
                      <c:pt idx="108">
                        <c:v>6.9533434798039098</c:v>
                      </c:pt>
                      <c:pt idx="109">
                        <c:v>6.95462930046717</c:v>
                      </c:pt>
                      <c:pt idx="110">
                        <c:v>6.7126817701540098</c:v>
                      </c:pt>
                      <c:pt idx="111">
                        <c:v>6.5754548340991104</c:v>
                      </c:pt>
                      <c:pt idx="112">
                        <c:v>6.6677067741901599</c:v>
                      </c:pt>
                      <c:pt idx="113">
                        <c:v>6.3992081024653498</c:v>
                      </c:pt>
                      <c:pt idx="114">
                        <c:v>5.98880925407357</c:v>
                      </c:pt>
                      <c:pt idx="115">
                        <c:v>5.88743027930665</c:v>
                      </c:pt>
                      <c:pt idx="116">
                        <c:v>5.70102964354591</c:v>
                      </c:pt>
                      <c:pt idx="117">
                        <c:v>5.57740776475912</c:v>
                      </c:pt>
                      <c:pt idx="118">
                        <c:v>5.4402249204866298</c:v>
                      </c:pt>
                      <c:pt idx="119">
                        <c:v>5.1606724501525498</c:v>
                      </c:pt>
                      <c:pt idx="120">
                        <c:v>4.75173837443963</c:v>
                      </c:pt>
                      <c:pt idx="121">
                        <c:v>4.51188624606496</c:v>
                      </c:pt>
                      <c:pt idx="122">
                        <c:v>4.43752459788195</c:v>
                      </c:pt>
                      <c:pt idx="123">
                        <c:v>4.4936646153065203</c:v>
                      </c:pt>
                      <c:pt idx="124">
                        <c:v>5.3115715666184498</c:v>
                      </c:pt>
                      <c:pt idx="125">
                        <c:v>6.3902930013965999</c:v>
                      </c:pt>
                      <c:pt idx="126">
                        <c:v>6.5110432829356801</c:v>
                      </c:pt>
                      <c:pt idx="127">
                        <c:v>6.7955667026061004</c:v>
                      </c:pt>
                      <c:pt idx="128">
                        <c:v>6.4307963295202999</c:v>
                      </c:pt>
                      <c:pt idx="129">
                        <c:v>6.1528723265234397</c:v>
                      </c:pt>
                      <c:pt idx="130">
                        <c:v>6.3175195127276096</c:v>
                      </c:pt>
                      <c:pt idx="131">
                        <c:v>6.2703278018269302</c:v>
                      </c:pt>
                      <c:pt idx="132">
                        <c:v>6.6251996369439796</c:v>
                      </c:pt>
                      <c:pt idx="133">
                        <c:v>6.6157119113838698</c:v>
                      </c:pt>
                      <c:pt idx="134">
                        <c:v>5.9285424641831996</c:v>
                      </c:pt>
                      <c:pt idx="135">
                        <c:v>6.0264714569280597</c:v>
                      </c:pt>
                      <c:pt idx="136">
                        <c:v>6.0517307007965497</c:v>
                      </c:pt>
                      <c:pt idx="137">
                        <c:v>6.24222622946023</c:v>
                      </c:pt>
                      <c:pt idx="138">
                        <c:v>6.25674953766028</c:v>
                      </c:pt>
                      <c:pt idx="139">
                        <c:v>5.9916975495057496</c:v>
                      </c:pt>
                      <c:pt idx="140">
                        <c:v>6.2190635365500704</c:v>
                      </c:pt>
                      <c:pt idx="141">
                        <c:v>5.90082271510515</c:v>
                      </c:pt>
                      <c:pt idx="142">
                        <c:v>5.68863503562938</c:v>
                      </c:pt>
                      <c:pt idx="143">
                        <c:v>6.3125411700596903</c:v>
                      </c:pt>
                      <c:pt idx="144">
                        <c:v>5.6178206720874</c:v>
                      </c:pt>
                      <c:pt idx="145">
                        <c:v>5.5439352511727602</c:v>
                      </c:pt>
                      <c:pt idx="146">
                        <c:v>6.1258120964963396</c:v>
                      </c:pt>
                      <c:pt idx="147">
                        <c:v>5.8870275135200698</c:v>
                      </c:pt>
                      <c:pt idx="148">
                        <c:v>5.9863778151028804</c:v>
                      </c:pt>
                      <c:pt idx="149">
                        <c:v>6.3229009101764397</c:v>
                      </c:pt>
                      <c:pt idx="150">
                        <c:v>6.2964240690201603</c:v>
                      </c:pt>
                      <c:pt idx="151">
                        <c:v>6.88495431075658</c:v>
                      </c:pt>
                      <c:pt idx="152">
                        <c:v>7.49808269446876</c:v>
                      </c:pt>
                      <c:pt idx="153">
                        <c:v>7.3645117816847403</c:v>
                      </c:pt>
                      <c:pt idx="154">
                        <c:v>7.6807002498254704</c:v>
                      </c:pt>
                      <c:pt idx="155">
                        <c:v>7.9405544473150602</c:v>
                      </c:pt>
                      <c:pt idx="156">
                        <c:v>8.2559356929697891</c:v>
                      </c:pt>
                      <c:pt idx="157">
                        <c:v>8.4231709325143598</c:v>
                      </c:pt>
                      <c:pt idx="158">
                        <c:v>7.6647460592000902</c:v>
                      </c:pt>
                      <c:pt idx="159">
                        <c:v>7.6487408621289799</c:v>
                      </c:pt>
                      <c:pt idx="160">
                        <c:v>7.6203684895619404</c:v>
                      </c:pt>
                      <c:pt idx="161">
                        <c:v>6.9832196617185396</c:v>
                      </c:pt>
                      <c:pt idx="162">
                        <c:v>7.2424987475827098</c:v>
                      </c:pt>
                      <c:pt idx="163">
                        <c:v>7.0964719445698599</c:v>
                      </c:pt>
                      <c:pt idx="164">
                        <c:v>6.55735009485708</c:v>
                      </c:pt>
                      <c:pt idx="165">
                        <c:v>6.7508165139578296</c:v>
                      </c:pt>
                      <c:pt idx="166">
                        <c:v>6.7701378039031104</c:v>
                      </c:pt>
                      <c:pt idx="167">
                        <c:v>6.6204175435911896</c:v>
                      </c:pt>
                      <c:pt idx="168">
                        <c:v>6.5371440763520701</c:v>
                      </c:pt>
                      <c:pt idx="169">
                        <c:v>6.5162966943820999</c:v>
                      </c:pt>
                      <c:pt idx="170">
                        <c:v>6.23108957921393</c:v>
                      </c:pt>
                      <c:pt idx="171">
                        <c:v>5.8357293150152802</c:v>
                      </c:pt>
                      <c:pt idx="172">
                        <c:v>5.77866377556823</c:v>
                      </c:pt>
                      <c:pt idx="173">
                        <c:v>5.9458130865822598</c:v>
                      </c:pt>
                      <c:pt idx="174">
                        <c:v>6.2160091212889101</c:v>
                      </c:pt>
                      <c:pt idx="175">
                        <c:v>6.17427228848263</c:v>
                      </c:pt>
                      <c:pt idx="176">
                        <c:v>6.0445303930640897</c:v>
                      </c:pt>
                      <c:pt idx="177">
                        <c:v>6.1282109330792096</c:v>
                      </c:pt>
                      <c:pt idx="178">
                        <c:v>5.8461608627701303</c:v>
                      </c:pt>
                      <c:pt idx="179">
                        <c:v>5.9361988111477499</c:v>
                      </c:pt>
                      <c:pt idx="180">
                        <c:v>5.8977506909911899</c:v>
                      </c:pt>
                      <c:pt idx="181">
                        <c:v>6.0507005157416698</c:v>
                      </c:pt>
                      <c:pt idx="182">
                        <c:v>5.8820567771755599</c:v>
                      </c:pt>
                      <c:pt idx="183">
                        <c:v>5.7836192802448103</c:v>
                      </c:pt>
                      <c:pt idx="184">
                        <c:v>6.0090350130813404</c:v>
                      </c:pt>
                      <c:pt idx="185">
                        <c:v>6.14489212280969</c:v>
                      </c:pt>
                      <c:pt idx="186">
                        <c:v>6.20771306952863</c:v>
                      </c:pt>
                      <c:pt idx="187">
                        <c:v>6.1836044231136302</c:v>
                      </c:pt>
                      <c:pt idx="188">
                        <c:v>6.2108354796121104</c:v>
                      </c:pt>
                      <c:pt idx="189">
                        <c:v>6.4588654997371497</c:v>
                      </c:pt>
                      <c:pt idx="190">
                        <c:v>6.3297013783332403</c:v>
                      </c:pt>
                      <c:pt idx="191">
                        <c:v>6.1362574640221403</c:v>
                      </c:pt>
                      <c:pt idx="192">
                        <c:v>6.0481250481337803</c:v>
                      </c:pt>
                      <c:pt idx="193">
                        <c:v>5.9882530124095403</c:v>
                      </c:pt>
                      <c:pt idx="194">
                        <c:v>5.7493351222987403</c:v>
                      </c:pt>
                      <c:pt idx="195">
                        <c:v>5.9355988129747699</c:v>
                      </c:pt>
                      <c:pt idx="196">
                        <c:v>5.7607523952331396</c:v>
                      </c:pt>
                      <c:pt idx="197">
                        <c:v>5.3120711726707599</c:v>
                      </c:pt>
                      <c:pt idx="198">
                        <c:v>5.2851533572029297</c:v>
                      </c:pt>
                      <c:pt idx="199">
                        <c:v>5.3368346536375304</c:v>
                      </c:pt>
                      <c:pt idx="200">
                        <c:v>5.2471042245384698</c:v>
                      </c:pt>
                      <c:pt idx="201">
                        <c:v>5.3507675752447597</c:v>
                      </c:pt>
                      <c:pt idx="202">
                        <c:v>5.7569163177512399</c:v>
                      </c:pt>
                      <c:pt idx="203">
                        <c:v>5.5629762485676499</c:v>
                      </c:pt>
                      <c:pt idx="204">
                        <c:v>5.2737814404877703</c:v>
                      </c:pt>
                      <c:pt idx="205">
                        <c:v>5.3594412259712803</c:v>
                      </c:pt>
                      <c:pt idx="206">
                        <c:v>6.4616042915744103</c:v>
                      </c:pt>
                      <c:pt idx="207">
                        <c:v>5.8164897352257201</c:v>
                      </c:pt>
                      <c:pt idx="208">
                        <c:v>4.5422933796039802</c:v>
                      </c:pt>
                      <c:pt idx="209">
                        <c:v>4.5693983539129102</c:v>
                      </c:pt>
                      <c:pt idx="210">
                        <c:v>4.1522219311981097</c:v>
                      </c:pt>
                      <c:pt idx="211">
                        <c:v>4.3843078519294902</c:v>
                      </c:pt>
                      <c:pt idx="212">
                        <c:v>4.3600970203191398</c:v>
                      </c:pt>
                      <c:pt idx="213">
                        <c:v>4.5714784212829498</c:v>
                      </c:pt>
                      <c:pt idx="214">
                        <c:v>4.3589011052570399</c:v>
                      </c:pt>
                      <c:pt idx="215">
                        <c:v>4.2721252251441397</c:v>
                      </c:pt>
                      <c:pt idx="216">
                        <c:v>4.2126355026503299</c:v>
                      </c:pt>
                      <c:pt idx="217">
                        <c:v>4.7695071749523201</c:v>
                      </c:pt>
                      <c:pt idx="218">
                        <c:v>5.7106709556475099</c:v>
                      </c:pt>
                      <c:pt idx="219">
                        <c:v>5.7065260790815104</c:v>
                      </c:pt>
                      <c:pt idx="220">
                        <c:v>5.9532877637885502</c:v>
                      </c:pt>
                      <c:pt idx="221">
                        <c:v>6.1611871288388196</c:v>
                      </c:pt>
                      <c:pt idx="222">
                        <c:v>6.1088534261601399</c:v>
                      </c:pt>
                      <c:pt idx="223">
                        <c:v>6.1430315197710801</c:v>
                      </c:pt>
                      <c:pt idx="224">
                        <c:v>6.6943576550503803</c:v>
                      </c:pt>
                      <c:pt idx="225">
                        <c:v>7.2925772373325604</c:v>
                      </c:pt>
                      <c:pt idx="226">
                        <c:v>7.6721885091413498</c:v>
                      </c:pt>
                      <c:pt idx="227">
                        <c:v>7.7169560145123501</c:v>
                      </c:pt>
                      <c:pt idx="228">
                        <c:v>8.5595212155176394</c:v>
                      </c:pt>
                      <c:pt idx="229">
                        <c:v>9.2176987048111805</c:v>
                      </c:pt>
                      <c:pt idx="230">
                        <c:v>9.4169325802561605</c:v>
                      </c:pt>
                      <c:pt idx="231">
                        <c:v>10.0395086847561</c:v>
                      </c:pt>
                      <c:pt idx="232">
                        <c:v>10.348176383478</c:v>
                      </c:pt>
                      <c:pt idx="233">
                        <c:v>11.1794334618231</c:v>
                      </c:pt>
                      <c:pt idx="234">
                        <c:v>11.982250246189199</c:v>
                      </c:pt>
                      <c:pt idx="235">
                        <c:v>11.8004305620872</c:v>
                      </c:pt>
                      <c:pt idx="236">
                        <c:v>12.508109795746501</c:v>
                      </c:pt>
                      <c:pt idx="237">
                        <c:v>13.5270354953874</c:v>
                      </c:pt>
                      <c:pt idx="238">
                        <c:v>12.995604037544499</c:v>
                      </c:pt>
                      <c:pt idx="239">
                        <c:v>12.8263405002663</c:v>
                      </c:pt>
                      <c:pt idx="240">
                        <c:v>12.062848105692099</c:v>
                      </c:pt>
                      <c:pt idx="241">
                        <c:v>12.8719272136958</c:v>
                      </c:pt>
                      <c:pt idx="242">
                        <c:v>11.4557338892432</c:v>
                      </c:pt>
                      <c:pt idx="243">
                        <c:v>11.46380170368</c:v>
                      </c:pt>
                      <c:pt idx="244">
                        <c:v>10.865971673959001</c:v>
                      </c:pt>
                      <c:pt idx="245">
                        <c:v>9.9647990979912908</c:v>
                      </c:pt>
                      <c:pt idx="246">
                        <c:v>10.021956807820199</c:v>
                      </c:pt>
                      <c:pt idx="247">
                        <c:v>10.194203203287</c:v>
                      </c:pt>
                      <c:pt idx="248">
                        <c:v>11.3931852349873</c:v>
                      </c:pt>
                      <c:pt idx="249">
                        <c:v>11.383742738752</c:v>
                      </c:pt>
                      <c:pt idx="250">
                        <c:v>10.314095279363601</c:v>
                      </c:pt>
                      <c:pt idx="251">
                        <c:v>9.5913968626744008</c:v>
                      </c:pt>
                      <c:pt idx="252">
                        <c:v>9.0582266679421597</c:v>
                      </c:pt>
                      <c:pt idx="253">
                        <c:v>9.4075637115249808</c:v>
                      </c:pt>
                      <c:pt idx="254">
                        <c:v>9.6265201036155208</c:v>
                      </c:pt>
                      <c:pt idx="255">
                        <c:v>10.218990696938301</c:v>
                      </c:pt>
                      <c:pt idx="256">
                        <c:v>10.5198809887381</c:v>
                      </c:pt>
                      <c:pt idx="257">
                        <c:v>10.166523601828199</c:v>
                      </c:pt>
                      <c:pt idx="258">
                        <c:v>10.0856908950716</c:v>
                      </c:pt>
                      <c:pt idx="259">
                        <c:v>9.5712418003210704</c:v>
                      </c:pt>
                      <c:pt idx="260">
                        <c:v>9.4412625740212608</c:v>
                      </c:pt>
                      <c:pt idx="261">
                        <c:v>10.1763912597493</c:v>
                      </c:pt>
                      <c:pt idx="262">
                        <c:v>10.2827808296254</c:v>
                      </c:pt>
                      <c:pt idx="263">
                        <c:v>11.0900440984501</c:v>
                      </c:pt>
                      <c:pt idx="264">
                        <c:v>10.5943307794854</c:v>
                      </c:pt>
                      <c:pt idx="265">
                        <c:v>10.7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06BF-4DB6-9AA7-BB8F5676640E}"/>
                  </c:ext>
                </c:extLst>
              </c15:ser>
            </c15:filteredLineSeries>
            <c15:filteredLine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Hoja4!$F$1</c15:sqref>
                        </c15:formulaRef>
                      </c:ext>
                    </c:extLst>
                    <c:strCache>
                      <c:ptCount val="1"/>
                      <c:pt idx="0">
                        <c:v>Tasa de política</c:v>
                      </c:pt>
                    </c:strCache>
                  </c:strRef>
                </c:tx>
                <c:spPr>
                  <a:ln w="28575" cap="rnd">
                    <a:solidFill>
                      <a:schemeClr val="accent5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Hoja4!$A$2:$A$267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Hoja4!$F$2:$F$267</c15:sqref>
                        </c15:formulaRef>
                      </c:ext>
                    </c:extLst>
                    <c:numCache>
                      <c:formatCode>General</c:formatCode>
                      <c:ptCount val="266"/>
                      <c:pt idx="0">
                        <c:v>6.25</c:v>
                      </c:pt>
                      <c:pt idx="1">
                        <c:v>6.25</c:v>
                      </c:pt>
                      <c:pt idx="2">
                        <c:v>6.25</c:v>
                      </c:pt>
                      <c:pt idx="3">
                        <c:v>7.25</c:v>
                      </c:pt>
                      <c:pt idx="4">
                        <c:v>7.25</c:v>
                      </c:pt>
                      <c:pt idx="5">
                        <c:v>7.25</c:v>
                      </c:pt>
                      <c:pt idx="6">
                        <c:v>7.25</c:v>
                      </c:pt>
                      <c:pt idx="7">
                        <c:v>7.25</c:v>
                      </c:pt>
                      <c:pt idx="8">
                        <c:v>7.25</c:v>
                      </c:pt>
                      <c:pt idx="9">
                        <c:v>7.25</c:v>
                      </c:pt>
                      <c:pt idx="10">
                        <c:v>7.25</c:v>
                      </c:pt>
                      <c:pt idx="11">
                        <c:v>7.25</c:v>
                      </c:pt>
                      <c:pt idx="12">
                        <c:v>7.25</c:v>
                      </c:pt>
                      <c:pt idx="13">
                        <c:v>7</c:v>
                      </c:pt>
                      <c:pt idx="14">
                        <c:v>6.75</c:v>
                      </c:pt>
                      <c:pt idx="15">
                        <c:v>6.75</c:v>
                      </c:pt>
                      <c:pt idx="16">
                        <c:v>6.75</c:v>
                      </c:pt>
                      <c:pt idx="17">
                        <c:v>6.75</c:v>
                      </c:pt>
                      <c:pt idx="18">
                        <c:v>6.75</c:v>
                      </c:pt>
                      <c:pt idx="19">
                        <c:v>6.75</c:v>
                      </c:pt>
                      <c:pt idx="20">
                        <c:v>6.75</c:v>
                      </c:pt>
                      <c:pt idx="21">
                        <c:v>6.75</c:v>
                      </c:pt>
                      <c:pt idx="22">
                        <c:v>6.75</c:v>
                      </c:pt>
                      <c:pt idx="23">
                        <c:v>6.5</c:v>
                      </c:pt>
                      <c:pt idx="24">
                        <c:v>6.5</c:v>
                      </c:pt>
                      <c:pt idx="25">
                        <c:v>6.5</c:v>
                      </c:pt>
                      <c:pt idx="26">
                        <c:v>6.5</c:v>
                      </c:pt>
                      <c:pt idx="27">
                        <c:v>6.5</c:v>
                      </c:pt>
                      <c:pt idx="28">
                        <c:v>6.5</c:v>
                      </c:pt>
                      <c:pt idx="29">
                        <c:v>6.5</c:v>
                      </c:pt>
                      <c:pt idx="30">
                        <c:v>6.5</c:v>
                      </c:pt>
                      <c:pt idx="31">
                        <c:v>6.5</c:v>
                      </c:pt>
                      <c:pt idx="32">
                        <c:v>6</c:v>
                      </c:pt>
                      <c:pt idx="33">
                        <c:v>6</c:v>
                      </c:pt>
                      <c:pt idx="34">
                        <c:v>6</c:v>
                      </c:pt>
                      <c:pt idx="35">
                        <c:v>6</c:v>
                      </c:pt>
                      <c:pt idx="36">
                        <c:v>6</c:v>
                      </c:pt>
                      <c:pt idx="37">
                        <c:v>6</c:v>
                      </c:pt>
                      <c:pt idx="38">
                        <c:v>6</c:v>
                      </c:pt>
                      <c:pt idx="39">
                        <c:v>6</c:v>
                      </c:pt>
                      <c:pt idx="40">
                        <c:v>6.25</c:v>
                      </c:pt>
                      <c:pt idx="41">
                        <c:v>6.5</c:v>
                      </c:pt>
                      <c:pt idx="42">
                        <c:v>6.5</c:v>
                      </c:pt>
                      <c:pt idx="43">
                        <c:v>6.75</c:v>
                      </c:pt>
                      <c:pt idx="44">
                        <c:v>6.75</c:v>
                      </c:pt>
                      <c:pt idx="45">
                        <c:v>7.25</c:v>
                      </c:pt>
                      <c:pt idx="46">
                        <c:v>7.25</c:v>
                      </c:pt>
                      <c:pt idx="47">
                        <c:v>7.5</c:v>
                      </c:pt>
                      <c:pt idx="48">
                        <c:v>7.75</c:v>
                      </c:pt>
                      <c:pt idx="49">
                        <c:v>8</c:v>
                      </c:pt>
                      <c:pt idx="50">
                        <c:v>8.25</c:v>
                      </c:pt>
                      <c:pt idx="51">
                        <c:v>8.25</c:v>
                      </c:pt>
                      <c:pt idx="52">
                        <c:v>8.75</c:v>
                      </c:pt>
                      <c:pt idx="53">
                        <c:v>9</c:v>
                      </c:pt>
                      <c:pt idx="54">
                        <c:v>9.25</c:v>
                      </c:pt>
                      <c:pt idx="55">
                        <c:v>9.25</c:v>
                      </c:pt>
                      <c:pt idx="56">
                        <c:v>9.25</c:v>
                      </c:pt>
                      <c:pt idx="57">
                        <c:v>9.25</c:v>
                      </c:pt>
                      <c:pt idx="58">
                        <c:v>9.5</c:v>
                      </c:pt>
                      <c:pt idx="59">
                        <c:v>9.5</c:v>
                      </c:pt>
                      <c:pt idx="60">
                        <c:v>9.5</c:v>
                      </c:pt>
                      <c:pt idx="61">
                        <c:v>9.75</c:v>
                      </c:pt>
                      <c:pt idx="62">
                        <c:v>9.75</c:v>
                      </c:pt>
                      <c:pt idx="63">
                        <c:v>9.75</c:v>
                      </c:pt>
                      <c:pt idx="64">
                        <c:v>9.75</c:v>
                      </c:pt>
                      <c:pt idx="65">
                        <c:v>9.75</c:v>
                      </c:pt>
                      <c:pt idx="66">
                        <c:v>10</c:v>
                      </c:pt>
                      <c:pt idx="67">
                        <c:v>10</c:v>
                      </c:pt>
                      <c:pt idx="68">
                        <c:v>10</c:v>
                      </c:pt>
                      <c:pt idx="69">
                        <c:v>10</c:v>
                      </c:pt>
                      <c:pt idx="70">
                        <c:v>10</c:v>
                      </c:pt>
                      <c:pt idx="71">
                        <c:v>9.5</c:v>
                      </c:pt>
                      <c:pt idx="72">
                        <c:v>9.5</c:v>
                      </c:pt>
                      <c:pt idx="73">
                        <c:v>9</c:v>
                      </c:pt>
                      <c:pt idx="74">
                        <c:v>7</c:v>
                      </c:pt>
                      <c:pt idx="75">
                        <c:v>7</c:v>
                      </c:pt>
                      <c:pt idx="76">
                        <c:v>6</c:v>
                      </c:pt>
                      <c:pt idx="77">
                        <c:v>4.5</c:v>
                      </c:pt>
                      <c:pt idx="78">
                        <c:v>4.5</c:v>
                      </c:pt>
                      <c:pt idx="79">
                        <c:v>4.5</c:v>
                      </c:pt>
                      <c:pt idx="80">
                        <c:v>4</c:v>
                      </c:pt>
                      <c:pt idx="81">
                        <c:v>4</c:v>
                      </c:pt>
                      <c:pt idx="82">
                        <c:v>3.5</c:v>
                      </c:pt>
                      <c:pt idx="83">
                        <c:v>3.5</c:v>
                      </c:pt>
                      <c:pt idx="84">
                        <c:v>3.5</c:v>
                      </c:pt>
                      <c:pt idx="85">
                        <c:v>3.5</c:v>
                      </c:pt>
                      <c:pt idx="86">
                        <c:v>3.5</c:v>
                      </c:pt>
                      <c:pt idx="87">
                        <c:v>3.5</c:v>
                      </c:pt>
                      <c:pt idx="88">
                        <c:v>3</c:v>
                      </c:pt>
                      <c:pt idx="89">
                        <c:v>3</c:v>
                      </c:pt>
                      <c:pt idx="90">
                        <c:v>3</c:v>
                      </c:pt>
                      <c:pt idx="91">
                        <c:v>3</c:v>
                      </c:pt>
                      <c:pt idx="92">
                        <c:v>3</c:v>
                      </c:pt>
                      <c:pt idx="93">
                        <c:v>3</c:v>
                      </c:pt>
                      <c:pt idx="94">
                        <c:v>3</c:v>
                      </c:pt>
                      <c:pt idx="95">
                        <c:v>3</c:v>
                      </c:pt>
                      <c:pt idx="96">
                        <c:v>3</c:v>
                      </c:pt>
                      <c:pt idx="97">
                        <c:v>3.25</c:v>
                      </c:pt>
                      <c:pt idx="98">
                        <c:v>3.5</c:v>
                      </c:pt>
                      <c:pt idx="99">
                        <c:v>3.5</c:v>
                      </c:pt>
                      <c:pt idx="100">
                        <c:v>4</c:v>
                      </c:pt>
                      <c:pt idx="101">
                        <c:v>4.25</c:v>
                      </c:pt>
                      <c:pt idx="102">
                        <c:v>4.25</c:v>
                      </c:pt>
                      <c:pt idx="103">
                        <c:v>4.5</c:v>
                      </c:pt>
                      <c:pt idx="104">
                        <c:v>4.5</c:v>
                      </c:pt>
                      <c:pt idx="105">
                        <c:v>4.5</c:v>
                      </c:pt>
                      <c:pt idx="106">
                        <c:v>4.75</c:v>
                      </c:pt>
                      <c:pt idx="107">
                        <c:v>4.75</c:v>
                      </c:pt>
                      <c:pt idx="108">
                        <c:v>5</c:v>
                      </c:pt>
                      <c:pt idx="109">
                        <c:v>5.25</c:v>
                      </c:pt>
                      <c:pt idx="110">
                        <c:v>5.25</c:v>
                      </c:pt>
                      <c:pt idx="111">
                        <c:v>5.25</c:v>
                      </c:pt>
                      <c:pt idx="112">
                        <c:v>5.25</c:v>
                      </c:pt>
                      <c:pt idx="113">
                        <c:v>5.25</c:v>
                      </c:pt>
                      <c:pt idx="114">
                        <c:v>5</c:v>
                      </c:pt>
                      <c:pt idx="115">
                        <c:v>4.75</c:v>
                      </c:pt>
                      <c:pt idx="116">
                        <c:v>4.75</c:v>
                      </c:pt>
                      <c:pt idx="117">
                        <c:v>4.75</c:v>
                      </c:pt>
                      <c:pt idx="118">
                        <c:v>4.5</c:v>
                      </c:pt>
                      <c:pt idx="119">
                        <c:v>4.25</c:v>
                      </c:pt>
                      <c:pt idx="120">
                        <c:v>4</c:v>
                      </c:pt>
                      <c:pt idx="121">
                        <c:v>3.75</c:v>
                      </c:pt>
                      <c:pt idx="122">
                        <c:v>3.25</c:v>
                      </c:pt>
                      <c:pt idx="123">
                        <c:v>3.25</c:v>
                      </c:pt>
                      <c:pt idx="124">
                        <c:v>3.25</c:v>
                      </c:pt>
                      <c:pt idx="125">
                        <c:v>3.25</c:v>
                      </c:pt>
                      <c:pt idx="126">
                        <c:v>3.25</c:v>
                      </c:pt>
                      <c:pt idx="127">
                        <c:v>3.25</c:v>
                      </c:pt>
                      <c:pt idx="128">
                        <c:v>3.25</c:v>
                      </c:pt>
                      <c:pt idx="129">
                        <c:v>3.25</c:v>
                      </c:pt>
                      <c:pt idx="130">
                        <c:v>3.25</c:v>
                      </c:pt>
                      <c:pt idx="131">
                        <c:v>3.25</c:v>
                      </c:pt>
                      <c:pt idx="132">
                        <c:v>3.25</c:v>
                      </c:pt>
                      <c:pt idx="133">
                        <c:v>3.25</c:v>
                      </c:pt>
                      <c:pt idx="134">
                        <c:v>3.25</c:v>
                      </c:pt>
                      <c:pt idx="135">
                        <c:v>3.5</c:v>
                      </c:pt>
                      <c:pt idx="136">
                        <c:v>3.5</c:v>
                      </c:pt>
                      <c:pt idx="137">
                        <c:v>4</c:v>
                      </c:pt>
                      <c:pt idx="138">
                        <c:v>4</c:v>
                      </c:pt>
                      <c:pt idx="139">
                        <c:v>4.25</c:v>
                      </c:pt>
                      <c:pt idx="140">
                        <c:v>4.5</c:v>
                      </c:pt>
                      <c:pt idx="141">
                        <c:v>4.5</c:v>
                      </c:pt>
                      <c:pt idx="142">
                        <c:v>4.5</c:v>
                      </c:pt>
                      <c:pt idx="143">
                        <c:v>4.5</c:v>
                      </c:pt>
                      <c:pt idx="144">
                        <c:v>4.5</c:v>
                      </c:pt>
                      <c:pt idx="145">
                        <c:v>4.5</c:v>
                      </c:pt>
                      <c:pt idx="146">
                        <c:v>4.5</c:v>
                      </c:pt>
                      <c:pt idx="147">
                        <c:v>4.5</c:v>
                      </c:pt>
                      <c:pt idx="148">
                        <c:v>4.5</c:v>
                      </c:pt>
                      <c:pt idx="149">
                        <c:v>4.5</c:v>
                      </c:pt>
                      <c:pt idx="150">
                        <c:v>4.5</c:v>
                      </c:pt>
                      <c:pt idx="151">
                        <c:v>4.5</c:v>
                      </c:pt>
                      <c:pt idx="152">
                        <c:v>4.75</c:v>
                      </c:pt>
                      <c:pt idx="153">
                        <c:v>4.75</c:v>
                      </c:pt>
                      <c:pt idx="154">
                        <c:v>5.5</c:v>
                      </c:pt>
                      <c:pt idx="155">
                        <c:v>5.75</c:v>
                      </c:pt>
                      <c:pt idx="156">
                        <c:v>5.75</c:v>
                      </c:pt>
                      <c:pt idx="157">
                        <c:v>6.25</c:v>
                      </c:pt>
                      <c:pt idx="158">
                        <c:v>6.5</c:v>
                      </c:pt>
                      <c:pt idx="159">
                        <c:v>6.5</c:v>
                      </c:pt>
                      <c:pt idx="160">
                        <c:v>7.25</c:v>
                      </c:pt>
                      <c:pt idx="161">
                        <c:v>7.5</c:v>
                      </c:pt>
                      <c:pt idx="162">
                        <c:v>7.5</c:v>
                      </c:pt>
                      <c:pt idx="163">
                        <c:v>7.75</c:v>
                      </c:pt>
                      <c:pt idx="164">
                        <c:v>7.75</c:v>
                      </c:pt>
                      <c:pt idx="165">
                        <c:v>7.75</c:v>
                      </c:pt>
                      <c:pt idx="166">
                        <c:v>7.75</c:v>
                      </c:pt>
                      <c:pt idx="167">
                        <c:v>7.5</c:v>
                      </c:pt>
                      <c:pt idx="168">
                        <c:v>7.5</c:v>
                      </c:pt>
                      <c:pt idx="169">
                        <c:v>7.25</c:v>
                      </c:pt>
                      <c:pt idx="170">
                        <c:v>7</c:v>
                      </c:pt>
                      <c:pt idx="171">
                        <c:v>7</c:v>
                      </c:pt>
                      <c:pt idx="172">
                        <c:v>6.25</c:v>
                      </c:pt>
                      <c:pt idx="173">
                        <c:v>6.25</c:v>
                      </c:pt>
                      <c:pt idx="174">
                        <c:v>5.5</c:v>
                      </c:pt>
                      <c:pt idx="175">
                        <c:v>5.5</c:v>
                      </c:pt>
                      <c:pt idx="176">
                        <c:v>5.25</c:v>
                      </c:pt>
                      <c:pt idx="177">
                        <c:v>5</c:v>
                      </c:pt>
                      <c:pt idx="178">
                        <c:v>4.75</c:v>
                      </c:pt>
                      <c:pt idx="179">
                        <c:v>4.75</c:v>
                      </c:pt>
                      <c:pt idx="180">
                        <c:v>4.5</c:v>
                      </c:pt>
                      <c:pt idx="181">
                        <c:v>4.5</c:v>
                      </c:pt>
                      <c:pt idx="182">
                        <c:v>4.5</c:v>
                      </c:pt>
                      <c:pt idx="183">
                        <c:v>4.25</c:v>
                      </c:pt>
                      <c:pt idx="184">
                        <c:v>4.25</c:v>
                      </c:pt>
                      <c:pt idx="185">
                        <c:v>4.25</c:v>
                      </c:pt>
                      <c:pt idx="186">
                        <c:v>4.25</c:v>
                      </c:pt>
                      <c:pt idx="187">
                        <c:v>4.25</c:v>
                      </c:pt>
                      <c:pt idx="188">
                        <c:v>4.25</c:v>
                      </c:pt>
                      <c:pt idx="189">
                        <c:v>4.25</c:v>
                      </c:pt>
                      <c:pt idx="190">
                        <c:v>4.25</c:v>
                      </c:pt>
                      <c:pt idx="191">
                        <c:v>4.25</c:v>
                      </c:pt>
                      <c:pt idx="192">
                        <c:v>4.25</c:v>
                      </c:pt>
                      <c:pt idx="193">
                        <c:v>4.25</c:v>
                      </c:pt>
                      <c:pt idx="194">
                        <c:v>4.25</c:v>
                      </c:pt>
                      <c:pt idx="195">
                        <c:v>4.25</c:v>
                      </c:pt>
                      <c:pt idx="196">
                        <c:v>4.25</c:v>
                      </c:pt>
                      <c:pt idx="197">
                        <c:v>4.25</c:v>
                      </c:pt>
                      <c:pt idx="198">
                        <c:v>4.25</c:v>
                      </c:pt>
                      <c:pt idx="199">
                        <c:v>4.25</c:v>
                      </c:pt>
                      <c:pt idx="200">
                        <c:v>4.25</c:v>
                      </c:pt>
                      <c:pt idx="201">
                        <c:v>4.25</c:v>
                      </c:pt>
                      <c:pt idx="202">
                        <c:v>4.25</c:v>
                      </c:pt>
                      <c:pt idx="203">
                        <c:v>4.25</c:v>
                      </c:pt>
                      <c:pt idx="204">
                        <c:v>4.25</c:v>
                      </c:pt>
                      <c:pt idx="205">
                        <c:v>4.25</c:v>
                      </c:pt>
                      <c:pt idx="206">
                        <c:v>3.75</c:v>
                      </c:pt>
                      <c:pt idx="207">
                        <c:v>3.75</c:v>
                      </c:pt>
                      <c:pt idx="208">
                        <c:v>3.25</c:v>
                      </c:pt>
                      <c:pt idx="209">
                        <c:v>2.75</c:v>
                      </c:pt>
                      <c:pt idx="210">
                        <c:v>2.5</c:v>
                      </c:pt>
                      <c:pt idx="211">
                        <c:v>2.25</c:v>
                      </c:pt>
                      <c:pt idx="212">
                        <c:v>1.75</c:v>
                      </c:pt>
                      <c:pt idx="213">
                        <c:v>1.75</c:v>
                      </c:pt>
                      <c:pt idx="214">
                        <c:v>1.75</c:v>
                      </c:pt>
                      <c:pt idx="215">
                        <c:v>1.75</c:v>
                      </c:pt>
                      <c:pt idx="216">
                        <c:v>1.75</c:v>
                      </c:pt>
                      <c:pt idx="217">
                        <c:v>1.75</c:v>
                      </c:pt>
                      <c:pt idx="218">
                        <c:v>1.75</c:v>
                      </c:pt>
                      <c:pt idx="219">
                        <c:v>1.75</c:v>
                      </c:pt>
                      <c:pt idx="220">
                        <c:v>1.75</c:v>
                      </c:pt>
                      <c:pt idx="221">
                        <c:v>1.75</c:v>
                      </c:pt>
                      <c:pt idx="222">
                        <c:v>1.75</c:v>
                      </c:pt>
                      <c:pt idx="223">
                        <c:v>1.75</c:v>
                      </c:pt>
                      <c:pt idx="224">
                        <c:v>1.75</c:v>
                      </c:pt>
                      <c:pt idx="225">
                        <c:v>2</c:v>
                      </c:pt>
                      <c:pt idx="226">
                        <c:v>2.5</c:v>
                      </c:pt>
                      <c:pt idx="227">
                        <c:v>3</c:v>
                      </c:pt>
                      <c:pt idx="228">
                        <c:v>4</c:v>
                      </c:pt>
                      <c:pt idx="229">
                        <c:v>4</c:v>
                      </c:pt>
                      <c:pt idx="230">
                        <c:v>4</c:v>
                      </c:pt>
                      <c:pt idx="231">
                        <c:v>5</c:v>
                      </c:pt>
                      <c:pt idx="232">
                        <c:v>6</c:v>
                      </c:pt>
                      <c:pt idx="233">
                        <c:v>6</c:v>
                      </c:pt>
                      <c:pt idx="234">
                        <c:v>7.5</c:v>
                      </c:pt>
                      <c:pt idx="235">
                        <c:v>9</c:v>
                      </c:pt>
                      <c:pt idx="236">
                        <c:v>10</c:v>
                      </c:pt>
                      <c:pt idx="237">
                        <c:v>11</c:v>
                      </c:pt>
                      <c:pt idx="238">
                        <c:v>11</c:v>
                      </c:pt>
                      <c:pt idx="239">
                        <c:v>12</c:v>
                      </c:pt>
                      <c:pt idx="240">
                        <c:v>12.75</c:v>
                      </c:pt>
                      <c:pt idx="241">
                        <c:v>12.75</c:v>
                      </c:pt>
                      <c:pt idx="242">
                        <c:v>13</c:v>
                      </c:pt>
                      <c:pt idx="243">
                        <c:v>13</c:v>
                      </c:pt>
                      <c:pt idx="244">
                        <c:v>13.25</c:v>
                      </c:pt>
                      <c:pt idx="245">
                        <c:v>13.25</c:v>
                      </c:pt>
                      <c:pt idx="246">
                        <c:v>13.25</c:v>
                      </c:pt>
                      <c:pt idx="247">
                        <c:v>13.25</c:v>
                      </c:pt>
                      <c:pt idx="248">
                        <c:v>13.25</c:v>
                      </c:pt>
                      <c:pt idx="249">
                        <c:v>13.25</c:v>
                      </c:pt>
                      <c:pt idx="250">
                        <c:v>13.25</c:v>
                      </c:pt>
                      <c:pt idx="251">
                        <c:v>13</c:v>
                      </c:pt>
                      <c:pt idx="252">
                        <c:v>13</c:v>
                      </c:pt>
                      <c:pt idx="253">
                        <c:v>12.75</c:v>
                      </c:pt>
                      <c:pt idx="254">
                        <c:v>12.25</c:v>
                      </c:pt>
                      <c:pt idx="255">
                        <c:v>12.25</c:v>
                      </c:pt>
                      <c:pt idx="256">
                        <c:v>11.75</c:v>
                      </c:pt>
                      <c:pt idx="257">
                        <c:v>11.75</c:v>
                      </c:pt>
                      <c:pt idx="258">
                        <c:v>11.25</c:v>
                      </c:pt>
                      <c:pt idx="259">
                        <c:v>10.75</c:v>
                      </c:pt>
                      <c:pt idx="260">
                        <c:v>10.75</c:v>
                      </c:pt>
                      <c:pt idx="261">
                        <c:v>10.25</c:v>
                      </c:pt>
                      <c:pt idx="262">
                        <c:v>9.75</c:v>
                      </c:pt>
                      <c:pt idx="263">
                        <c:v>9.5</c:v>
                      </c:pt>
                      <c:pt idx="264">
                        <c:v>9.5</c:v>
                      </c:pt>
                      <c:pt idx="265">
                        <c:v>9.5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06BF-4DB6-9AA7-BB8F5676640E}"/>
                  </c:ext>
                </c:extLst>
              </c15:ser>
            </c15:filteredLineSeries>
            <c15:filteredLineSeries>
              <c15:ser>
                <c:idx val="5"/>
                <c:order val="5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Hoja4!$G$1</c15:sqref>
                        </c15:formulaRef>
                      </c:ext>
                    </c:extLst>
                    <c:strCache>
                      <c:ptCount val="1"/>
                      <c:pt idx="0">
                        <c:v>Inflación Anual</c:v>
                      </c:pt>
                    </c:strCache>
                  </c:strRef>
                </c:tx>
                <c:spPr>
                  <a:ln w="28575" cap="rnd">
                    <a:solidFill>
                      <a:schemeClr val="accent6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Hoja4!$A$2:$A$267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Hoja4!$G$2:$G$267</c15:sqref>
                        </c15:formulaRef>
                      </c:ext>
                    </c:extLst>
                    <c:numCache>
                      <c:formatCode>0.0</c:formatCode>
                      <c:ptCount val="266"/>
                      <c:pt idx="0">
                        <c:v>7.3908413205537871</c:v>
                      </c:pt>
                      <c:pt idx="1">
                        <c:v>7.2360117795540635</c:v>
                      </c:pt>
                      <c:pt idx="2">
                        <c:v>7.6039273031125898</c:v>
                      </c:pt>
                      <c:pt idx="3">
                        <c:v>7.8451666321672553</c:v>
                      </c:pt>
                      <c:pt idx="4">
                        <c:v>7.7366255144032836</c:v>
                      </c:pt>
                      <c:pt idx="5">
                        <c:v>7.2116369596394003</c:v>
                      </c:pt>
                      <c:pt idx="6">
                        <c:v>7.0462925030725154</c:v>
                      </c:pt>
                      <c:pt idx="7">
                        <c:v>7.2641702475956693</c:v>
                      </c:pt>
                      <c:pt idx="8">
                        <c:v>7.1166394779771602</c:v>
                      </c:pt>
                      <c:pt idx="9">
                        <c:v>6.5693430656934337</c:v>
                      </c:pt>
                      <c:pt idx="10">
                        <c:v>6.1368209255533213</c:v>
                      </c:pt>
                      <c:pt idx="11">
                        <c:v>6.5021071643588169</c:v>
                      </c:pt>
                      <c:pt idx="12">
                        <c:v>6.1880206267354243</c:v>
                      </c:pt>
                      <c:pt idx="13">
                        <c:v>6.2769713613181732</c:v>
                      </c:pt>
                      <c:pt idx="14">
                        <c:v>6.212385944476817</c:v>
                      </c:pt>
                      <c:pt idx="15">
                        <c:v>5.4894433781190077</c:v>
                      </c:pt>
                      <c:pt idx="16">
                        <c:v>5.3666921313980209</c:v>
                      </c:pt>
                      <c:pt idx="17">
                        <c:v>6.076820179629272</c:v>
                      </c:pt>
                      <c:pt idx="18">
                        <c:v>6.1806352851129009</c:v>
                      </c:pt>
                      <c:pt idx="19">
                        <c:v>5.8946966806562306</c:v>
                      </c:pt>
                      <c:pt idx="20">
                        <c:v>5.9775366457262447</c:v>
                      </c:pt>
                      <c:pt idx="21">
                        <c:v>5.8980213089802058</c:v>
                      </c:pt>
                      <c:pt idx="22">
                        <c:v>5.8199052132701379</c:v>
                      </c:pt>
                      <c:pt idx="23">
                        <c:v>5.5021669493122261</c:v>
                      </c:pt>
                      <c:pt idx="24">
                        <c:v>5.4351886440044961</c:v>
                      </c:pt>
                      <c:pt idx="25">
                        <c:v>5.2417866371354815</c:v>
                      </c:pt>
                      <c:pt idx="26">
                        <c:v>5.0265033814659077</c:v>
                      </c:pt>
                      <c:pt idx="27">
                        <c:v>5.0218340611353662</c:v>
                      </c:pt>
                      <c:pt idx="28">
                        <c:v>5.0389704549574033</c:v>
                      </c:pt>
                      <c:pt idx="29">
                        <c:v>4.809944154206458</c:v>
                      </c:pt>
                      <c:pt idx="30">
                        <c:v>4.901784105244178</c:v>
                      </c:pt>
                      <c:pt idx="31">
                        <c:v>4.8639884705458547</c:v>
                      </c:pt>
                      <c:pt idx="32">
                        <c:v>5.0116759475480555</c:v>
                      </c:pt>
                      <c:pt idx="33">
                        <c:v>5.2820697089471791</c:v>
                      </c:pt>
                      <c:pt idx="34">
                        <c:v>5.0877821569329962</c:v>
                      </c:pt>
                      <c:pt idx="35">
                        <c:v>4.8401500267905018</c:v>
                      </c:pt>
                      <c:pt idx="36">
                        <c:v>4.5527015057573061</c:v>
                      </c:pt>
                      <c:pt idx="37">
                        <c:v>4.1915117502630439</c:v>
                      </c:pt>
                      <c:pt idx="38">
                        <c:v>4.1246084232509528</c:v>
                      </c:pt>
                      <c:pt idx="39">
                        <c:v>4.1060291060291076</c:v>
                      </c:pt>
                      <c:pt idx="40">
                        <c:v>4.0379637618636721</c:v>
                      </c:pt>
                      <c:pt idx="41">
                        <c:v>3.9532485390168404</c:v>
                      </c:pt>
                      <c:pt idx="42">
                        <c:v>4.3291530664834044</c:v>
                      </c:pt>
                      <c:pt idx="43">
                        <c:v>4.72427417969421</c:v>
                      </c:pt>
                      <c:pt idx="44">
                        <c:v>4.5843311666096564</c:v>
                      </c:pt>
                      <c:pt idx="45">
                        <c:v>4.180887372013653</c:v>
                      </c:pt>
                      <c:pt idx="46">
                        <c:v>4.3129901125127823</c:v>
                      </c:pt>
                      <c:pt idx="47">
                        <c:v>4.4804088586030577</c:v>
                      </c:pt>
                      <c:pt idx="48">
                        <c:v>4.7102677058624032</c:v>
                      </c:pt>
                      <c:pt idx="49">
                        <c:v>5.2516411378555894</c:v>
                      </c:pt>
                      <c:pt idx="50">
                        <c:v>5.7830519806117309</c:v>
                      </c:pt>
                      <c:pt idx="51">
                        <c:v>6.2572807455483437</c:v>
                      </c:pt>
                      <c:pt idx="52">
                        <c:v>6.2365234698954941</c:v>
                      </c:pt>
                      <c:pt idx="53">
                        <c:v>6.0185185185185341</c:v>
                      </c:pt>
                      <c:pt idx="54">
                        <c:v>5.7632142269059994</c:v>
                      </c:pt>
                      <c:pt idx="55">
                        <c:v>5.2165354330708569</c:v>
                      </c:pt>
                      <c:pt idx="56">
                        <c:v>5.0049067713444639</c:v>
                      </c:pt>
                      <c:pt idx="57">
                        <c:v>5.1597051597051635</c:v>
                      </c:pt>
                      <c:pt idx="58">
                        <c:v>5.4257231573786591</c:v>
                      </c:pt>
                      <c:pt idx="59">
                        <c:v>5.6905266590575598</c:v>
                      </c:pt>
                      <c:pt idx="60">
                        <c:v>6.0032362459547128</c:v>
                      </c:pt>
                      <c:pt idx="61">
                        <c:v>6.3489525027986549</c:v>
                      </c:pt>
                      <c:pt idx="62">
                        <c:v>5.9251066519197426</c:v>
                      </c:pt>
                      <c:pt idx="63">
                        <c:v>5.7321848081441029</c:v>
                      </c:pt>
                      <c:pt idx="64">
                        <c:v>6.385636221701807</c:v>
                      </c:pt>
                      <c:pt idx="65">
                        <c:v>7.1896444167186546</c:v>
                      </c:pt>
                      <c:pt idx="66">
                        <c:v>7.5198505371321778</c:v>
                      </c:pt>
                      <c:pt idx="67">
                        <c:v>7.8734019332709737</c:v>
                      </c:pt>
                      <c:pt idx="68">
                        <c:v>7.5700934579439272</c:v>
                      </c:pt>
                      <c:pt idx="69">
                        <c:v>7.943925233644844</c:v>
                      </c:pt>
                      <c:pt idx="70">
                        <c:v>7.7197333746705787</c:v>
                      </c:pt>
                      <c:pt idx="71">
                        <c:v>7.682813946312872</c:v>
                      </c:pt>
                      <c:pt idx="72">
                        <c:v>7.1744771790566153</c:v>
                      </c:pt>
                      <c:pt idx="73">
                        <c:v>6.4661654135338198</c:v>
                      </c:pt>
                      <c:pt idx="74">
                        <c:v>6.1306682577565663</c:v>
                      </c:pt>
                      <c:pt idx="75">
                        <c:v>5.7324840764330975</c:v>
                      </c:pt>
                      <c:pt idx="76">
                        <c:v>4.7695920164367411</c:v>
                      </c:pt>
                      <c:pt idx="77">
                        <c:v>3.8120180416120863</c:v>
                      </c:pt>
                      <c:pt idx="78">
                        <c:v>3.2725166521864857</c:v>
                      </c:pt>
                      <c:pt idx="79">
                        <c:v>3.1218384159560575</c:v>
                      </c:pt>
                      <c:pt idx="80">
                        <c:v>3.2145960034752452</c:v>
                      </c:pt>
                      <c:pt idx="81">
                        <c:v>2.7272727272727337</c:v>
                      </c:pt>
                      <c:pt idx="82">
                        <c:v>2.3744423658080382</c:v>
                      </c:pt>
                      <c:pt idx="83">
                        <c:v>2.0057306590258062</c:v>
                      </c:pt>
                      <c:pt idx="84">
                        <c:v>2.1079618287993318</c:v>
                      </c:pt>
                      <c:pt idx="85">
                        <c:v>2.0903954802260039</c:v>
                      </c:pt>
                      <c:pt idx="86">
                        <c:v>1.8411806043569845</c:v>
                      </c:pt>
                      <c:pt idx="87">
                        <c:v>1.9753432333987186</c:v>
                      </c:pt>
                      <c:pt idx="88">
                        <c:v>2.0731194845216461</c:v>
                      </c:pt>
                      <c:pt idx="89">
                        <c:v>2.2424667133847276</c:v>
                      </c:pt>
                      <c:pt idx="90">
                        <c:v>2.243409983174427</c:v>
                      </c:pt>
                      <c:pt idx="91">
                        <c:v>2.3125437981780017</c:v>
                      </c:pt>
                      <c:pt idx="92">
                        <c:v>2.2727272727272707</c:v>
                      </c:pt>
                      <c:pt idx="93">
                        <c:v>2.3177412557943589</c:v>
                      </c:pt>
                      <c:pt idx="94">
                        <c:v>2.5864492549901641</c:v>
                      </c:pt>
                      <c:pt idx="95">
                        <c:v>3.1601123595505598</c:v>
                      </c:pt>
                      <c:pt idx="96">
                        <c:v>3.3895940856465412</c:v>
                      </c:pt>
                      <c:pt idx="97">
                        <c:v>3.1682346430547792</c:v>
                      </c:pt>
                      <c:pt idx="98">
                        <c:v>3.1879657742202694</c:v>
                      </c:pt>
                      <c:pt idx="99">
                        <c:v>2.8437972248935184</c:v>
                      </c:pt>
                      <c:pt idx="100">
                        <c:v>3.019075065184551</c:v>
                      </c:pt>
                      <c:pt idx="101">
                        <c:v>3.2350925291295463</c:v>
                      </c:pt>
                      <c:pt idx="102">
                        <c:v>3.4284147010422483</c:v>
                      </c:pt>
                      <c:pt idx="103">
                        <c:v>3.2739726027397165</c:v>
                      </c:pt>
                      <c:pt idx="104">
                        <c:v>3.7311385459533497</c:v>
                      </c:pt>
                      <c:pt idx="105">
                        <c:v>4.0225151015925276</c:v>
                      </c:pt>
                      <c:pt idx="106">
                        <c:v>3.9599890380926261</c:v>
                      </c:pt>
                      <c:pt idx="107">
                        <c:v>3.7304288631722082</c:v>
                      </c:pt>
                      <c:pt idx="108">
                        <c:v>3.5483000539665355</c:v>
                      </c:pt>
                      <c:pt idx="109">
                        <c:v>3.5537079254391868</c:v>
                      </c:pt>
                      <c:pt idx="110">
                        <c:v>3.3970843921358851</c:v>
                      </c:pt>
                      <c:pt idx="111">
                        <c:v>3.419716804702122</c:v>
                      </c:pt>
                      <c:pt idx="112">
                        <c:v>3.4501132276541835</c:v>
                      </c:pt>
                      <c:pt idx="113">
                        <c:v>3.200106227592614</c:v>
                      </c:pt>
                      <c:pt idx="114">
                        <c:v>3.0230708035003939</c:v>
                      </c:pt>
                      <c:pt idx="115">
                        <c:v>3.1038599283724766</c:v>
                      </c:pt>
                      <c:pt idx="116">
                        <c:v>3.0944194657497981</c:v>
                      </c:pt>
                      <c:pt idx="117">
                        <c:v>3.0487000131978359</c:v>
                      </c:pt>
                      <c:pt idx="118">
                        <c:v>2.781072887834446</c:v>
                      </c:pt>
                      <c:pt idx="119">
                        <c:v>2.4412652579078653</c:v>
                      </c:pt>
                      <c:pt idx="120">
                        <c:v>1.993485342019552</c:v>
                      </c:pt>
                      <c:pt idx="121">
                        <c:v>1.8259518259518215</c:v>
                      </c:pt>
                      <c:pt idx="122">
                        <c:v>1.9143707153020273</c:v>
                      </c:pt>
                      <c:pt idx="123">
                        <c:v>2.0278997675019284</c:v>
                      </c:pt>
                      <c:pt idx="124">
                        <c:v>1.9958794746330222</c:v>
                      </c:pt>
                      <c:pt idx="125">
                        <c:v>2.1487390633041725</c:v>
                      </c:pt>
                      <c:pt idx="126">
                        <c:v>2.2265122265122228</c:v>
                      </c:pt>
                      <c:pt idx="127">
                        <c:v>2.2771130837514475</c:v>
                      </c:pt>
                      <c:pt idx="128">
                        <c:v>2.2703950743971468</c:v>
                      </c:pt>
                      <c:pt idx="129">
                        <c:v>1.8442622950819665</c:v>
                      </c:pt>
                      <c:pt idx="130">
                        <c:v>1.7568607335213926</c:v>
                      </c:pt>
                      <c:pt idx="131">
                        <c:v>1.9346572709801446</c:v>
                      </c:pt>
                      <c:pt idx="132">
                        <c:v>2.1333673990802327</c:v>
                      </c:pt>
                      <c:pt idx="133">
                        <c:v>2.3146381788121673</c:v>
                      </c:pt>
                      <c:pt idx="134">
                        <c:v>2.5130092651351577</c:v>
                      </c:pt>
                      <c:pt idx="135">
                        <c:v>2.721863527028745</c:v>
                      </c:pt>
                      <c:pt idx="136">
                        <c:v>2.9289231157682227</c:v>
                      </c:pt>
                      <c:pt idx="137">
                        <c:v>2.7963219549061558</c:v>
                      </c:pt>
                      <c:pt idx="138">
                        <c:v>2.8956313735364336</c:v>
                      </c:pt>
                      <c:pt idx="139">
                        <c:v>3.0188679245283012</c:v>
                      </c:pt>
                      <c:pt idx="140">
                        <c:v>2.8596513232158616</c:v>
                      </c:pt>
                      <c:pt idx="141">
                        <c:v>3.2947686116700181</c:v>
                      </c:pt>
                      <c:pt idx="142">
                        <c:v>3.6546943919344654</c:v>
                      </c:pt>
                      <c:pt idx="143">
                        <c:v>3.6576168929109976</c:v>
                      </c:pt>
                      <c:pt idx="144">
                        <c:v>3.8148843026891699</c:v>
                      </c:pt>
                      <c:pt idx="145">
                        <c:v>4.3629583592293297</c:v>
                      </c:pt>
                      <c:pt idx="146">
                        <c:v>4.5561470843134888</c:v>
                      </c:pt>
                      <c:pt idx="147">
                        <c:v>4.6339659847177694</c:v>
                      </c:pt>
                      <c:pt idx="148">
                        <c:v>4.4032871335704771</c:v>
                      </c:pt>
                      <c:pt idx="149">
                        <c:v>4.4112241146918141</c:v>
                      </c:pt>
                      <c:pt idx="150">
                        <c:v>4.4536889758962417</c:v>
                      </c:pt>
                      <c:pt idx="151">
                        <c:v>4.7374847374847207</c:v>
                      </c:pt>
                      <c:pt idx="152">
                        <c:v>5.3408120960858341</c:v>
                      </c:pt>
                      <c:pt idx="153">
                        <c:v>5.8923788653518328</c:v>
                      </c:pt>
                      <c:pt idx="154">
                        <c:v>6.3951367781155177</c:v>
                      </c:pt>
                      <c:pt idx="155">
                        <c:v>6.7660967624590729</c:v>
                      </c:pt>
                      <c:pt idx="156">
                        <c:v>7.4578313253012007</c:v>
                      </c:pt>
                      <c:pt idx="157">
                        <c:v>7.5869461648404135</c:v>
                      </c:pt>
                      <c:pt idx="158">
                        <c:v>7.9692125518058043</c:v>
                      </c:pt>
                      <c:pt idx="159">
                        <c:v>7.9269729093050412</c:v>
                      </c:pt>
                      <c:pt idx="160">
                        <c:v>8.2001879699248104</c:v>
                      </c:pt>
                      <c:pt idx="161">
                        <c:v>8.6022767280835808</c:v>
                      </c:pt>
                      <c:pt idx="162">
                        <c:v>8.960993323181432</c:v>
                      </c:pt>
                      <c:pt idx="163">
                        <c:v>8.1021217066915341</c:v>
                      </c:pt>
                      <c:pt idx="164">
                        <c:v>7.2809352934367411</c:v>
                      </c:pt>
                      <c:pt idx="165">
                        <c:v>6.4842492527017681</c:v>
                      </c:pt>
                      <c:pt idx="166">
                        <c:v>5.9650325677065519</c:v>
                      </c:pt>
                      <c:pt idx="167">
                        <c:v>5.7467348097671733</c:v>
                      </c:pt>
                      <c:pt idx="168">
                        <c:v>5.4714654109204952</c:v>
                      </c:pt>
                      <c:pt idx="169">
                        <c:v>5.1810029890401843</c:v>
                      </c:pt>
                      <c:pt idx="170">
                        <c:v>4.6940118447027723</c:v>
                      </c:pt>
                      <c:pt idx="171">
                        <c:v>4.6709592928080301</c:v>
                      </c:pt>
                      <c:pt idx="172">
                        <c:v>4.3648208469055483</c:v>
                      </c:pt>
                      <c:pt idx="173">
                        <c:v>3.9874648800518608</c:v>
                      </c:pt>
                      <c:pt idx="174">
                        <c:v>3.3971188991614776</c:v>
                      </c:pt>
                      <c:pt idx="175">
                        <c:v>3.871454761134463</c:v>
                      </c:pt>
                      <c:pt idx="176">
                        <c:v>3.9706517047906731</c:v>
                      </c:pt>
                      <c:pt idx="177">
                        <c:v>4.0488015547397893</c:v>
                      </c:pt>
                      <c:pt idx="178">
                        <c:v>4.1194866817642506</c:v>
                      </c:pt>
                      <c:pt idx="179">
                        <c:v>4.0919342712920193</c:v>
                      </c:pt>
                      <c:pt idx="180">
                        <c:v>3.6781120442223925</c:v>
                      </c:pt>
                      <c:pt idx="181">
                        <c:v>3.3785917271865973</c:v>
                      </c:pt>
                      <c:pt idx="182">
                        <c:v>3.1322019694112857</c:v>
                      </c:pt>
                      <c:pt idx="183">
                        <c:v>3.1279324366593642</c:v>
                      </c:pt>
                      <c:pt idx="184">
                        <c:v>3.162713275072826</c:v>
                      </c:pt>
                      <c:pt idx="185">
                        <c:v>3.2006650732619768</c:v>
                      </c:pt>
                      <c:pt idx="186">
                        <c:v>3.1191515907673217</c:v>
                      </c:pt>
                      <c:pt idx="187">
                        <c:v>3.0938538205980137</c:v>
                      </c:pt>
                      <c:pt idx="188">
                        <c:v>3.2274802822747972</c:v>
                      </c:pt>
                      <c:pt idx="189">
                        <c:v>3.3412887828162319</c:v>
                      </c:pt>
                      <c:pt idx="190">
                        <c:v>3.2625582599689285</c:v>
                      </c:pt>
                      <c:pt idx="191">
                        <c:v>3.1778786628146927</c:v>
                      </c:pt>
                      <c:pt idx="192">
                        <c:v>3.1477494104378057</c:v>
                      </c:pt>
                      <c:pt idx="193">
                        <c:v>3.0136428425982631</c:v>
                      </c:pt>
                      <c:pt idx="194">
                        <c:v>3.2199085830370677</c:v>
                      </c:pt>
                      <c:pt idx="195">
                        <c:v>3.2453745829542191</c:v>
                      </c:pt>
                      <c:pt idx="196">
                        <c:v>3.3077853973376481</c:v>
                      </c:pt>
                      <c:pt idx="197">
                        <c:v>3.4236229986909672</c:v>
                      </c:pt>
                      <c:pt idx="198">
                        <c:v>3.7910869126839941</c:v>
                      </c:pt>
                      <c:pt idx="199">
                        <c:v>3.7562940584088711</c:v>
                      </c:pt>
                      <c:pt idx="200">
                        <c:v>3.8101940283502556</c:v>
                      </c:pt>
                      <c:pt idx="201">
                        <c:v>3.8558088161462001</c:v>
                      </c:pt>
                      <c:pt idx="202">
                        <c:v>3.8515546639919851</c:v>
                      </c:pt>
                      <c:pt idx="203">
                        <c:v>3.8000000000000034</c:v>
                      </c:pt>
                      <c:pt idx="204">
                        <c:v>3.6182902584493082</c:v>
                      </c:pt>
                      <c:pt idx="205">
                        <c:v>3.7161494366475534</c:v>
                      </c:pt>
                      <c:pt idx="206">
                        <c:v>3.8476677819326843</c:v>
                      </c:pt>
                      <c:pt idx="207">
                        <c:v>3.5056795926361017</c:v>
                      </c:pt>
                      <c:pt idx="208">
                        <c:v>2.8504490433424401</c:v>
                      </c:pt>
                      <c:pt idx="209">
                        <c:v>2.2003699737124016</c:v>
                      </c:pt>
                      <c:pt idx="210">
                        <c:v>1.9720225374004308</c:v>
                      </c:pt>
                      <c:pt idx="211">
                        <c:v>1.8732408036494119</c:v>
                      </c:pt>
                      <c:pt idx="212">
                        <c:v>1.96591129188457</c:v>
                      </c:pt>
                      <c:pt idx="213">
                        <c:v>1.740307454316925</c:v>
                      </c:pt>
                      <c:pt idx="214">
                        <c:v>1.4873478848754118</c:v>
                      </c:pt>
                      <c:pt idx="215">
                        <c:v>1.6184971098265999</c:v>
                      </c:pt>
                      <c:pt idx="216">
                        <c:v>1.602072141212596</c:v>
                      </c:pt>
                      <c:pt idx="217">
                        <c:v>1.5627977892128886</c:v>
                      </c:pt>
                      <c:pt idx="218">
                        <c:v>1.5066805647683257</c:v>
                      </c:pt>
                      <c:pt idx="219">
                        <c:v>1.948912015137183</c:v>
                      </c:pt>
                      <c:pt idx="220">
                        <c:v>3.302961275626437</c:v>
                      </c:pt>
                      <c:pt idx="221">
                        <c:v>3.6296084595598854</c:v>
                      </c:pt>
                      <c:pt idx="222">
                        <c:v>3.9725635895970335</c:v>
                      </c:pt>
                      <c:pt idx="223">
                        <c:v>4.4397865853658569</c:v>
                      </c:pt>
                      <c:pt idx="224">
                        <c:v>4.511349605850512</c:v>
                      </c:pt>
                      <c:pt idx="225">
                        <c:v>4.5899458329373699</c:v>
                      </c:pt>
                      <c:pt idx="226">
                        <c:v>5.253140464408057</c:v>
                      </c:pt>
                      <c:pt idx="227">
                        <c:v>5.6219188471748227</c:v>
                      </c:pt>
                      <c:pt idx="228">
                        <c:v>6.9398545935228206</c:v>
                      </c:pt>
                      <c:pt idx="229">
                        <c:v>8.0033777444173495</c:v>
                      </c:pt>
                      <c:pt idx="230">
                        <c:v>8.5324869305451791</c:v>
                      </c:pt>
                      <c:pt idx="231">
                        <c:v>9.2334818114327977</c:v>
                      </c:pt>
                      <c:pt idx="232">
                        <c:v>9.0591694230062423</c:v>
                      </c:pt>
                      <c:pt idx="233">
                        <c:v>9.6800882515168283</c:v>
                      </c:pt>
                      <c:pt idx="234">
                        <c:v>10.197910940076959</c:v>
                      </c:pt>
                      <c:pt idx="235">
                        <c:v>10.837438423645306</c:v>
                      </c:pt>
                      <c:pt idx="236">
                        <c:v>11.441294074881858</c:v>
                      </c:pt>
                      <c:pt idx="237">
                        <c:v>12.220606941668176</c:v>
                      </c:pt>
                      <c:pt idx="238">
                        <c:v>12.531645569620252</c:v>
                      </c:pt>
                      <c:pt idx="239">
                        <c:v>13.122699937169013</c:v>
                      </c:pt>
                      <c:pt idx="240">
                        <c:v>13.252692918947551</c:v>
                      </c:pt>
                      <c:pt idx="241">
                        <c:v>13.28294674659023</c:v>
                      </c:pt>
                      <c:pt idx="242">
                        <c:v>13.340787889213846</c:v>
                      </c:pt>
                      <c:pt idx="243">
                        <c:v>12.819641491801903</c:v>
                      </c:pt>
                      <c:pt idx="244">
                        <c:v>12.367312552653754</c:v>
                      </c:pt>
                      <c:pt idx="245">
                        <c:v>12.12806973430558</c:v>
                      </c:pt>
                      <c:pt idx="246">
                        <c:v>11.790138854244603</c:v>
                      </c:pt>
                      <c:pt idx="247">
                        <c:v>11.432098765432098</c:v>
                      </c:pt>
                      <c:pt idx="248">
                        <c:v>10.992416211367551</c:v>
                      </c:pt>
                      <c:pt idx="249">
                        <c:v>10.476884462796532</c:v>
                      </c:pt>
                      <c:pt idx="250">
                        <c:v>10.147838663024267</c:v>
                      </c:pt>
                      <c:pt idx="251">
                        <c:v>9.2755693088947044</c:v>
                      </c:pt>
                      <c:pt idx="252">
                        <c:v>8.3495751149917918</c:v>
                      </c:pt>
                      <c:pt idx="253">
                        <c:v>7.7377300613497013</c:v>
                      </c:pt>
                      <c:pt idx="254">
                        <c:v>7.3689003566820732</c:v>
                      </c:pt>
                      <c:pt idx="255">
                        <c:v>7.1686746987951633</c:v>
                      </c:pt>
                      <c:pt idx="256">
                        <c:v>7.1524966261808265</c:v>
                      </c:pt>
                      <c:pt idx="257">
                        <c:v>7.1759605322170739</c:v>
                      </c:pt>
                      <c:pt idx="258">
                        <c:v>6.857567869096326</c:v>
                      </c:pt>
                      <c:pt idx="259">
                        <c:v>6.1156658541989817</c:v>
                      </c:pt>
                      <c:pt idx="260">
                        <c:v>5.8114760120490772</c:v>
                      </c:pt>
                      <c:pt idx="261">
                        <c:v>5.4085745694393728</c:v>
                      </c:pt>
                      <c:pt idx="262">
                        <c:v>5.2009628711065625</c:v>
                      </c:pt>
                      <c:pt idx="263">
                        <c:v>5.1989544002323473</c:v>
                      </c:pt>
                      <c:pt idx="264">
                        <c:v>5.22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5-06BF-4DB6-9AA7-BB8F5676640E}"/>
                  </c:ext>
                </c:extLst>
              </c15:ser>
            </c15:filteredLineSeries>
          </c:ext>
        </c:extLst>
      </c:lineChart>
      <c:lineChart>
        <c:grouping val="standard"/>
        <c:varyColors val="0"/>
        <c:ser>
          <c:idx val="3"/>
          <c:order val="3"/>
          <c:tx>
            <c:strRef>
              <c:f>Hoja4!$E$1</c:f>
              <c:strCache>
                <c:ptCount val="1"/>
                <c:pt idx="0">
                  <c:v>TES a 10 años (eje der.)</c:v>
                </c:pt>
              </c:strCache>
            </c:strRef>
          </c:tx>
          <c:spPr>
            <a:ln w="28575" cap="rnd">
              <a:solidFill>
                <a:srgbClr val="00B0F0"/>
              </a:solidFill>
              <a:round/>
            </a:ln>
            <a:effectLst/>
          </c:spPr>
          <c:marker>
            <c:symbol val="none"/>
          </c:marker>
          <c:cat>
            <c:numRef>
              <c:f>Hoja4!$A$2:$A$267</c:f>
              <c:numCache>
                <c:formatCode>mmm\-yy</c:formatCode>
                <c:ptCount val="266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</c:numCache>
            </c:numRef>
          </c:cat>
          <c:val>
            <c:numRef>
              <c:f>Hoja4!$E$2:$E$267</c:f>
              <c:numCache>
                <c:formatCode>General</c:formatCode>
                <c:ptCount val="266"/>
                <c:pt idx="0">
                  <c:v>15.893448182120901</c:v>
                </c:pt>
                <c:pt idx="1">
                  <c:v>16.104503802665</c:v>
                </c:pt>
                <c:pt idx="2">
                  <c:v>14.5510224341241</c:v>
                </c:pt>
                <c:pt idx="3">
                  <c:v>16.181800265442799</c:v>
                </c:pt>
                <c:pt idx="4">
                  <c:v>14.9679494011021</c:v>
                </c:pt>
                <c:pt idx="5">
                  <c:v>15.229693362146101</c:v>
                </c:pt>
                <c:pt idx="6">
                  <c:v>14.9558717652501</c:v>
                </c:pt>
                <c:pt idx="7">
                  <c:v>15.0534204534347</c:v>
                </c:pt>
                <c:pt idx="8">
                  <c:v>15.336550497650601</c:v>
                </c:pt>
                <c:pt idx="9">
                  <c:v>14.4115446764031</c:v>
                </c:pt>
                <c:pt idx="10">
                  <c:v>14.805985417231099</c:v>
                </c:pt>
                <c:pt idx="11">
                  <c:v>14.765415148056899</c:v>
                </c:pt>
                <c:pt idx="12">
                  <c:v>14.463429371814099</c:v>
                </c:pt>
                <c:pt idx="13">
                  <c:v>14.3773506386643</c:v>
                </c:pt>
                <c:pt idx="14">
                  <c:v>13.2716515687962</c:v>
                </c:pt>
                <c:pt idx="15">
                  <c:v>12.7745281629681</c:v>
                </c:pt>
                <c:pt idx="16">
                  <c:v>14.489635074913499</c:v>
                </c:pt>
                <c:pt idx="17">
                  <c:v>15.2717626281874</c:v>
                </c:pt>
                <c:pt idx="18">
                  <c:v>15.515700182093401</c:v>
                </c:pt>
                <c:pt idx="19">
                  <c:v>15.129891699856699</c:v>
                </c:pt>
                <c:pt idx="20">
                  <c:v>14.6468294133618</c:v>
                </c:pt>
                <c:pt idx="21">
                  <c:v>14.6267123441562</c:v>
                </c:pt>
                <c:pt idx="22">
                  <c:v>13.936500398081201</c:v>
                </c:pt>
                <c:pt idx="23">
                  <c:v>13.575972505457599</c:v>
                </c:pt>
                <c:pt idx="24">
                  <c:v>13.3601486540311</c:v>
                </c:pt>
                <c:pt idx="25">
                  <c:v>13.0895087861613</c:v>
                </c:pt>
                <c:pt idx="26">
                  <c:v>13.4079506947125</c:v>
                </c:pt>
                <c:pt idx="27">
                  <c:v>13.6440852312091</c:v>
                </c:pt>
                <c:pt idx="28">
                  <c:v>13.322616080165201</c:v>
                </c:pt>
                <c:pt idx="29">
                  <c:v>12.366901485909199</c:v>
                </c:pt>
                <c:pt idx="30">
                  <c:v>11.3327369174257</c:v>
                </c:pt>
                <c:pt idx="31">
                  <c:v>10.8193086434341</c:v>
                </c:pt>
                <c:pt idx="32">
                  <c:v>8.9189369434089301</c:v>
                </c:pt>
                <c:pt idx="33">
                  <c:v>9.6717065434801501</c:v>
                </c:pt>
                <c:pt idx="34">
                  <c:v>9.5028293830521307</c:v>
                </c:pt>
                <c:pt idx="35">
                  <c:v>9.2266730287525505</c:v>
                </c:pt>
                <c:pt idx="36">
                  <c:v>8.3918166762594808</c:v>
                </c:pt>
                <c:pt idx="37">
                  <c:v>7.2617293377057299</c:v>
                </c:pt>
                <c:pt idx="38">
                  <c:v>7.8150574548581799</c:v>
                </c:pt>
                <c:pt idx="39">
                  <c:v>9.0068126824389001</c:v>
                </c:pt>
                <c:pt idx="40">
                  <c:v>9.9679208336184804</c:v>
                </c:pt>
                <c:pt idx="41">
                  <c:v>10.908579931608701</c:v>
                </c:pt>
                <c:pt idx="42">
                  <c:v>9.73246202780002</c:v>
                </c:pt>
                <c:pt idx="43">
                  <c:v>9.5653054044143193</c:v>
                </c:pt>
                <c:pt idx="44">
                  <c:v>9.6641141583312606</c:v>
                </c:pt>
                <c:pt idx="45">
                  <c:v>9.3208401432787493</c:v>
                </c:pt>
                <c:pt idx="46">
                  <c:v>9.2718888079830002</c:v>
                </c:pt>
                <c:pt idx="47">
                  <c:v>8.9565191914716493</c:v>
                </c:pt>
                <c:pt idx="48">
                  <c:v>9.4524582804092798</c:v>
                </c:pt>
                <c:pt idx="49">
                  <c:v>9.8639699269291903</c:v>
                </c:pt>
                <c:pt idx="50">
                  <c:v>9.9406302025778306</c:v>
                </c:pt>
                <c:pt idx="51">
                  <c:v>10.084662028253501</c:v>
                </c:pt>
                <c:pt idx="52">
                  <c:v>9.8781996929299094</c:v>
                </c:pt>
                <c:pt idx="53">
                  <c:v>9.9368165604996701</c:v>
                </c:pt>
                <c:pt idx="54">
                  <c:v>9.9138601855322204</c:v>
                </c:pt>
                <c:pt idx="55">
                  <c:v>10.6239025302112</c:v>
                </c:pt>
                <c:pt idx="56">
                  <c:v>10.164026636491201</c:v>
                </c:pt>
                <c:pt idx="57">
                  <c:v>10.156822195310699</c:v>
                </c:pt>
                <c:pt idx="58">
                  <c:v>10.210530248875999</c:v>
                </c:pt>
                <c:pt idx="59">
                  <c:v>10.3137674240521</c:v>
                </c:pt>
                <c:pt idx="60">
                  <c:v>11.2058078341552</c:v>
                </c:pt>
                <c:pt idx="61">
                  <c:v>11.5901032773426</c:v>
                </c:pt>
                <c:pt idx="62">
                  <c:v>11.631816292650299</c:v>
                </c:pt>
                <c:pt idx="63">
                  <c:v>10.9801910913417</c:v>
                </c:pt>
                <c:pt idx="64">
                  <c:v>11.4785187064378</c:v>
                </c:pt>
                <c:pt idx="65">
                  <c:v>12.7633025551572</c:v>
                </c:pt>
                <c:pt idx="66">
                  <c:v>12.4673834890378</c:v>
                </c:pt>
                <c:pt idx="67">
                  <c:v>11.390818902503</c:v>
                </c:pt>
                <c:pt idx="68">
                  <c:v>12.1107048470406</c:v>
                </c:pt>
                <c:pt idx="69">
                  <c:v>13.577083442509</c:v>
                </c:pt>
                <c:pt idx="70">
                  <c:v>12.633891454951399</c:v>
                </c:pt>
                <c:pt idx="71">
                  <c:v>10.883815742516701</c:v>
                </c:pt>
                <c:pt idx="72">
                  <c:v>9.8022453437363701</c:v>
                </c:pt>
                <c:pt idx="73">
                  <c:v>10.0118015062151</c:v>
                </c:pt>
                <c:pt idx="74">
                  <c:v>10.0890118217058</c:v>
                </c:pt>
                <c:pt idx="75">
                  <c:v>9.1897685371394005</c:v>
                </c:pt>
                <c:pt idx="76">
                  <c:v>9.3616147059031292</c:v>
                </c:pt>
                <c:pt idx="77">
                  <c:v>9.9629269426442608</c:v>
                </c:pt>
                <c:pt idx="78">
                  <c:v>9.4869945687152093</c:v>
                </c:pt>
                <c:pt idx="79">
                  <c:v>10.1045512293448</c:v>
                </c:pt>
                <c:pt idx="80">
                  <c:v>9.5441656424797596</c:v>
                </c:pt>
                <c:pt idx="81">
                  <c:v>8.8608558607797701</c:v>
                </c:pt>
                <c:pt idx="82">
                  <c:v>8.3180381327275903</c:v>
                </c:pt>
                <c:pt idx="83">
                  <c:v>8.9446357132422403</c:v>
                </c:pt>
                <c:pt idx="84">
                  <c:v>9.2027489847425006</c:v>
                </c:pt>
                <c:pt idx="85">
                  <c:v>9.6950696103542509</c:v>
                </c:pt>
                <c:pt idx="86">
                  <c:v>9.4138567032403699</c:v>
                </c:pt>
                <c:pt idx="87">
                  <c:v>8.8592180917609404</c:v>
                </c:pt>
                <c:pt idx="88">
                  <c:v>8.6144344246334406</c:v>
                </c:pt>
                <c:pt idx="89">
                  <c:v>8.3764295529547006</c:v>
                </c:pt>
                <c:pt idx="90">
                  <c:v>7.9454754132929404</c:v>
                </c:pt>
                <c:pt idx="91">
                  <c:v>7.5977579257058503</c:v>
                </c:pt>
                <c:pt idx="92">
                  <c:v>7.8969500808441504</c:v>
                </c:pt>
                <c:pt idx="93">
                  <c:v>7.5042748109105402</c:v>
                </c:pt>
                <c:pt idx="94">
                  <c:v>8.2172115307342892</c:v>
                </c:pt>
                <c:pt idx="95">
                  <c:v>8.2607568531040005</c:v>
                </c:pt>
                <c:pt idx="96">
                  <c:v>8.5143946049124501</c:v>
                </c:pt>
                <c:pt idx="97">
                  <c:v>8.9189721680725906</c:v>
                </c:pt>
                <c:pt idx="98">
                  <c:v>8.7627770723092002</c:v>
                </c:pt>
                <c:pt idx="99">
                  <c:v>8.6419903550049408</c:v>
                </c:pt>
                <c:pt idx="100">
                  <c:v>8.3395424786721097</c:v>
                </c:pt>
                <c:pt idx="101">
                  <c:v>7.8712219324039001</c:v>
                </c:pt>
                <c:pt idx="102">
                  <c:v>7.80531090172778</c:v>
                </c:pt>
                <c:pt idx="103">
                  <c:v>7.4739044245782704</c:v>
                </c:pt>
                <c:pt idx="104">
                  <c:v>7.5994655175587598</c:v>
                </c:pt>
                <c:pt idx="105">
                  <c:v>7.6096044254793602</c:v>
                </c:pt>
                <c:pt idx="106">
                  <c:v>7.7482855547810798</c:v>
                </c:pt>
                <c:pt idx="107">
                  <c:v>7.7767968705264199</c:v>
                </c:pt>
                <c:pt idx="108">
                  <c:v>7.50290345730241</c:v>
                </c:pt>
                <c:pt idx="109">
                  <c:v>7.4491182746848699</c:v>
                </c:pt>
                <c:pt idx="110">
                  <c:v>7.3595037561751901</c:v>
                </c:pt>
                <c:pt idx="111">
                  <c:v>7.21338735958025</c:v>
                </c:pt>
                <c:pt idx="112">
                  <c:v>7.2651746809895803</c:v>
                </c:pt>
                <c:pt idx="113">
                  <c:v>7.1069375308998497</c:v>
                </c:pt>
                <c:pt idx="114">
                  <c:v>6.7377338604721704</c:v>
                </c:pt>
                <c:pt idx="115">
                  <c:v>6.7380140362581296</c:v>
                </c:pt>
                <c:pt idx="116">
                  <c:v>6.4217578880616397</c:v>
                </c:pt>
                <c:pt idx="117">
                  <c:v>6.2445062426424398</c:v>
                </c:pt>
                <c:pt idx="118">
                  <c:v>6.0136910991232</c:v>
                </c:pt>
                <c:pt idx="119">
                  <c:v>5.7126766805219704</c:v>
                </c:pt>
                <c:pt idx="120">
                  <c:v>5.3242668105014097</c:v>
                </c:pt>
                <c:pt idx="121">
                  <c:v>5.0735537253966001</c:v>
                </c:pt>
                <c:pt idx="122">
                  <c:v>5.1010955005446901</c:v>
                </c:pt>
                <c:pt idx="123">
                  <c:v>5.0887515846894704</c:v>
                </c:pt>
                <c:pt idx="124">
                  <c:v>6.1240829181525598</c:v>
                </c:pt>
                <c:pt idx="125">
                  <c:v>7.1292252983554096</c:v>
                </c:pt>
                <c:pt idx="126">
                  <c:v>7.5009688028170798</c:v>
                </c:pt>
                <c:pt idx="127">
                  <c:v>7.7550679876172497</c:v>
                </c:pt>
                <c:pt idx="128">
                  <c:v>7.33006133975588</c:v>
                </c:pt>
                <c:pt idx="129">
                  <c:v>6.8965366028755799</c:v>
                </c:pt>
                <c:pt idx="130">
                  <c:v>7.3298155582717097</c:v>
                </c:pt>
                <c:pt idx="131">
                  <c:v>7.2894869641622702</c:v>
                </c:pt>
                <c:pt idx="132">
                  <c:v>7.6448474487088198</c:v>
                </c:pt>
                <c:pt idx="133">
                  <c:v>7.6360958216094099</c:v>
                </c:pt>
                <c:pt idx="134">
                  <c:v>6.7809413032953998</c:v>
                </c:pt>
                <c:pt idx="135">
                  <c:v>6.7797463583720603</c:v>
                </c:pt>
                <c:pt idx="136">
                  <c:v>6.6488226568820998</c:v>
                </c:pt>
                <c:pt idx="137">
                  <c:v>6.9146922455580899</c:v>
                </c:pt>
                <c:pt idx="138">
                  <c:v>6.98045508226976</c:v>
                </c:pt>
                <c:pt idx="139">
                  <c:v>6.7296593928772799</c:v>
                </c:pt>
                <c:pt idx="140">
                  <c:v>7.1914462006757702</c:v>
                </c:pt>
                <c:pt idx="141">
                  <c:v>6.93552960961543</c:v>
                </c:pt>
                <c:pt idx="142">
                  <c:v>6.9250082777379003</c:v>
                </c:pt>
                <c:pt idx="143">
                  <c:v>7.4972125227579403</c:v>
                </c:pt>
                <c:pt idx="144">
                  <c:v>6.9385987875780701</c:v>
                </c:pt>
                <c:pt idx="145">
                  <c:v>6.9584476920458602</c:v>
                </c:pt>
                <c:pt idx="146">
                  <c:v>7.41935933369352</c:v>
                </c:pt>
                <c:pt idx="147">
                  <c:v>7.1771766873477096</c:v>
                </c:pt>
                <c:pt idx="148">
                  <c:v>7.3354702304132404</c:v>
                </c:pt>
                <c:pt idx="149">
                  <c:v>7.82295673104852</c:v>
                </c:pt>
                <c:pt idx="150">
                  <c:v>7.75010535851127</c:v>
                </c:pt>
                <c:pt idx="151">
                  <c:v>8.3499887925577205</c:v>
                </c:pt>
                <c:pt idx="152">
                  <c:v>8.6299626993333796</c:v>
                </c:pt>
                <c:pt idx="153">
                  <c:v>8.2567503342378306</c:v>
                </c:pt>
                <c:pt idx="154">
                  <c:v>8.7161492657826507</c:v>
                </c:pt>
                <c:pt idx="155">
                  <c:v>8.8770617129010496</c:v>
                </c:pt>
                <c:pt idx="156">
                  <c:v>9.20696442918873</c:v>
                </c:pt>
                <c:pt idx="157">
                  <c:v>9.1897102906373505</c:v>
                </c:pt>
                <c:pt idx="158">
                  <c:v>8.3536740263584299</c:v>
                </c:pt>
                <c:pt idx="159">
                  <c:v>8.2176303030284696</c:v>
                </c:pt>
                <c:pt idx="160">
                  <c:v>8.1588256108794202</c:v>
                </c:pt>
                <c:pt idx="161">
                  <c:v>7.5663534922764404</c:v>
                </c:pt>
                <c:pt idx="162">
                  <c:v>7.6386749746941698</c:v>
                </c:pt>
                <c:pt idx="163">
                  <c:v>7.4954569235890602</c:v>
                </c:pt>
                <c:pt idx="164">
                  <c:v>7.0218245304484599</c:v>
                </c:pt>
                <c:pt idx="165">
                  <c:v>7.4223716218377502</c:v>
                </c:pt>
                <c:pt idx="166">
                  <c:v>7.4142446321433599</c:v>
                </c:pt>
                <c:pt idx="167">
                  <c:v>7.1847224958109299</c:v>
                </c:pt>
                <c:pt idx="168">
                  <c:v>6.9412594398704197</c:v>
                </c:pt>
                <c:pt idx="169">
                  <c:v>7.0527741214284196</c:v>
                </c:pt>
                <c:pt idx="170">
                  <c:v>6.7736529637959801</c:v>
                </c:pt>
                <c:pt idx="171">
                  <c:v>6.4152633474527301</c:v>
                </c:pt>
                <c:pt idx="172">
                  <c:v>6.4156870506895904</c:v>
                </c:pt>
                <c:pt idx="173">
                  <c:v>6.7001118043989099</c:v>
                </c:pt>
                <c:pt idx="174">
                  <c:v>7.0177018315113999</c:v>
                </c:pt>
                <c:pt idx="175">
                  <c:v>6.9181643527196801</c:v>
                </c:pt>
                <c:pt idx="176">
                  <c:v>6.7637684186444202</c:v>
                </c:pt>
                <c:pt idx="177">
                  <c:v>6.8296142605032903</c:v>
                </c:pt>
                <c:pt idx="178">
                  <c:v>6.6938108859998904</c:v>
                </c:pt>
                <c:pt idx="179">
                  <c:v>6.7356189737247103</c:v>
                </c:pt>
                <c:pt idx="180">
                  <c:v>6.6863126441612399</c:v>
                </c:pt>
                <c:pt idx="181">
                  <c:v>6.9414318273200397</c:v>
                </c:pt>
                <c:pt idx="182">
                  <c:v>6.7300095002986096</c:v>
                </c:pt>
                <c:pt idx="183">
                  <c:v>6.6532813515602003</c:v>
                </c:pt>
                <c:pt idx="184">
                  <c:v>6.8917649597642301</c:v>
                </c:pt>
                <c:pt idx="185">
                  <c:v>6.9354612694188003</c:v>
                </c:pt>
                <c:pt idx="186">
                  <c:v>7.1196470794583302</c:v>
                </c:pt>
                <c:pt idx="187">
                  <c:v>7.0909719886997902</c:v>
                </c:pt>
                <c:pt idx="188">
                  <c:v>7.1485380522477504</c:v>
                </c:pt>
                <c:pt idx="189">
                  <c:v>7.4593722722408202</c:v>
                </c:pt>
                <c:pt idx="190">
                  <c:v>7.2710072991986197</c:v>
                </c:pt>
                <c:pt idx="191">
                  <c:v>7.0150233293737303</c:v>
                </c:pt>
                <c:pt idx="192">
                  <c:v>6.9898727179543796</c:v>
                </c:pt>
                <c:pt idx="193">
                  <c:v>6.9798807614265197</c:v>
                </c:pt>
                <c:pt idx="194">
                  <c:v>6.7146914581913402</c:v>
                </c:pt>
                <c:pt idx="195">
                  <c:v>6.9350175736921598</c:v>
                </c:pt>
                <c:pt idx="196">
                  <c:v>6.7577442393157403</c:v>
                </c:pt>
                <c:pt idx="197">
                  <c:v>6.2162082539080696</c:v>
                </c:pt>
                <c:pt idx="198">
                  <c:v>6.0854793078434097</c:v>
                </c:pt>
                <c:pt idx="199">
                  <c:v>6.11031204835301</c:v>
                </c:pt>
                <c:pt idx="200">
                  <c:v>6.0716550465325003</c:v>
                </c:pt>
                <c:pt idx="201">
                  <c:v>6.1006368233131898</c:v>
                </c:pt>
                <c:pt idx="202">
                  <c:v>6.5826958031794804</c:v>
                </c:pt>
                <c:pt idx="203">
                  <c:v>6.4211677925199799</c:v>
                </c:pt>
                <c:pt idx="204">
                  <c:v>6.0206158183398202</c:v>
                </c:pt>
                <c:pt idx="205">
                  <c:v>6.2223569871840203</c:v>
                </c:pt>
                <c:pt idx="206">
                  <c:v>7.2575040556160397</c:v>
                </c:pt>
                <c:pt idx="207">
                  <c:v>7.2034827414815998</c:v>
                </c:pt>
                <c:pt idx="208">
                  <c:v>6.2540548893272296</c:v>
                </c:pt>
                <c:pt idx="209">
                  <c:v>6.6490161539984198</c:v>
                </c:pt>
                <c:pt idx="210">
                  <c:v>6.3094447860347698</c:v>
                </c:pt>
                <c:pt idx="211">
                  <c:v>6.2067571657353602</c:v>
                </c:pt>
                <c:pt idx="212">
                  <c:v>5.98143498762352</c:v>
                </c:pt>
                <c:pt idx="213">
                  <c:v>6.2115109131192501</c:v>
                </c:pt>
                <c:pt idx="214">
                  <c:v>5.9285671974194596</c:v>
                </c:pt>
                <c:pt idx="215">
                  <c:v>5.7606427436237997</c:v>
                </c:pt>
                <c:pt idx="216">
                  <c:v>5.89962950972689</c:v>
                </c:pt>
                <c:pt idx="217">
                  <c:v>6.4367299741576396</c:v>
                </c:pt>
                <c:pt idx="218">
                  <c:v>7.4547846241510101</c:v>
                </c:pt>
                <c:pt idx="219">
                  <c:v>7.4631836977494803</c:v>
                </c:pt>
                <c:pt idx="220">
                  <c:v>7.7524794495963603</c:v>
                </c:pt>
                <c:pt idx="221">
                  <c:v>7.58361401850423</c:v>
                </c:pt>
                <c:pt idx="222">
                  <c:v>7.6008927857906396</c:v>
                </c:pt>
                <c:pt idx="223">
                  <c:v>7.6018542955288604</c:v>
                </c:pt>
                <c:pt idx="224">
                  <c:v>8.0532484299378595</c:v>
                </c:pt>
                <c:pt idx="225">
                  <c:v>8.4044294466708092</c:v>
                </c:pt>
                <c:pt idx="226">
                  <c:v>8.8025551288575201</c:v>
                </c:pt>
                <c:pt idx="227">
                  <c:v>8.4612896193349307</c:v>
                </c:pt>
                <c:pt idx="228">
                  <c:v>9.4272194290879892</c:v>
                </c:pt>
                <c:pt idx="229">
                  <c:v>9.7359204269369801</c:v>
                </c:pt>
                <c:pt idx="230">
                  <c:v>9.9743333749991994</c:v>
                </c:pt>
                <c:pt idx="231">
                  <c:v>10.5363261440756</c:v>
                </c:pt>
                <c:pt idx="232">
                  <c:v>10.780426554990401</c:v>
                </c:pt>
                <c:pt idx="233">
                  <c:v>11.6059943321882</c:v>
                </c:pt>
                <c:pt idx="234">
                  <c:v>12.6156052406378</c:v>
                </c:pt>
                <c:pt idx="235">
                  <c:v>12.207217924416099</c:v>
                </c:pt>
                <c:pt idx="236">
                  <c:v>12.9176846637301</c:v>
                </c:pt>
                <c:pt idx="237">
                  <c:v>13.925938426594</c:v>
                </c:pt>
                <c:pt idx="238">
                  <c:v>13.230910501011399</c:v>
                </c:pt>
                <c:pt idx="239">
                  <c:v>13.225161385584499</c:v>
                </c:pt>
                <c:pt idx="240">
                  <c:v>12.259834888918199</c:v>
                </c:pt>
                <c:pt idx="241">
                  <c:v>13.4333755727954</c:v>
                </c:pt>
                <c:pt idx="242">
                  <c:v>11.948172297397299</c:v>
                </c:pt>
                <c:pt idx="243">
                  <c:v>11.890927453501501</c:v>
                </c:pt>
                <c:pt idx="244">
                  <c:v>11.1129753217157</c:v>
                </c:pt>
                <c:pt idx="245">
                  <c:v>10.1529015137026</c:v>
                </c:pt>
                <c:pt idx="246">
                  <c:v>10.223505611346599</c:v>
                </c:pt>
                <c:pt idx="247">
                  <c:v>10.696751585070301</c:v>
                </c:pt>
                <c:pt idx="248">
                  <c:v>11.8653059006396</c:v>
                </c:pt>
                <c:pt idx="249">
                  <c:v>11.805708959191101</c:v>
                </c:pt>
                <c:pt idx="250">
                  <c:v>10.7445856033862</c:v>
                </c:pt>
                <c:pt idx="251">
                  <c:v>9.9433886373104006</c:v>
                </c:pt>
                <c:pt idx="252">
                  <c:v>9.6155037879671994</c:v>
                </c:pt>
                <c:pt idx="253">
                  <c:v>10.066793298520199</c:v>
                </c:pt>
                <c:pt idx="254">
                  <c:v>10.317733962355801</c:v>
                </c:pt>
                <c:pt idx="255">
                  <c:v>10.807906586829899</c:v>
                </c:pt>
                <c:pt idx="256">
                  <c:v>11.1945209026259</c:v>
                </c:pt>
                <c:pt idx="257">
                  <c:v>11.121410463037501</c:v>
                </c:pt>
                <c:pt idx="258">
                  <c:v>11.114034862045701</c:v>
                </c:pt>
                <c:pt idx="259">
                  <c:v>10.532815832394</c:v>
                </c:pt>
                <c:pt idx="260">
                  <c:v>10.4596124368496</c:v>
                </c:pt>
                <c:pt idx="261">
                  <c:v>11.373534394587899</c:v>
                </c:pt>
                <c:pt idx="262">
                  <c:v>11.407502789792099</c:v>
                </c:pt>
                <c:pt idx="263">
                  <c:v>12.4329617420409</c:v>
                </c:pt>
                <c:pt idx="264">
                  <c:v>12.0251239844617</c:v>
                </c:pt>
                <c:pt idx="265">
                  <c:v>12.09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06BF-4DB6-9AA7-BB8F567664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79852528"/>
        <c:axId val="879851568"/>
      </c:lineChart>
      <c:dateAx>
        <c:axId val="519532352"/>
        <c:scaling>
          <c:orientation val="minMax"/>
          <c:min val="38018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19519392"/>
        <c:crosses val="autoZero"/>
        <c:auto val="1"/>
        <c:lblOffset val="100"/>
        <c:baseTimeUnit val="months"/>
        <c:majorUnit val="12"/>
        <c:majorTimeUnit val="months"/>
      </c:dateAx>
      <c:valAx>
        <c:axId val="519519392"/>
        <c:scaling>
          <c:orientation val="minMax"/>
          <c:max val="20"/>
          <c:min val="9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19532352"/>
        <c:crosses val="autoZero"/>
        <c:crossBetween val="between"/>
        <c:majorUnit val="2"/>
      </c:valAx>
      <c:valAx>
        <c:axId val="879851568"/>
        <c:scaling>
          <c:orientation val="minMax"/>
          <c:min val="3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879852528"/>
        <c:crosses val="max"/>
        <c:crossBetween val="between"/>
        <c:majorUnit val="3"/>
      </c:valAx>
      <c:dateAx>
        <c:axId val="879852528"/>
        <c:scaling>
          <c:orientation val="minMax"/>
        </c:scaling>
        <c:delete val="1"/>
        <c:axPos val="b"/>
        <c:numFmt formatCode="mmm\-yy" sourceLinked="1"/>
        <c:majorTickMark val="out"/>
        <c:minorTickMark val="none"/>
        <c:tickLblPos val="nextTo"/>
        <c:crossAx val="879851568"/>
        <c:crosses val="autoZero"/>
        <c:auto val="1"/>
        <c:lblOffset val="100"/>
        <c:baseTimeUnit val="months"/>
      </c:date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9432312595318785"/>
          <c:y val="1.4511092074452288E-2"/>
          <c:w val="0.71008704400825606"/>
          <c:h val="5.951797514957923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200">
          <a:solidFill>
            <a:sysClr val="windowText" lastClr="000000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4.631203703703704E-2"/>
          <c:y val="9.0571580227702272E-2"/>
          <c:w val="0.90804527915668154"/>
          <c:h val="0.79340134986774491"/>
        </c:manualLayout>
      </c:layout>
      <c:lineChart>
        <c:grouping val="standard"/>
        <c:varyColors val="0"/>
        <c:ser>
          <c:idx val="1"/>
          <c:order val="0"/>
          <c:tx>
            <c:strRef>
              <c:f>'Tasa Adquisición'!$C$4</c:f>
              <c:strCache>
                <c:ptCount val="1"/>
                <c:pt idx="0">
                  <c:v>No VIS Pesos</c:v>
                </c:pt>
              </c:strCache>
            </c:strRef>
          </c:tx>
          <c:spPr>
            <a:ln w="28575" cap="rnd">
              <a:solidFill>
                <a:srgbClr val="03989E"/>
              </a:solidFill>
              <a:round/>
            </a:ln>
            <a:effectLst/>
          </c:spPr>
          <c:marker>
            <c:symbol val="none"/>
          </c:marker>
          <c:dLbls>
            <c:dLbl>
              <c:idx val="265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47A-4726-B9EB-D79BECB8DE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 Adquisición'!$A$5:$A$271</c:f>
              <c:numCache>
                <c:formatCode>mmm\-yy</c:formatCode>
                <c:ptCount val="267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  <c:pt idx="266">
                  <c:v>45717</c:v>
                </c:pt>
              </c:numCache>
            </c:numRef>
          </c:cat>
          <c:val>
            <c:numRef>
              <c:f>'Tasa Adquisición'!$C$5:$C$270</c:f>
              <c:numCache>
                <c:formatCode>0.00%</c:formatCode>
                <c:ptCount val="266"/>
                <c:pt idx="0">
                  <c:v>0.16079999999999997</c:v>
                </c:pt>
                <c:pt idx="1">
                  <c:v>0.16079999999999994</c:v>
                </c:pt>
                <c:pt idx="2">
                  <c:v>0.16079999999999997</c:v>
                </c:pt>
                <c:pt idx="3">
                  <c:v>0.16124357323746982</c:v>
                </c:pt>
                <c:pt idx="4">
                  <c:v>0.16079999999999997</c:v>
                </c:pt>
                <c:pt idx="5">
                  <c:v>0.16079999999999997</c:v>
                </c:pt>
                <c:pt idx="6">
                  <c:v>0.17532173493512082</c:v>
                </c:pt>
                <c:pt idx="7">
                  <c:v>0.18884584572214844</c:v>
                </c:pt>
                <c:pt idx="8">
                  <c:v>0.1991157214943475</c:v>
                </c:pt>
                <c:pt idx="9">
                  <c:v>0.19886871330289715</c:v>
                </c:pt>
                <c:pt idx="10">
                  <c:v>0.20188482385155762</c:v>
                </c:pt>
                <c:pt idx="11">
                  <c:v>0.19444300962857272</c:v>
                </c:pt>
                <c:pt idx="12">
                  <c:v>0.19056687363496716</c:v>
                </c:pt>
                <c:pt idx="13">
                  <c:v>0.19916266645052649</c:v>
                </c:pt>
                <c:pt idx="14">
                  <c:v>0.20131767854237573</c:v>
                </c:pt>
                <c:pt idx="15">
                  <c:v>0.20179419836056592</c:v>
                </c:pt>
                <c:pt idx="16">
                  <c:v>0.1991053888563255</c:v>
                </c:pt>
                <c:pt idx="17">
                  <c:v>0.19457024842780538</c:v>
                </c:pt>
                <c:pt idx="18">
                  <c:v>0.19190187181784904</c:v>
                </c:pt>
                <c:pt idx="19">
                  <c:v>0.18986593738742766</c:v>
                </c:pt>
                <c:pt idx="20">
                  <c:v>0.19119074869977853</c:v>
                </c:pt>
                <c:pt idx="21">
                  <c:v>0.19065283926428386</c:v>
                </c:pt>
                <c:pt idx="22">
                  <c:v>0.19067591422353117</c:v>
                </c:pt>
                <c:pt idx="23">
                  <c:v>0.19032473702337591</c:v>
                </c:pt>
                <c:pt idx="24">
                  <c:v>0.18915400022283635</c:v>
                </c:pt>
                <c:pt idx="25">
                  <c:v>0.18963374913577014</c:v>
                </c:pt>
                <c:pt idx="26">
                  <c:v>0.18602475463415771</c:v>
                </c:pt>
                <c:pt idx="27">
                  <c:v>0.18802391806953048</c:v>
                </c:pt>
                <c:pt idx="28">
                  <c:v>0.18698824321170499</c:v>
                </c:pt>
                <c:pt idx="29">
                  <c:v>0.18675671392830412</c:v>
                </c:pt>
                <c:pt idx="30">
                  <c:v>0.18601082496776708</c:v>
                </c:pt>
                <c:pt idx="31">
                  <c:v>0.18420032918961268</c:v>
                </c:pt>
                <c:pt idx="32">
                  <c:v>0.18463249154340913</c:v>
                </c:pt>
                <c:pt idx="33">
                  <c:v>0.18438968624569113</c:v>
                </c:pt>
                <c:pt idx="34">
                  <c:v>0.18415611845377317</c:v>
                </c:pt>
                <c:pt idx="35">
                  <c:v>0.18445642777264076</c:v>
                </c:pt>
                <c:pt idx="36">
                  <c:v>0.18149512697940778</c:v>
                </c:pt>
                <c:pt idx="37">
                  <c:v>0.17835929211276069</c:v>
                </c:pt>
                <c:pt idx="38">
                  <c:v>0.16780181628797589</c:v>
                </c:pt>
                <c:pt idx="39">
                  <c:v>0.1538705673015941</c:v>
                </c:pt>
                <c:pt idx="40">
                  <c:v>0.15324083658146714</c:v>
                </c:pt>
                <c:pt idx="41">
                  <c:v>0.15135672246052656</c:v>
                </c:pt>
                <c:pt idx="42">
                  <c:v>0.14503211883192782</c:v>
                </c:pt>
                <c:pt idx="43">
                  <c:v>0.14332005768361167</c:v>
                </c:pt>
                <c:pt idx="44">
                  <c:v>0.14166788670070737</c:v>
                </c:pt>
                <c:pt idx="45">
                  <c:v>0.13881139191500261</c:v>
                </c:pt>
                <c:pt idx="46">
                  <c:v>0.14081627391104098</c:v>
                </c:pt>
                <c:pt idx="47">
                  <c:v>0.14084152808127101</c:v>
                </c:pt>
                <c:pt idx="48">
                  <c:v>0.13789431679089847</c:v>
                </c:pt>
                <c:pt idx="49">
                  <c:v>0.13989114879221412</c:v>
                </c:pt>
                <c:pt idx="50">
                  <c:v>0.143013277353116</c:v>
                </c:pt>
                <c:pt idx="51">
                  <c:v>0.14265278336796322</c:v>
                </c:pt>
                <c:pt idx="52">
                  <c:v>0.14634649508899636</c:v>
                </c:pt>
                <c:pt idx="53">
                  <c:v>0.15472341804571299</c:v>
                </c:pt>
                <c:pt idx="54">
                  <c:v>0.15412607153696223</c:v>
                </c:pt>
                <c:pt idx="55">
                  <c:v>0.15849237908320826</c:v>
                </c:pt>
                <c:pt idx="56">
                  <c:v>0.15747495602075584</c:v>
                </c:pt>
                <c:pt idx="57">
                  <c:v>0.15651727568089274</c:v>
                </c:pt>
                <c:pt idx="58">
                  <c:v>0.15873204686980319</c:v>
                </c:pt>
                <c:pt idx="59">
                  <c:v>0.15911344803004096</c:v>
                </c:pt>
                <c:pt idx="60">
                  <c:v>0.16004784923112772</c:v>
                </c:pt>
                <c:pt idx="61">
                  <c:v>0.16267634130701164</c:v>
                </c:pt>
                <c:pt idx="62">
                  <c:v>0.16328117758403796</c:v>
                </c:pt>
                <c:pt idx="63">
                  <c:v>0.16426486103551638</c:v>
                </c:pt>
                <c:pt idx="64">
                  <c:v>0.16690645389102093</c:v>
                </c:pt>
                <c:pt idx="65">
                  <c:v>0.16568176516327107</c:v>
                </c:pt>
                <c:pt idx="66">
                  <c:v>0.16482767072729043</c:v>
                </c:pt>
                <c:pt idx="67">
                  <c:v>0.1685720286499385</c:v>
                </c:pt>
                <c:pt idx="68">
                  <c:v>0.1701053915812486</c:v>
                </c:pt>
                <c:pt idx="69">
                  <c:v>0.17030577386716467</c:v>
                </c:pt>
                <c:pt idx="70">
                  <c:v>0.17119754734901096</c:v>
                </c:pt>
                <c:pt idx="71">
                  <c:v>0.17224717925999514</c:v>
                </c:pt>
                <c:pt idx="72">
                  <c:v>0.17244754580764304</c:v>
                </c:pt>
                <c:pt idx="73">
                  <c:v>0.16816688316123707</c:v>
                </c:pt>
                <c:pt idx="74">
                  <c:v>0.16328665974858744</c:v>
                </c:pt>
                <c:pt idx="75">
                  <c:v>0.16363164716967732</c:v>
                </c:pt>
                <c:pt idx="76">
                  <c:v>0.15808389613792784</c:v>
                </c:pt>
                <c:pt idx="77">
                  <c:v>0.14944862853660706</c:v>
                </c:pt>
                <c:pt idx="78">
                  <c:v>0.14695327336253022</c:v>
                </c:pt>
                <c:pt idx="79">
                  <c:v>0.14559818877119013</c:v>
                </c:pt>
                <c:pt idx="80">
                  <c:v>0.14512412310514933</c:v>
                </c:pt>
                <c:pt idx="81">
                  <c:v>0.14382620398159679</c:v>
                </c:pt>
                <c:pt idx="82">
                  <c:v>0.142833133532144</c:v>
                </c:pt>
                <c:pt idx="83">
                  <c:v>0.14016522710533569</c:v>
                </c:pt>
                <c:pt idx="84">
                  <c:v>0.13777327572958997</c:v>
                </c:pt>
                <c:pt idx="85">
                  <c:v>0.13704077116980187</c:v>
                </c:pt>
                <c:pt idx="86">
                  <c:v>0.13654468752310253</c:v>
                </c:pt>
                <c:pt idx="87">
                  <c:v>0.13636777584414841</c:v>
                </c:pt>
                <c:pt idx="88">
                  <c:v>0.13374892219547038</c:v>
                </c:pt>
                <c:pt idx="89">
                  <c:v>0.13129302244118352</c:v>
                </c:pt>
                <c:pt idx="90">
                  <c:v>0.12988261027064732</c:v>
                </c:pt>
                <c:pt idx="91">
                  <c:v>0.12997274788605628</c:v>
                </c:pt>
                <c:pt idx="92">
                  <c:v>0.12920061815075223</c:v>
                </c:pt>
                <c:pt idx="93">
                  <c:v>0.12877663030395586</c:v>
                </c:pt>
                <c:pt idx="94">
                  <c:v>0.12807677922911767</c:v>
                </c:pt>
                <c:pt idx="95">
                  <c:v>0.12951193448160925</c:v>
                </c:pt>
                <c:pt idx="96">
                  <c:v>0.12871298776827264</c:v>
                </c:pt>
                <c:pt idx="97">
                  <c:v>0.12859907951145425</c:v>
                </c:pt>
                <c:pt idx="98">
                  <c:v>0.12910675893665641</c:v>
                </c:pt>
                <c:pt idx="99">
                  <c:v>0.12999497403603777</c:v>
                </c:pt>
                <c:pt idx="100">
                  <c:v>0.12821965973963537</c:v>
                </c:pt>
                <c:pt idx="101">
                  <c:v>0.12831149485743734</c:v>
                </c:pt>
                <c:pt idx="102">
                  <c:v>0.13067566578359202</c:v>
                </c:pt>
                <c:pt idx="103">
                  <c:v>0.13024366261487166</c:v>
                </c:pt>
                <c:pt idx="104">
                  <c:v>0.13266176843164984</c:v>
                </c:pt>
                <c:pt idx="105">
                  <c:v>0.1337569855568814</c:v>
                </c:pt>
                <c:pt idx="106">
                  <c:v>0.13206576178902155</c:v>
                </c:pt>
                <c:pt idx="107">
                  <c:v>0.13023567857288262</c:v>
                </c:pt>
                <c:pt idx="108">
                  <c:v>0.13471157995123109</c:v>
                </c:pt>
                <c:pt idx="109">
                  <c:v>0.13511469878129112</c:v>
                </c:pt>
                <c:pt idx="110">
                  <c:v>0.13558500162296133</c:v>
                </c:pt>
                <c:pt idx="111">
                  <c:v>0.13421848412498491</c:v>
                </c:pt>
                <c:pt idx="112">
                  <c:v>0.13425637497965137</c:v>
                </c:pt>
                <c:pt idx="113">
                  <c:v>0.13205995088935632</c:v>
                </c:pt>
                <c:pt idx="114">
                  <c:v>0.13064200510305268</c:v>
                </c:pt>
                <c:pt idx="115">
                  <c:v>0.13248317696602677</c:v>
                </c:pt>
                <c:pt idx="116">
                  <c:v>0.13228923625018477</c:v>
                </c:pt>
                <c:pt idx="117">
                  <c:v>0.1295658103828658</c:v>
                </c:pt>
                <c:pt idx="118">
                  <c:v>0.13090816711748213</c:v>
                </c:pt>
                <c:pt idx="119">
                  <c:v>0.12909480810662319</c:v>
                </c:pt>
                <c:pt idx="120">
                  <c:v>0.12497033647964007</c:v>
                </c:pt>
                <c:pt idx="121">
                  <c:v>0.12565651758252827</c:v>
                </c:pt>
                <c:pt idx="122">
                  <c:v>0.12399147191801869</c:v>
                </c:pt>
                <c:pt idx="123">
                  <c:v>0.12023539812646496</c:v>
                </c:pt>
                <c:pt idx="124">
                  <c:v>0.11090778766436633</c:v>
                </c:pt>
                <c:pt idx="125">
                  <c:v>0.1081742458605839</c:v>
                </c:pt>
                <c:pt idx="126">
                  <c:v>0.10765404248426245</c:v>
                </c:pt>
                <c:pt idx="127">
                  <c:v>0.10829468752918534</c:v>
                </c:pt>
                <c:pt idx="128">
                  <c:v>0.10821773980172927</c:v>
                </c:pt>
                <c:pt idx="129">
                  <c:v>0.10828826838640121</c:v>
                </c:pt>
                <c:pt idx="130">
                  <c:v>0.10803308832524286</c:v>
                </c:pt>
                <c:pt idx="131">
                  <c:v>0.10811093863022161</c:v>
                </c:pt>
                <c:pt idx="132">
                  <c:v>0.10946005367319296</c:v>
                </c:pt>
                <c:pt idx="133">
                  <c:v>0.11005023741792874</c:v>
                </c:pt>
                <c:pt idx="134">
                  <c:v>0.11034535042093901</c:v>
                </c:pt>
                <c:pt idx="135">
                  <c:v>0.11151848245507186</c:v>
                </c:pt>
                <c:pt idx="136">
                  <c:v>0.11146556283077898</c:v>
                </c:pt>
                <c:pt idx="137">
                  <c:v>0.11265562081743913</c:v>
                </c:pt>
                <c:pt idx="138">
                  <c:v>0.11272829339921814</c:v>
                </c:pt>
                <c:pt idx="139">
                  <c:v>0.11373869313248841</c:v>
                </c:pt>
                <c:pt idx="140">
                  <c:v>0.11108564219767372</c:v>
                </c:pt>
                <c:pt idx="141">
                  <c:v>0.11208558096825234</c:v>
                </c:pt>
                <c:pt idx="142">
                  <c:v>0.11076965685401502</c:v>
                </c:pt>
                <c:pt idx="143">
                  <c:v>0.11089692739406655</c:v>
                </c:pt>
                <c:pt idx="144">
                  <c:v>0.10962723654965865</c:v>
                </c:pt>
                <c:pt idx="145">
                  <c:v>0.11050227131883124</c:v>
                </c:pt>
                <c:pt idx="146">
                  <c:v>0.11014594296524347</c:v>
                </c:pt>
                <c:pt idx="147">
                  <c:v>0.10957970277605998</c:v>
                </c:pt>
                <c:pt idx="148">
                  <c:v>0.10992928772572066</c:v>
                </c:pt>
                <c:pt idx="149">
                  <c:v>0.10954942223883822</c:v>
                </c:pt>
                <c:pt idx="150">
                  <c:v>0.10811564283911174</c:v>
                </c:pt>
                <c:pt idx="151">
                  <c:v>0.10775124624548583</c:v>
                </c:pt>
                <c:pt idx="152">
                  <c:v>0.10723438840688494</c:v>
                </c:pt>
                <c:pt idx="153">
                  <c:v>0.1078870197892368</c:v>
                </c:pt>
                <c:pt idx="154">
                  <c:v>0.10940388867823923</c:v>
                </c:pt>
                <c:pt idx="155">
                  <c:v>0.11058685150375606</c:v>
                </c:pt>
                <c:pt idx="156">
                  <c:v>0.11219728951617311</c:v>
                </c:pt>
                <c:pt idx="157">
                  <c:v>0.11528047749830517</c:v>
                </c:pt>
                <c:pt idx="158">
                  <c:v>0.11665608923470872</c:v>
                </c:pt>
                <c:pt idx="159">
                  <c:v>0.1183543790187663</c:v>
                </c:pt>
                <c:pt idx="160">
                  <c:v>0.12074003701434184</c:v>
                </c:pt>
                <c:pt idx="161">
                  <c:v>0.12141292431142124</c:v>
                </c:pt>
                <c:pt idx="162">
                  <c:v>0.12271301157116625</c:v>
                </c:pt>
                <c:pt idx="163">
                  <c:v>0.12280901634379646</c:v>
                </c:pt>
                <c:pt idx="164">
                  <c:v>0.12409959701772</c:v>
                </c:pt>
                <c:pt idx="165">
                  <c:v>0.12374986800765099</c:v>
                </c:pt>
                <c:pt idx="166">
                  <c:v>0.12432536769731835</c:v>
                </c:pt>
                <c:pt idx="167">
                  <c:v>0.12425461591951954</c:v>
                </c:pt>
                <c:pt idx="168">
                  <c:v>0.12281709856843954</c:v>
                </c:pt>
                <c:pt idx="169">
                  <c:v>0.12444675554317093</c:v>
                </c:pt>
                <c:pt idx="170">
                  <c:v>0.12302064736241737</c:v>
                </c:pt>
                <c:pt idx="171">
                  <c:v>0.12301714281647491</c:v>
                </c:pt>
                <c:pt idx="172">
                  <c:v>0.12315297535941362</c:v>
                </c:pt>
                <c:pt idx="173">
                  <c:v>0.12011325977521253</c:v>
                </c:pt>
                <c:pt idx="174">
                  <c:v>0.11506316218343014</c:v>
                </c:pt>
                <c:pt idx="175">
                  <c:v>0.11265547842680129</c:v>
                </c:pt>
                <c:pt idx="176">
                  <c:v>0.11066053032247412</c:v>
                </c:pt>
                <c:pt idx="177">
                  <c:v>0.10865715585882606</c:v>
                </c:pt>
                <c:pt idx="178">
                  <c:v>0.10867962556116545</c:v>
                </c:pt>
                <c:pt idx="179">
                  <c:v>0.10802988768336849</c:v>
                </c:pt>
                <c:pt idx="180">
                  <c:v>0.10683025515708069</c:v>
                </c:pt>
                <c:pt idx="181">
                  <c:v>0.10671466855769576</c:v>
                </c:pt>
                <c:pt idx="182">
                  <c:v>0.10777475582531887</c:v>
                </c:pt>
                <c:pt idx="183">
                  <c:v>0.1066296987394289</c:v>
                </c:pt>
                <c:pt idx="184">
                  <c:v>0.1061739746804289</c:v>
                </c:pt>
                <c:pt idx="185">
                  <c:v>0.105995854955292</c:v>
                </c:pt>
                <c:pt idx="186">
                  <c:v>0.1058498985423771</c:v>
                </c:pt>
                <c:pt idx="187">
                  <c:v>0.10520693892532063</c:v>
                </c:pt>
                <c:pt idx="188">
                  <c:v>0.10496383870355094</c:v>
                </c:pt>
                <c:pt idx="189">
                  <c:v>0.1048778908741736</c:v>
                </c:pt>
                <c:pt idx="190">
                  <c:v>0.1045965945066397</c:v>
                </c:pt>
                <c:pt idx="191">
                  <c:v>0.1037967996009265</c:v>
                </c:pt>
                <c:pt idx="192">
                  <c:v>0.10360978663526048</c:v>
                </c:pt>
                <c:pt idx="193">
                  <c:v>0.10445389786948202</c:v>
                </c:pt>
                <c:pt idx="194">
                  <c:v>0.10429746134359434</c:v>
                </c:pt>
                <c:pt idx="195">
                  <c:v>0.10382996321591519</c:v>
                </c:pt>
                <c:pt idx="196">
                  <c:v>0.10492302515091843</c:v>
                </c:pt>
                <c:pt idx="197">
                  <c:v>0.10510155235596974</c:v>
                </c:pt>
                <c:pt idx="198">
                  <c:v>0.10471521908145406</c:v>
                </c:pt>
                <c:pt idx="199">
                  <c:v>0.1039548018553975</c:v>
                </c:pt>
                <c:pt idx="200">
                  <c:v>0.10336600745482129</c:v>
                </c:pt>
                <c:pt idx="201">
                  <c:v>0.10340281772271374</c:v>
                </c:pt>
                <c:pt idx="202">
                  <c:v>0.1037168758651439</c:v>
                </c:pt>
                <c:pt idx="203">
                  <c:v>0.10354492774949194</c:v>
                </c:pt>
                <c:pt idx="204">
                  <c:v>0.10345661457001246</c:v>
                </c:pt>
                <c:pt idx="205">
                  <c:v>0.10408050902863314</c:v>
                </c:pt>
                <c:pt idx="206">
                  <c:v>0.10392600271182609</c:v>
                </c:pt>
                <c:pt idx="207">
                  <c:v>0.10345812253408113</c:v>
                </c:pt>
                <c:pt idx="208">
                  <c:v>0.1034074182226318</c:v>
                </c:pt>
                <c:pt idx="209">
                  <c:v>0.10331697002502331</c:v>
                </c:pt>
                <c:pt idx="210">
                  <c:v>0.10339134572630709</c:v>
                </c:pt>
                <c:pt idx="211">
                  <c:v>0.10339424700480873</c:v>
                </c:pt>
                <c:pt idx="212">
                  <c:v>0.1016778515579778</c:v>
                </c:pt>
                <c:pt idx="213">
                  <c:v>9.8889362691521723E-2</c:v>
                </c:pt>
                <c:pt idx="214">
                  <c:v>9.7333216004402326E-2</c:v>
                </c:pt>
                <c:pt idx="215">
                  <c:v>9.5460562292050077E-2</c:v>
                </c:pt>
                <c:pt idx="216">
                  <c:v>9.4211418443218092E-2</c:v>
                </c:pt>
                <c:pt idx="217">
                  <c:v>9.303194247786728E-2</c:v>
                </c:pt>
                <c:pt idx="218">
                  <c:v>9.1270723696793343E-2</c:v>
                </c:pt>
                <c:pt idx="219">
                  <c:v>9.0421865162173279E-2</c:v>
                </c:pt>
                <c:pt idx="220">
                  <c:v>8.9020560822464193E-2</c:v>
                </c:pt>
                <c:pt idx="221">
                  <c:v>8.9146915660453394E-2</c:v>
                </c:pt>
                <c:pt idx="222">
                  <c:v>8.8545897533330309E-2</c:v>
                </c:pt>
                <c:pt idx="223">
                  <c:v>8.9225611056075418E-2</c:v>
                </c:pt>
                <c:pt idx="224">
                  <c:v>8.958712548799376E-2</c:v>
                </c:pt>
                <c:pt idx="225">
                  <c:v>9.0101537372455354E-2</c:v>
                </c:pt>
                <c:pt idx="226">
                  <c:v>9.1676906016062834E-2</c:v>
                </c:pt>
                <c:pt idx="227">
                  <c:v>9.3153478057070485E-2</c:v>
                </c:pt>
                <c:pt idx="228">
                  <c:v>9.3509569297812151E-2</c:v>
                </c:pt>
                <c:pt idx="229">
                  <c:v>9.5855056886490514E-2</c:v>
                </c:pt>
                <c:pt idx="230">
                  <c:v>0.10072901544579509</c:v>
                </c:pt>
                <c:pt idx="231">
                  <c:v>0.10614689099928515</c:v>
                </c:pt>
                <c:pt idx="232">
                  <c:v>0.11351132078198957</c:v>
                </c:pt>
                <c:pt idx="233">
                  <c:v>0.11800585064369012</c:v>
                </c:pt>
                <c:pt idx="234">
                  <c:v>0.12391698223576608</c:v>
                </c:pt>
                <c:pt idx="235">
                  <c:v>0.1328711488082493</c:v>
                </c:pt>
                <c:pt idx="236">
                  <c:v>0.14356533768589988</c:v>
                </c:pt>
                <c:pt idx="237">
                  <c:v>0.15397860154586074</c:v>
                </c:pt>
                <c:pt idx="238">
                  <c:v>0.15825188197259812</c:v>
                </c:pt>
                <c:pt idx="239">
                  <c:v>0.16803822470534971</c:v>
                </c:pt>
                <c:pt idx="240">
                  <c:v>0.1730068405786401</c:v>
                </c:pt>
                <c:pt idx="241">
                  <c:v>0.18032548893225481</c:v>
                </c:pt>
                <c:pt idx="242">
                  <c:v>0.18043159276640883</c:v>
                </c:pt>
                <c:pt idx="243">
                  <c:v>0.17945563007519777</c:v>
                </c:pt>
                <c:pt idx="244">
                  <c:v>0.17617442001023356</c:v>
                </c:pt>
                <c:pt idx="245">
                  <c:v>0.17482351695816742</c:v>
                </c:pt>
                <c:pt idx="246">
                  <c:v>0.17238134405939878</c:v>
                </c:pt>
                <c:pt idx="247">
                  <c:v>0.17131189356466137</c:v>
                </c:pt>
                <c:pt idx="248">
                  <c:v>0.17146512350305743</c:v>
                </c:pt>
                <c:pt idx="249">
                  <c:v>0.16945266763923508</c:v>
                </c:pt>
                <c:pt idx="250">
                  <c:v>0.16830064560648547</c:v>
                </c:pt>
                <c:pt idx="251">
                  <c:v>0.16826113807140738</c:v>
                </c:pt>
                <c:pt idx="252">
                  <c:v>0.16662900251006935</c:v>
                </c:pt>
                <c:pt idx="253">
                  <c:v>0.16487123155112016</c:v>
                </c:pt>
                <c:pt idx="254">
                  <c:v>0.16002787801905222</c:v>
                </c:pt>
                <c:pt idx="255">
                  <c:v>0.15281347065062498</c:v>
                </c:pt>
                <c:pt idx="256">
                  <c:v>0.14795148528186394</c:v>
                </c:pt>
                <c:pt idx="257">
                  <c:v>0.14643837577220548</c:v>
                </c:pt>
                <c:pt idx="258">
                  <c:v>0.13776072448860424</c:v>
                </c:pt>
                <c:pt idx="259">
                  <c:v>0.1249001565865252</c:v>
                </c:pt>
                <c:pt idx="260">
                  <c:v>0.11785032956395285</c:v>
                </c:pt>
                <c:pt idx="261">
                  <c:v>0.1156754720114978</c:v>
                </c:pt>
                <c:pt idx="262">
                  <c:v>0.11492148185911308</c:v>
                </c:pt>
                <c:pt idx="263">
                  <c:v>0.11297628394300738</c:v>
                </c:pt>
                <c:pt idx="264">
                  <c:v>0.11290171266182898</c:v>
                </c:pt>
                <c:pt idx="265">
                  <c:v>0.1167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F135-44DA-BC70-A4284546EFA5}"/>
            </c:ext>
          </c:extLst>
        </c:ser>
        <c:ser>
          <c:idx val="2"/>
          <c:order val="1"/>
          <c:tx>
            <c:strRef>
              <c:f>'Tasa Adquisición'!$D$4</c:f>
              <c:strCache>
                <c:ptCount val="1"/>
                <c:pt idx="0">
                  <c:v>VIS Pesos</c:v>
                </c:pt>
              </c:strCache>
            </c:strRef>
          </c:tx>
          <c:spPr>
            <a:ln w="28575" cap="rnd">
              <a:solidFill>
                <a:srgbClr val="7030A0"/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265"/>
              <c:layout>
                <c:manualLayout>
                  <c:x val="0"/>
                  <c:y val="3.740074813276028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47A-4726-B9EB-D79BECB8DE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 Adquisición'!$A$5:$A$271</c:f>
              <c:numCache>
                <c:formatCode>mmm\-yy</c:formatCode>
                <c:ptCount val="267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  <c:pt idx="266">
                  <c:v>45717</c:v>
                </c:pt>
              </c:numCache>
            </c:numRef>
          </c:cat>
          <c:val>
            <c:numRef>
              <c:f>'Tasa Adquisición'!$D$5:$D$270</c:f>
              <c:numCache>
                <c:formatCode>0.00%</c:formatCode>
                <c:ptCount val="266"/>
                <c:pt idx="0">
                  <c:v>0.16080000000000003</c:v>
                </c:pt>
                <c:pt idx="1">
                  <c:v>0.16079999999999997</c:v>
                </c:pt>
                <c:pt idx="2">
                  <c:v>0.16079999999999997</c:v>
                </c:pt>
                <c:pt idx="3">
                  <c:v>0.16079999999999997</c:v>
                </c:pt>
                <c:pt idx="4">
                  <c:v>0.16079999999999997</c:v>
                </c:pt>
                <c:pt idx="5">
                  <c:v>0.16079999999999997</c:v>
                </c:pt>
                <c:pt idx="6">
                  <c:v>0.16079999999999997</c:v>
                </c:pt>
                <c:pt idx="7">
                  <c:v>0.16079999999999997</c:v>
                </c:pt>
                <c:pt idx="8">
                  <c:v>0.16079999999999997</c:v>
                </c:pt>
                <c:pt idx="9">
                  <c:v>0.16079999999999997</c:v>
                </c:pt>
                <c:pt idx="10">
                  <c:v>0.16079999999999994</c:v>
                </c:pt>
                <c:pt idx="11">
                  <c:v>0.16079999999999997</c:v>
                </c:pt>
                <c:pt idx="12">
                  <c:v>0.16079999999999997</c:v>
                </c:pt>
                <c:pt idx="13">
                  <c:v>0.16079999999999997</c:v>
                </c:pt>
                <c:pt idx="14">
                  <c:v>0.16079999999999997</c:v>
                </c:pt>
                <c:pt idx="15">
                  <c:v>0.16080000000000003</c:v>
                </c:pt>
                <c:pt idx="16">
                  <c:v>0.16079999999999997</c:v>
                </c:pt>
                <c:pt idx="17">
                  <c:v>0.16079999999999997</c:v>
                </c:pt>
                <c:pt idx="18">
                  <c:v>0.16080000000000003</c:v>
                </c:pt>
                <c:pt idx="19">
                  <c:v>0.16079999999999997</c:v>
                </c:pt>
                <c:pt idx="20">
                  <c:v>0.16079999999999997</c:v>
                </c:pt>
                <c:pt idx="21">
                  <c:v>0.16080000000000003</c:v>
                </c:pt>
                <c:pt idx="22">
                  <c:v>0.16226351933795877</c:v>
                </c:pt>
                <c:pt idx="23">
                  <c:v>0.16079999999999997</c:v>
                </c:pt>
                <c:pt idx="24">
                  <c:v>0.16079999999999997</c:v>
                </c:pt>
                <c:pt idx="25">
                  <c:v>0.16080000000000003</c:v>
                </c:pt>
                <c:pt idx="26">
                  <c:v>0.16079999999999997</c:v>
                </c:pt>
                <c:pt idx="27">
                  <c:v>0.16079999999999997</c:v>
                </c:pt>
                <c:pt idx="28">
                  <c:v>0.16015915088612914</c:v>
                </c:pt>
                <c:pt idx="29">
                  <c:v>0.16010000000000002</c:v>
                </c:pt>
                <c:pt idx="30">
                  <c:v>0.15830000000000002</c:v>
                </c:pt>
                <c:pt idx="31">
                  <c:v>0.15835635276532137</c:v>
                </c:pt>
                <c:pt idx="32">
                  <c:v>0.15257681717535643</c:v>
                </c:pt>
                <c:pt idx="33">
                  <c:v>0.15116585465368981</c:v>
                </c:pt>
                <c:pt idx="34">
                  <c:v>0.14882236716755515</c:v>
                </c:pt>
                <c:pt idx="35">
                  <c:v>0.15322134021538705</c:v>
                </c:pt>
                <c:pt idx="36">
                  <c:v>0.14409833109745807</c:v>
                </c:pt>
                <c:pt idx="37">
                  <c:v>0.15161713105194569</c:v>
                </c:pt>
                <c:pt idx="38">
                  <c:v>0.15330698657986955</c:v>
                </c:pt>
                <c:pt idx="39">
                  <c:v>0.14435404769749208</c:v>
                </c:pt>
                <c:pt idx="40">
                  <c:v>0.141402585418272</c:v>
                </c:pt>
                <c:pt idx="41">
                  <c:v>0.13475274712751847</c:v>
                </c:pt>
                <c:pt idx="42">
                  <c:v>0.13272406571287818</c:v>
                </c:pt>
                <c:pt idx="43">
                  <c:v>0.13308611634524936</c:v>
                </c:pt>
                <c:pt idx="44">
                  <c:v>0.13256227341740803</c:v>
                </c:pt>
                <c:pt idx="45">
                  <c:v>0.13211621028828049</c:v>
                </c:pt>
                <c:pt idx="46">
                  <c:v>0.1328318289165745</c:v>
                </c:pt>
                <c:pt idx="47">
                  <c:v>0.13322801645751883</c:v>
                </c:pt>
                <c:pt idx="48">
                  <c:v>0.13178626092110637</c:v>
                </c:pt>
                <c:pt idx="49">
                  <c:v>0.13441759854655744</c:v>
                </c:pt>
                <c:pt idx="50">
                  <c:v>0.13956462667159175</c:v>
                </c:pt>
                <c:pt idx="51">
                  <c:v>0.13999916557376155</c:v>
                </c:pt>
                <c:pt idx="52">
                  <c:v>0.14337266826870507</c:v>
                </c:pt>
                <c:pt idx="53">
                  <c:v>0.15156534322351059</c:v>
                </c:pt>
                <c:pt idx="54">
                  <c:v>0.15301384009677027</c:v>
                </c:pt>
                <c:pt idx="55">
                  <c:v>0.15504873106634565</c:v>
                </c:pt>
                <c:pt idx="56">
                  <c:v>0.1540479227736693</c:v>
                </c:pt>
                <c:pt idx="57">
                  <c:v>0.15268395900104043</c:v>
                </c:pt>
                <c:pt idx="58">
                  <c:v>0.15402693136614504</c:v>
                </c:pt>
                <c:pt idx="59">
                  <c:v>0.15662573315960068</c:v>
                </c:pt>
                <c:pt idx="60">
                  <c:v>0.15611816476445028</c:v>
                </c:pt>
                <c:pt idx="61">
                  <c:v>0.15950864934247977</c:v>
                </c:pt>
                <c:pt idx="62">
                  <c:v>0.16015363216291079</c:v>
                </c:pt>
                <c:pt idx="63">
                  <c:v>0.16063164976351529</c:v>
                </c:pt>
                <c:pt idx="64">
                  <c:v>0.16174206667529531</c:v>
                </c:pt>
                <c:pt idx="65">
                  <c:v>0.1616812573138128</c:v>
                </c:pt>
                <c:pt idx="66">
                  <c:v>0.16263415802495199</c:v>
                </c:pt>
                <c:pt idx="67">
                  <c:v>0.16514385772388543</c:v>
                </c:pt>
                <c:pt idx="68">
                  <c:v>0.16862987819176442</c:v>
                </c:pt>
                <c:pt idx="69">
                  <c:v>0.16978821515530279</c:v>
                </c:pt>
                <c:pt idx="70">
                  <c:v>0.16924379935238765</c:v>
                </c:pt>
                <c:pt idx="71">
                  <c:v>0.17036173545062694</c:v>
                </c:pt>
                <c:pt idx="72">
                  <c:v>0.17034225084788843</c:v>
                </c:pt>
                <c:pt idx="73">
                  <c:v>0.1670080546569094</c:v>
                </c:pt>
                <c:pt idx="74">
                  <c:v>0.16481743135702978</c:v>
                </c:pt>
                <c:pt idx="75">
                  <c:v>0.16360111974083769</c:v>
                </c:pt>
                <c:pt idx="76">
                  <c:v>0.15930740381559241</c:v>
                </c:pt>
                <c:pt idx="77">
                  <c:v>0.15196253116941563</c:v>
                </c:pt>
                <c:pt idx="78">
                  <c:v>0.14938771545875038</c:v>
                </c:pt>
                <c:pt idx="79">
                  <c:v>0.14431193226517502</c:v>
                </c:pt>
                <c:pt idx="80">
                  <c:v>0.14205762334027119</c:v>
                </c:pt>
                <c:pt idx="81">
                  <c:v>0.14037856118845765</c:v>
                </c:pt>
                <c:pt idx="82">
                  <c:v>0.13922547971581206</c:v>
                </c:pt>
                <c:pt idx="83">
                  <c:v>0.13562699639773562</c:v>
                </c:pt>
                <c:pt idx="84">
                  <c:v>0.13128224859573695</c:v>
                </c:pt>
                <c:pt idx="85">
                  <c:v>0.12919777812118358</c:v>
                </c:pt>
                <c:pt idx="86">
                  <c:v>0.12945963324097901</c:v>
                </c:pt>
                <c:pt idx="87">
                  <c:v>0.12813414112863666</c:v>
                </c:pt>
                <c:pt idx="88">
                  <c:v>0.12757036867083321</c:v>
                </c:pt>
                <c:pt idx="89">
                  <c:v>0.12536276087493611</c:v>
                </c:pt>
                <c:pt idx="90">
                  <c:v>0.12762240564098259</c:v>
                </c:pt>
                <c:pt idx="91">
                  <c:v>0.12787751254985946</c:v>
                </c:pt>
                <c:pt idx="92">
                  <c:v>0.12731362944591473</c:v>
                </c:pt>
                <c:pt idx="93">
                  <c:v>0.12720881630331418</c:v>
                </c:pt>
                <c:pt idx="94">
                  <c:v>0.12683739163367741</c:v>
                </c:pt>
                <c:pt idx="95">
                  <c:v>0.1278105180912012</c:v>
                </c:pt>
                <c:pt idx="96">
                  <c:v>0.12852759232554473</c:v>
                </c:pt>
                <c:pt idx="97">
                  <c:v>0.12940376668874898</c:v>
                </c:pt>
                <c:pt idx="98">
                  <c:v>0.1300254363216303</c:v>
                </c:pt>
                <c:pt idx="99">
                  <c:v>0.12769080911256714</c:v>
                </c:pt>
                <c:pt idx="100">
                  <c:v>0.1262461822778965</c:v>
                </c:pt>
                <c:pt idx="101">
                  <c:v>0.12655721511320914</c:v>
                </c:pt>
                <c:pt idx="102">
                  <c:v>0.12878757108718483</c:v>
                </c:pt>
                <c:pt idx="103">
                  <c:v>0.12996729680071012</c:v>
                </c:pt>
                <c:pt idx="104">
                  <c:v>0.13164372735580579</c:v>
                </c:pt>
                <c:pt idx="105">
                  <c:v>0.133096349947746</c:v>
                </c:pt>
                <c:pt idx="106">
                  <c:v>0.13335699030859835</c:v>
                </c:pt>
                <c:pt idx="107">
                  <c:v>0.13184139284222704</c:v>
                </c:pt>
                <c:pt idx="108">
                  <c:v>0.13453396060852366</c:v>
                </c:pt>
                <c:pt idx="109">
                  <c:v>0.13398383032591352</c:v>
                </c:pt>
                <c:pt idx="110">
                  <c:v>0.13468250108365087</c:v>
                </c:pt>
                <c:pt idx="111">
                  <c:v>0.134834681324254</c:v>
                </c:pt>
                <c:pt idx="112">
                  <c:v>0.13468694630387826</c:v>
                </c:pt>
                <c:pt idx="113">
                  <c:v>0.13414020783564345</c:v>
                </c:pt>
                <c:pt idx="114">
                  <c:v>0.13125358799298226</c:v>
                </c:pt>
                <c:pt idx="115">
                  <c:v>0.13461052623924924</c:v>
                </c:pt>
                <c:pt idx="116">
                  <c:v>0.13305406443582454</c:v>
                </c:pt>
                <c:pt idx="117">
                  <c:v>0.13132401679996561</c:v>
                </c:pt>
                <c:pt idx="118">
                  <c:v>0.13018622452291648</c:v>
                </c:pt>
                <c:pt idx="119">
                  <c:v>0.12909691359412276</c:v>
                </c:pt>
                <c:pt idx="120">
                  <c:v>0.12851159284307603</c:v>
                </c:pt>
                <c:pt idx="121">
                  <c:v>0.12736971758562873</c:v>
                </c:pt>
                <c:pt idx="122">
                  <c:v>0.12598672331571581</c:v>
                </c:pt>
                <c:pt idx="123">
                  <c:v>0.12105202249832341</c:v>
                </c:pt>
                <c:pt idx="124">
                  <c:v>0.11672761972406354</c:v>
                </c:pt>
                <c:pt idx="125">
                  <c:v>0.11548364472743072</c:v>
                </c:pt>
                <c:pt idx="126">
                  <c:v>0.11731258062632088</c:v>
                </c:pt>
                <c:pt idx="127">
                  <c:v>0.11826349024036528</c:v>
                </c:pt>
                <c:pt idx="128">
                  <c:v>0.1193903462961441</c:v>
                </c:pt>
                <c:pt idx="129">
                  <c:v>0.11984085701619525</c:v>
                </c:pt>
                <c:pt idx="130">
                  <c:v>0.11969862668244938</c:v>
                </c:pt>
                <c:pt idx="131">
                  <c:v>0.11955116206962384</c:v>
                </c:pt>
                <c:pt idx="132">
                  <c:v>0.11977199234771231</c:v>
                </c:pt>
                <c:pt idx="133">
                  <c:v>0.11980572641440757</c:v>
                </c:pt>
                <c:pt idx="134">
                  <c:v>0.12019526036768427</c:v>
                </c:pt>
                <c:pt idx="135">
                  <c:v>0.1208108660322474</c:v>
                </c:pt>
                <c:pt idx="136">
                  <c:v>0.12098283656348728</c:v>
                </c:pt>
                <c:pt idx="137">
                  <c:v>0.12168285660028941</c:v>
                </c:pt>
                <c:pt idx="138">
                  <c:v>0.12089001726879346</c:v>
                </c:pt>
                <c:pt idx="139">
                  <c:v>0.12121528379645785</c:v>
                </c:pt>
                <c:pt idx="140">
                  <c:v>0.1194458981966091</c:v>
                </c:pt>
                <c:pt idx="141">
                  <c:v>0.11906011472503365</c:v>
                </c:pt>
                <c:pt idx="142">
                  <c:v>0.11913531064736479</c:v>
                </c:pt>
                <c:pt idx="143">
                  <c:v>0.118522354557411</c:v>
                </c:pt>
                <c:pt idx="144">
                  <c:v>0.11909801703531843</c:v>
                </c:pt>
                <c:pt idx="145">
                  <c:v>0.11942078018883047</c:v>
                </c:pt>
                <c:pt idx="146">
                  <c:v>0.11932396618166916</c:v>
                </c:pt>
                <c:pt idx="147">
                  <c:v>0.12018101319635713</c:v>
                </c:pt>
                <c:pt idx="148">
                  <c:v>0.11967899545088984</c:v>
                </c:pt>
                <c:pt idx="149">
                  <c:v>0.11993166224478587</c:v>
                </c:pt>
                <c:pt idx="150">
                  <c:v>0.1190821602168244</c:v>
                </c:pt>
                <c:pt idx="151">
                  <c:v>0.11884892293529328</c:v>
                </c:pt>
                <c:pt idx="152">
                  <c:v>0.11905849139716164</c:v>
                </c:pt>
                <c:pt idx="153">
                  <c:v>0.11972888468756501</c:v>
                </c:pt>
                <c:pt idx="154">
                  <c:v>0.12338450959471454</c:v>
                </c:pt>
                <c:pt idx="155">
                  <c:v>0.12444438519452725</c:v>
                </c:pt>
                <c:pt idx="156">
                  <c:v>0.12335163630920404</c:v>
                </c:pt>
                <c:pt idx="157">
                  <c:v>0.12591304305489023</c:v>
                </c:pt>
                <c:pt idx="158">
                  <c:v>0.12606095818717808</c:v>
                </c:pt>
                <c:pt idx="159">
                  <c:v>0.12698923645321181</c:v>
                </c:pt>
                <c:pt idx="160">
                  <c:v>0.12834407755253854</c:v>
                </c:pt>
                <c:pt idx="161">
                  <c:v>0.12806784788283385</c:v>
                </c:pt>
                <c:pt idx="162">
                  <c:v>0.12813231073607234</c:v>
                </c:pt>
                <c:pt idx="163">
                  <c:v>0.12749577584147834</c:v>
                </c:pt>
                <c:pt idx="164">
                  <c:v>0.12813111034711983</c:v>
                </c:pt>
                <c:pt idx="165">
                  <c:v>0.12792659481324642</c:v>
                </c:pt>
                <c:pt idx="166">
                  <c:v>0.12905771805457869</c:v>
                </c:pt>
                <c:pt idx="167">
                  <c:v>0.12862159526954189</c:v>
                </c:pt>
                <c:pt idx="168">
                  <c:v>0.12841306017910589</c:v>
                </c:pt>
                <c:pt idx="169">
                  <c:v>0.127479796837427</c:v>
                </c:pt>
                <c:pt idx="170">
                  <c:v>0.12883002195190077</c:v>
                </c:pt>
                <c:pt idx="171">
                  <c:v>0.1277334130266112</c:v>
                </c:pt>
                <c:pt idx="172">
                  <c:v>0.12857866368039647</c:v>
                </c:pt>
                <c:pt idx="173">
                  <c:v>0.12646276657651989</c:v>
                </c:pt>
                <c:pt idx="174">
                  <c:v>0.1229763802156803</c:v>
                </c:pt>
                <c:pt idx="175">
                  <c:v>0.12122312002169561</c:v>
                </c:pt>
                <c:pt idx="176">
                  <c:v>0.1209911735298133</c:v>
                </c:pt>
                <c:pt idx="177">
                  <c:v>0.11978150139471878</c:v>
                </c:pt>
                <c:pt idx="178">
                  <c:v>0.11939691059358891</c:v>
                </c:pt>
                <c:pt idx="179">
                  <c:v>0.11904278282054877</c:v>
                </c:pt>
                <c:pt idx="180">
                  <c:v>0.11785781124965697</c:v>
                </c:pt>
                <c:pt idx="181">
                  <c:v>0.11912425174445999</c:v>
                </c:pt>
                <c:pt idx="182">
                  <c:v>0.11779934855384129</c:v>
                </c:pt>
                <c:pt idx="183">
                  <c:v>0.1176306240728263</c:v>
                </c:pt>
                <c:pt idx="184">
                  <c:v>0.11770678734684829</c:v>
                </c:pt>
                <c:pt idx="185">
                  <c:v>0.11652767440990955</c:v>
                </c:pt>
                <c:pt idx="186">
                  <c:v>0.11660168130843857</c:v>
                </c:pt>
                <c:pt idx="187">
                  <c:v>0.11640967176374621</c:v>
                </c:pt>
                <c:pt idx="188">
                  <c:v>0.11681960732767992</c:v>
                </c:pt>
                <c:pt idx="189">
                  <c:v>0.11735385805689696</c:v>
                </c:pt>
                <c:pt idx="190">
                  <c:v>0.11701484455395059</c:v>
                </c:pt>
                <c:pt idx="191">
                  <c:v>0.11591588997249615</c:v>
                </c:pt>
                <c:pt idx="192">
                  <c:v>0.11660054475331451</c:v>
                </c:pt>
                <c:pt idx="193">
                  <c:v>0.11723062543170241</c:v>
                </c:pt>
                <c:pt idx="194">
                  <c:v>0.11529946963265571</c:v>
                </c:pt>
                <c:pt idx="195">
                  <c:v>0.11595905385961076</c:v>
                </c:pt>
                <c:pt idx="196">
                  <c:v>0.11531140697000099</c:v>
                </c:pt>
                <c:pt idx="197">
                  <c:v>0.11477498217074061</c:v>
                </c:pt>
                <c:pt idx="198">
                  <c:v>0.11520465055045756</c:v>
                </c:pt>
                <c:pt idx="199">
                  <c:v>0.11459425706923415</c:v>
                </c:pt>
                <c:pt idx="200">
                  <c:v>0.11493334096524849</c:v>
                </c:pt>
                <c:pt idx="201">
                  <c:v>0.1141565476511997</c:v>
                </c:pt>
                <c:pt idx="202">
                  <c:v>0.1131951406246418</c:v>
                </c:pt>
                <c:pt idx="203">
                  <c:v>0.11315062045440205</c:v>
                </c:pt>
                <c:pt idx="204">
                  <c:v>0.1139384270659736</c:v>
                </c:pt>
                <c:pt idx="205">
                  <c:v>0.11625850178024109</c:v>
                </c:pt>
                <c:pt idx="206">
                  <c:v>0.11599078974801694</c:v>
                </c:pt>
                <c:pt idx="207">
                  <c:v>0.11609825681301071</c:v>
                </c:pt>
                <c:pt idx="208">
                  <c:v>0.11590456042789268</c:v>
                </c:pt>
                <c:pt idx="209">
                  <c:v>0.11704799045842529</c:v>
                </c:pt>
                <c:pt idx="210">
                  <c:v>0.11682527778574923</c:v>
                </c:pt>
                <c:pt idx="211">
                  <c:v>0.11656518539301589</c:v>
                </c:pt>
                <c:pt idx="212">
                  <c:v>0.11527287393248738</c:v>
                </c:pt>
                <c:pt idx="213">
                  <c:v>0.11482400569493292</c:v>
                </c:pt>
                <c:pt idx="214">
                  <c:v>0.11383515764059376</c:v>
                </c:pt>
                <c:pt idx="215">
                  <c:v>0.1136615748118764</c:v>
                </c:pt>
                <c:pt idx="216">
                  <c:v>0.11334550586836992</c:v>
                </c:pt>
                <c:pt idx="217">
                  <c:v>0.10878571449808859</c:v>
                </c:pt>
                <c:pt idx="218">
                  <c:v>0.10649398550315479</c:v>
                </c:pt>
                <c:pt idx="219">
                  <c:v>0.10714553482290919</c:v>
                </c:pt>
                <c:pt idx="220">
                  <c:v>0.10691804213709377</c:v>
                </c:pt>
                <c:pt idx="221">
                  <c:v>0.10510508330052451</c:v>
                </c:pt>
                <c:pt idx="222">
                  <c:v>0.1055457884969149</c:v>
                </c:pt>
                <c:pt idx="223">
                  <c:v>0.10507724759524749</c:v>
                </c:pt>
                <c:pt idx="224">
                  <c:v>0.10431526327622205</c:v>
                </c:pt>
                <c:pt idx="225">
                  <c:v>0.10476925840749399</c:v>
                </c:pt>
                <c:pt idx="226">
                  <c:v>0.10783993685917936</c:v>
                </c:pt>
                <c:pt idx="227">
                  <c:v>0.10829497267344054</c:v>
                </c:pt>
                <c:pt idx="228">
                  <c:v>0.10714246091961364</c:v>
                </c:pt>
                <c:pt idx="229">
                  <c:v>0.1083646234219065</c:v>
                </c:pt>
                <c:pt idx="230">
                  <c:v>0.11133107655533958</c:v>
                </c:pt>
                <c:pt idx="231">
                  <c:v>0.11557135875495778</c:v>
                </c:pt>
                <c:pt idx="232">
                  <c:v>0.12101995826467815</c:v>
                </c:pt>
                <c:pt idx="233">
                  <c:v>0.12372618962385017</c:v>
                </c:pt>
                <c:pt idx="234">
                  <c:v>0.12620603017021115</c:v>
                </c:pt>
                <c:pt idx="235">
                  <c:v>0.13443815846931828</c:v>
                </c:pt>
                <c:pt idx="236">
                  <c:v>0.14234563746992079</c:v>
                </c:pt>
                <c:pt idx="237">
                  <c:v>0.15351607845644599</c:v>
                </c:pt>
                <c:pt idx="238">
                  <c:v>0.15531876599956909</c:v>
                </c:pt>
                <c:pt idx="239">
                  <c:v>0.15807265686769315</c:v>
                </c:pt>
                <c:pt idx="240">
                  <c:v>0.16584789874092037</c:v>
                </c:pt>
                <c:pt idx="241">
                  <c:v>0.16570279091129453</c:v>
                </c:pt>
                <c:pt idx="242">
                  <c:v>0.15888817655472212</c:v>
                </c:pt>
                <c:pt idx="243">
                  <c:v>0.15481843569153403</c:v>
                </c:pt>
                <c:pt idx="244">
                  <c:v>0.15109468865073875</c:v>
                </c:pt>
                <c:pt idx="245">
                  <c:v>0.15023450305155742</c:v>
                </c:pt>
                <c:pt idx="246">
                  <c:v>0.15020511072546558</c:v>
                </c:pt>
                <c:pt idx="247">
                  <c:v>0.14805474342831784</c:v>
                </c:pt>
                <c:pt idx="248">
                  <c:v>0.14641403507147011</c:v>
                </c:pt>
                <c:pt idx="249">
                  <c:v>0.1470213829722857</c:v>
                </c:pt>
                <c:pt idx="250">
                  <c:v>0.14491991819955449</c:v>
                </c:pt>
                <c:pt idx="251">
                  <c:v>0.14332440584949732</c:v>
                </c:pt>
                <c:pt idx="252">
                  <c:v>0.14472292830973177</c:v>
                </c:pt>
                <c:pt idx="253">
                  <c:v>0.14324914033139058</c:v>
                </c:pt>
                <c:pt idx="254">
                  <c:v>0.13816200040663784</c:v>
                </c:pt>
                <c:pt idx="255">
                  <c:v>0.13353094296494059</c:v>
                </c:pt>
                <c:pt idx="256">
                  <c:v>0.13167074256216474</c:v>
                </c:pt>
                <c:pt idx="257">
                  <c:v>0.1306467415796306</c:v>
                </c:pt>
                <c:pt idx="258">
                  <c:v>0.12617593248741621</c:v>
                </c:pt>
                <c:pt idx="259">
                  <c:v>0.11843397913228815</c:v>
                </c:pt>
                <c:pt idx="260">
                  <c:v>0.11620284958529185</c:v>
                </c:pt>
                <c:pt idx="261">
                  <c:v>0.1151349988549069</c:v>
                </c:pt>
                <c:pt idx="262">
                  <c:v>0.11458594254323178</c:v>
                </c:pt>
                <c:pt idx="263">
                  <c:v>0.11234553158497575</c:v>
                </c:pt>
                <c:pt idx="264">
                  <c:v>0.11197740996072585</c:v>
                </c:pt>
                <c:pt idx="265">
                  <c:v>0.11409999999999999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8-F135-44DA-BC70-A4284546EFA5}"/>
            </c:ext>
          </c:extLst>
        </c:ser>
        <c:ser>
          <c:idx val="5"/>
          <c:order val="5"/>
          <c:tx>
            <c:strRef>
              <c:f>'Tasa Adquisición'!$G$4</c:f>
              <c:strCache>
                <c:ptCount val="1"/>
                <c:pt idx="0">
                  <c:v>TES a 10 años</c:v>
                </c:pt>
              </c:strCache>
              <c:extLst xmlns:c15="http://schemas.microsoft.com/office/drawing/2012/chart"/>
            </c:strRef>
          </c:tx>
          <c:spPr>
            <a:ln w="28575" cap="rnd">
              <a:solidFill>
                <a:srgbClr val="4EA72E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265"/>
              <c:delete val="1"/>
              <c:extLst xmlns:c15="http://schemas.microsoft.com/office/drawing/2012/chart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47A-4726-B9EB-D79BECB8DE5D}"/>
                </c:ext>
              </c:extLst>
            </c:dLbl>
            <c:dLbl>
              <c:idx val="266"/>
              <c:layout>
                <c:manualLayout>
                  <c:x val="0"/>
                  <c:y val="-1.24669160442535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DCF-4821-9C7E-DAC1D589D72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 xmlns:c15="http://schemas.microsoft.com/office/drawing/2012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 Adquisición'!$A$5:$A$271</c:f>
              <c:numCache>
                <c:formatCode>mmm\-yy</c:formatCode>
                <c:ptCount val="267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  <c:pt idx="266">
                  <c:v>45717</c:v>
                </c:pt>
              </c:numCache>
            </c:numRef>
          </c:cat>
          <c:val>
            <c:numRef>
              <c:f>'Tasa Adquisición'!$G$5:$G$271</c:f>
              <c:numCache>
                <c:formatCode>0.00%</c:formatCode>
                <c:ptCount val="267"/>
                <c:pt idx="0">
                  <c:v>0.15893448182120901</c:v>
                </c:pt>
                <c:pt idx="1">
                  <c:v>0.16104503802665002</c:v>
                </c:pt>
                <c:pt idx="2">
                  <c:v>0.145510224341241</c:v>
                </c:pt>
                <c:pt idx="3">
                  <c:v>0.161818002654428</c:v>
                </c:pt>
                <c:pt idx="4">
                  <c:v>0.14967949401102099</c:v>
                </c:pt>
                <c:pt idx="5">
                  <c:v>0.15229693362146102</c:v>
                </c:pt>
                <c:pt idx="6">
                  <c:v>0.14955871765250101</c:v>
                </c:pt>
                <c:pt idx="7">
                  <c:v>0.15053420453434702</c:v>
                </c:pt>
                <c:pt idx="8">
                  <c:v>0.153365504976506</c:v>
                </c:pt>
                <c:pt idx="9">
                  <c:v>0.14411544676403099</c:v>
                </c:pt>
                <c:pt idx="10">
                  <c:v>0.14805985417231099</c:v>
                </c:pt>
                <c:pt idx="11">
                  <c:v>0.14765415148056898</c:v>
                </c:pt>
                <c:pt idx="12">
                  <c:v>0.14463429371814099</c:v>
                </c:pt>
                <c:pt idx="13">
                  <c:v>0.14377350638664299</c:v>
                </c:pt>
                <c:pt idx="14">
                  <c:v>0.132716515687962</c:v>
                </c:pt>
                <c:pt idx="15">
                  <c:v>0.12774528162968099</c:v>
                </c:pt>
                <c:pt idx="16">
                  <c:v>0.14489635074913498</c:v>
                </c:pt>
                <c:pt idx="17">
                  <c:v>0.15271762628187399</c:v>
                </c:pt>
                <c:pt idx="18">
                  <c:v>0.155157001820934</c:v>
                </c:pt>
                <c:pt idx="19">
                  <c:v>0.15129891699856698</c:v>
                </c:pt>
                <c:pt idx="20">
                  <c:v>0.146468294133618</c:v>
                </c:pt>
                <c:pt idx="21">
                  <c:v>0.14626712344156201</c:v>
                </c:pt>
                <c:pt idx="22">
                  <c:v>0.139365003980812</c:v>
                </c:pt>
                <c:pt idx="23">
                  <c:v>0.13575972505457601</c:v>
                </c:pt>
                <c:pt idx="24">
                  <c:v>0.13360148654031101</c:v>
                </c:pt>
                <c:pt idx="25">
                  <c:v>0.130895087861613</c:v>
                </c:pt>
                <c:pt idx="26">
                  <c:v>0.134079506947125</c:v>
                </c:pt>
                <c:pt idx="27">
                  <c:v>0.13644085231209099</c:v>
                </c:pt>
                <c:pt idx="28">
                  <c:v>0.133226160801652</c:v>
                </c:pt>
                <c:pt idx="29">
                  <c:v>0.123669014859092</c:v>
                </c:pt>
                <c:pt idx="30">
                  <c:v>0.11332736917425701</c:v>
                </c:pt>
                <c:pt idx="31">
                  <c:v>0.108193086434341</c:v>
                </c:pt>
                <c:pt idx="32">
                  <c:v>8.9189369434089297E-2</c:v>
                </c:pt>
                <c:pt idx="33">
                  <c:v>9.6717065434801505E-2</c:v>
                </c:pt>
                <c:pt idx="34">
                  <c:v>9.5028293830521304E-2</c:v>
                </c:pt>
                <c:pt idx="35">
                  <c:v>9.2266730287525509E-2</c:v>
                </c:pt>
                <c:pt idx="36">
                  <c:v>8.3918166762594809E-2</c:v>
                </c:pt>
                <c:pt idx="37">
                  <c:v>7.2617293377057301E-2</c:v>
                </c:pt>
                <c:pt idx="38">
                  <c:v>7.8150574548581805E-2</c:v>
                </c:pt>
                <c:pt idx="39">
                  <c:v>9.0068126824389E-2</c:v>
                </c:pt>
                <c:pt idx="40">
                  <c:v>9.9679208336184807E-2</c:v>
                </c:pt>
                <c:pt idx="41">
                  <c:v>0.10908579931608701</c:v>
                </c:pt>
                <c:pt idx="42">
                  <c:v>9.7324620278000207E-2</c:v>
                </c:pt>
                <c:pt idx="43">
                  <c:v>9.565305404414319E-2</c:v>
                </c:pt>
                <c:pt idx="44">
                  <c:v>9.6641141583312606E-2</c:v>
                </c:pt>
                <c:pt idx="45">
                  <c:v>9.3208401432787497E-2</c:v>
                </c:pt>
                <c:pt idx="46">
                  <c:v>9.2718888079830003E-2</c:v>
                </c:pt>
                <c:pt idx="47">
                  <c:v>8.9565191914716499E-2</c:v>
                </c:pt>
                <c:pt idx="48">
                  <c:v>9.4524582804092802E-2</c:v>
                </c:pt>
                <c:pt idx="49">
                  <c:v>9.8639699269291906E-2</c:v>
                </c:pt>
                <c:pt idx="50">
                  <c:v>9.9406302025778312E-2</c:v>
                </c:pt>
                <c:pt idx="51">
                  <c:v>0.10084662028253501</c:v>
                </c:pt>
                <c:pt idx="52">
                  <c:v>9.8781996929299093E-2</c:v>
                </c:pt>
                <c:pt idx="53">
                  <c:v>9.93681656049967E-2</c:v>
                </c:pt>
                <c:pt idx="54">
                  <c:v>9.9138601855322209E-2</c:v>
                </c:pt>
                <c:pt idx="55">
                  <c:v>0.106239025302112</c:v>
                </c:pt>
                <c:pt idx="56">
                  <c:v>0.10164026636491201</c:v>
                </c:pt>
                <c:pt idx="57">
                  <c:v>0.101568221953107</c:v>
                </c:pt>
                <c:pt idx="58">
                  <c:v>0.10210530248875999</c:v>
                </c:pt>
                <c:pt idx="59">
                  <c:v>0.103137674240521</c:v>
                </c:pt>
                <c:pt idx="60">
                  <c:v>0.112058078341552</c:v>
                </c:pt>
                <c:pt idx="61">
                  <c:v>0.11590103277342599</c:v>
                </c:pt>
                <c:pt idx="62">
                  <c:v>0.11631816292650299</c:v>
                </c:pt>
                <c:pt idx="63">
                  <c:v>0.109801910913417</c:v>
                </c:pt>
                <c:pt idx="64">
                  <c:v>0.114785187064378</c:v>
                </c:pt>
                <c:pt idx="65">
                  <c:v>0.12763302555157199</c:v>
                </c:pt>
                <c:pt idx="66">
                  <c:v>0.124673834890378</c:v>
                </c:pt>
                <c:pt idx="67">
                  <c:v>0.11390818902503</c:v>
                </c:pt>
                <c:pt idx="68">
                  <c:v>0.121107048470406</c:v>
                </c:pt>
                <c:pt idx="69">
                  <c:v>0.13577083442509</c:v>
                </c:pt>
                <c:pt idx="70">
                  <c:v>0.12633891454951399</c:v>
                </c:pt>
                <c:pt idx="71">
                  <c:v>0.108838157425167</c:v>
                </c:pt>
                <c:pt idx="72">
                  <c:v>9.8022453437363696E-2</c:v>
                </c:pt>
                <c:pt idx="73">
                  <c:v>0.100118015062151</c:v>
                </c:pt>
                <c:pt idx="74">
                  <c:v>0.100890118217058</c:v>
                </c:pt>
                <c:pt idx="75">
                  <c:v>9.1897685371394006E-2</c:v>
                </c:pt>
                <c:pt idx="76">
                  <c:v>9.3616147059031291E-2</c:v>
                </c:pt>
                <c:pt idx="77">
                  <c:v>9.962926942644261E-2</c:v>
                </c:pt>
                <c:pt idx="78">
                  <c:v>9.4869945687152096E-2</c:v>
                </c:pt>
                <c:pt idx="79">
                  <c:v>0.10104551229344799</c:v>
                </c:pt>
                <c:pt idx="80">
                  <c:v>9.54416564247976E-2</c:v>
                </c:pt>
                <c:pt idx="81">
                  <c:v>8.8608558607797705E-2</c:v>
                </c:pt>
                <c:pt idx="82">
                  <c:v>8.3180381327275899E-2</c:v>
                </c:pt>
                <c:pt idx="83">
                  <c:v>8.9446357132422397E-2</c:v>
                </c:pt>
                <c:pt idx="84">
                  <c:v>9.2027489847425009E-2</c:v>
                </c:pt>
                <c:pt idx="85">
                  <c:v>9.6950696103542511E-2</c:v>
                </c:pt>
                <c:pt idx="86">
                  <c:v>9.4138567032403697E-2</c:v>
                </c:pt>
                <c:pt idx="87">
                  <c:v>8.8592180917609398E-2</c:v>
                </c:pt>
                <c:pt idx="88">
                  <c:v>8.6144344246334409E-2</c:v>
                </c:pt>
                <c:pt idx="89">
                  <c:v>8.3764295529547006E-2</c:v>
                </c:pt>
                <c:pt idx="90">
                  <c:v>7.9454754132929406E-2</c:v>
                </c:pt>
                <c:pt idx="91">
                  <c:v>7.5977579257058503E-2</c:v>
                </c:pt>
                <c:pt idx="92">
                  <c:v>7.8969500808441506E-2</c:v>
                </c:pt>
                <c:pt idx="93">
                  <c:v>7.5042748109105398E-2</c:v>
                </c:pt>
                <c:pt idx="94">
                  <c:v>8.2172115307342891E-2</c:v>
                </c:pt>
                <c:pt idx="95">
                  <c:v>8.260756853104001E-2</c:v>
                </c:pt>
                <c:pt idx="96">
                  <c:v>8.5143946049124508E-2</c:v>
                </c:pt>
                <c:pt idx="97">
                  <c:v>8.9189721680725906E-2</c:v>
                </c:pt>
                <c:pt idx="98">
                  <c:v>8.7627770723091997E-2</c:v>
                </c:pt>
                <c:pt idx="99">
                  <c:v>8.6419903550049415E-2</c:v>
                </c:pt>
                <c:pt idx="100">
                  <c:v>8.3395424786721101E-2</c:v>
                </c:pt>
                <c:pt idx="101">
                  <c:v>7.8712219324039004E-2</c:v>
                </c:pt>
                <c:pt idx="102">
                  <c:v>7.80531090172778E-2</c:v>
                </c:pt>
                <c:pt idx="103">
                  <c:v>7.4739044245782704E-2</c:v>
                </c:pt>
                <c:pt idx="104">
                  <c:v>7.5994655175587594E-2</c:v>
                </c:pt>
                <c:pt idx="105">
                  <c:v>7.6096044254793604E-2</c:v>
                </c:pt>
                <c:pt idx="106">
                  <c:v>7.74828555478108E-2</c:v>
                </c:pt>
                <c:pt idx="107">
                  <c:v>7.7767968705264201E-2</c:v>
                </c:pt>
                <c:pt idx="108">
                  <c:v>7.5029034573024095E-2</c:v>
                </c:pt>
                <c:pt idx="109">
                  <c:v>7.4491182746848697E-2</c:v>
                </c:pt>
                <c:pt idx="110">
                  <c:v>7.3595037561751897E-2</c:v>
                </c:pt>
                <c:pt idx="111">
                  <c:v>7.2133873595802506E-2</c:v>
                </c:pt>
                <c:pt idx="112">
                  <c:v>7.2651746809895806E-2</c:v>
                </c:pt>
                <c:pt idx="113">
                  <c:v>7.1069375308998498E-2</c:v>
                </c:pt>
                <c:pt idx="114">
                  <c:v>6.7377338604721698E-2</c:v>
                </c:pt>
                <c:pt idx="115">
                  <c:v>6.7380140362581289E-2</c:v>
                </c:pt>
                <c:pt idx="116">
                  <c:v>6.4217578880616397E-2</c:v>
                </c:pt>
                <c:pt idx="117">
                  <c:v>6.2445062426424398E-2</c:v>
                </c:pt>
                <c:pt idx="118">
                  <c:v>6.0136910991232001E-2</c:v>
                </c:pt>
                <c:pt idx="119">
                  <c:v>5.7126766805219706E-2</c:v>
                </c:pt>
                <c:pt idx="120">
                  <c:v>5.3242668105014095E-2</c:v>
                </c:pt>
                <c:pt idx="121">
                  <c:v>5.0735537253965998E-2</c:v>
                </c:pt>
                <c:pt idx="122">
                  <c:v>5.1010955005446904E-2</c:v>
                </c:pt>
                <c:pt idx="123">
                  <c:v>5.0887515846894701E-2</c:v>
                </c:pt>
                <c:pt idx="124">
                  <c:v>6.1240829181525597E-2</c:v>
                </c:pt>
                <c:pt idx="125">
                  <c:v>7.12922529835541E-2</c:v>
                </c:pt>
                <c:pt idx="126">
                  <c:v>7.5009688028170804E-2</c:v>
                </c:pt>
                <c:pt idx="127">
                  <c:v>7.7550679876172493E-2</c:v>
                </c:pt>
                <c:pt idx="128">
                  <c:v>7.3300613397558806E-2</c:v>
                </c:pt>
                <c:pt idx="129">
                  <c:v>6.8965366028755803E-2</c:v>
                </c:pt>
                <c:pt idx="130">
                  <c:v>7.3298155582717101E-2</c:v>
                </c:pt>
                <c:pt idx="131">
                  <c:v>7.28948696416227E-2</c:v>
                </c:pt>
                <c:pt idx="132">
                  <c:v>7.6448474487088192E-2</c:v>
                </c:pt>
                <c:pt idx="133">
                  <c:v>7.6360958216094094E-2</c:v>
                </c:pt>
                <c:pt idx="134">
                  <c:v>6.7809413032954E-2</c:v>
                </c:pt>
                <c:pt idx="135">
                  <c:v>6.7797463583720602E-2</c:v>
                </c:pt>
                <c:pt idx="136">
                  <c:v>6.6488226568821002E-2</c:v>
                </c:pt>
                <c:pt idx="137">
                  <c:v>6.9146922455580906E-2</c:v>
                </c:pt>
                <c:pt idx="138">
                  <c:v>6.9804550822697597E-2</c:v>
                </c:pt>
                <c:pt idx="139">
                  <c:v>6.7296593928772797E-2</c:v>
                </c:pt>
                <c:pt idx="140">
                  <c:v>7.1914462006757704E-2</c:v>
                </c:pt>
                <c:pt idx="141">
                  <c:v>6.9355296096154304E-2</c:v>
                </c:pt>
                <c:pt idx="142">
                  <c:v>6.9250082777378999E-2</c:v>
                </c:pt>
                <c:pt idx="143">
                  <c:v>7.49721252275794E-2</c:v>
                </c:pt>
                <c:pt idx="144">
                  <c:v>6.9385987875780708E-2</c:v>
                </c:pt>
                <c:pt idx="145">
                  <c:v>6.9584476920458604E-2</c:v>
                </c:pt>
                <c:pt idx="146">
                  <c:v>7.4193593336935204E-2</c:v>
                </c:pt>
                <c:pt idx="147">
                  <c:v>7.1771766873477097E-2</c:v>
                </c:pt>
                <c:pt idx="148">
                  <c:v>7.3354702304132408E-2</c:v>
                </c:pt>
                <c:pt idx="149">
                  <c:v>7.8229567310485193E-2</c:v>
                </c:pt>
                <c:pt idx="150">
                  <c:v>7.7501053585112695E-2</c:v>
                </c:pt>
                <c:pt idx="151">
                  <c:v>8.3499887925577207E-2</c:v>
                </c:pt>
                <c:pt idx="152">
                  <c:v>8.6299626993333795E-2</c:v>
                </c:pt>
                <c:pt idx="153">
                  <c:v>8.2567503342378307E-2</c:v>
                </c:pt>
                <c:pt idx="154">
                  <c:v>8.7161492657826509E-2</c:v>
                </c:pt>
                <c:pt idx="155">
                  <c:v>8.8770617129010493E-2</c:v>
                </c:pt>
                <c:pt idx="156">
                  <c:v>9.2069644291887298E-2</c:v>
                </c:pt>
                <c:pt idx="157">
                  <c:v>9.1897102906373498E-2</c:v>
                </c:pt>
                <c:pt idx="158">
                  <c:v>8.3536740263584305E-2</c:v>
                </c:pt>
                <c:pt idx="159">
                  <c:v>8.2176303030284698E-2</c:v>
                </c:pt>
                <c:pt idx="160">
                  <c:v>8.1588256108794208E-2</c:v>
                </c:pt>
                <c:pt idx="161">
                  <c:v>7.5663534922764397E-2</c:v>
                </c:pt>
                <c:pt idx="162">
                  <c:v>7.6386749746941693E-2</c:v>
                </c:pt>
                <c:pt idx="163">
                  <c:v>7.4954569235890597E-2</c:v>
                </c:pt>
                <c:pt idx="164">
                  <c:v>7.0218245304484603E-2</c:v>
                </c:pt>
                <c:pt idx="165">
                  <c:v>7.4223716218377506E-2</c:v>
                </c:pt>
                <c:pt idx="166">
                  <c:v>7.4142446321433603E-2</c:v>
                </c:pt>
                <c:pt idx="167">
                  <c:v>7.1847224958109301E-2</c:v>
                </c:pt>
                <c:pt idx="168">
                  <c:v>6.9412594398704203E-2</c:v>
                </c:pt>
                <c:pt idx="169">
                  <c:v>7.0527741214284193E-2</c:v>
                </c:pt>
                <c:pt idx="170">
                  <c:v>6.77365296379598E-2</c:v>
                </c:pt>
                <c:pt idx="171">
                  <c:v>6.4152633474527307E-2</c:v>
                </c:pt>
                <c:pt idx="172">
                  <c:v>6.4156870506895905E-2</c:v>
                </c:pt>
                <c:pt idx="173">
                  <c:v>6.7001118043989102E-2</c:v>
                </c:pt>
                <c:pt idx="174">
                  <c:v>7.0177018315113998E-2</c:v>
                </c:pt>
                <c:pt idx="175">
                  <c:v>6.9181643527196801E-2</c:v>
                </c:pt>
                <c:pt idx="176">
                  <c:v>6.7637684186444197E-2</c:v>
                </c:pt>
                <c:pt idx="177">
                  <c:v>6.8296142605032903E-2</c:v>
                </c:pt>
                <c:pt idx="178">
                  <c:v>6.6938108859998902E-2</c:v>
                </c:pt>
                <c:pt idx="179">
                  <c:v>6.7356189737247107E-2</c:v>
                </c:pt>
                <c:pt idx="180">
                  <c:v>6.6863126441612394E-2</c:v>
                </c:pt>
                <c:pt idx="181">
                  <c:v>6.9414318273200395E-2</c:v>
                </c:pt>
                <c:pt idx="182">
                  <c:v>6.7300095002986102E-2</c:v>
                </c:pt>
                <c:pt idx="183">
                  <c:v>6.6532813515602002E-2</c:v>
                </c:pt>
                <c:pt idx="184">
                  <c:v>6.8917649597642294E-2</c:v>
                </c:pt>
                <c:pt idx="185">
                  <c:v>6.9354612694188009E-2</c:v>
                </c:pt>
                <c:pt idx="186">
                  <c:v>7.11964707945833E-2</c:v>
                </c:pt>
                <c:pt idx="187">
                  <c:v>7.0909719886997902E-2</c:v>
                </c:pt>
                <c:pt idx="188">
                  <c:v>7.1485380522477507E-2</c:v>
                </c:pt>
                <c:pt idx="189">
                  <c:v>7.4593722722408204E-2</c:v>
                </c:pt>
                <c:pt idx="190">
                  <c:v>7.2710072991986202E-2</c:v>
                </c:pt>
                <c:pt idx="191">
                  <c:v>7.0150233293737305E-2</c:v>
                </c:pt>
                <c:pt idx="192">
                  <c:v>6.989872717954379E-2</c:v>
                </c:pt>
                <c:pt idx="193">
                  <c:v>6.9798807614265199E-2</c:v>
                </c:pt>
                <c:pt idx="194">
                  <c:v>6.7146914581913408E-2</c:v>
                </c:pt>
                <c:pt idx="195">
                  <c:v>6.9350175736921593E-2</c:v>
                </c:pt>
                <c:pt idx="196">
                  <c:v>6.7577442393157397E-2</c:v>
                </c:pt>
                <c:pt idx="197">
                  <c:v>6.2162082539080697E-2</c:v>
                </c:pt>
                <c:pt idx="198">
                  <c:v>6.0854793078434097E-2</c:v>
                </c:pt>
                <c:pt idx="199">
                  <c:v>6.1103120483530102E-2</c:v>
                </c:pt>
                <c:pt idx="200">
                  <c:v>6.0716550465325002E-2</c:v>
                </c:pt>
                <c:pt idx="201">
                  <c:v>6.1006368233131901E-2</c:v>
                </c:pt>
                <c:pt idx="202">
                  <c:v>6.5826958031794808E-2</c:v>
                </c:pt>
                <c:pt idx="203">
                  <c:v>6.42116779251998E-2</c:v>
                </c:pt>
                <c:pt idx="204">
                  <c:v>6.0206158183398202E-2</c:v>
                </c:pt>
                <c:pt idx="205">
                  <c:v>6.2223569871840204E-2</c:v>
                </c:pt>
                <c:pt idx="206">
                  <c:v>7.2575040556160403E-2</c:v>
                </c:pt>
                <c:pt idx="207">
                  <c:v>7.2034827414815997E-2</c:v>
                </c:pt>
                <c:pt idx="208">
                  <c:v>6.2540548893272291E-2</c:v>
                </c:pt>
                <c:pt idx="209">
                  <c:v>6.6490161539984202E-2</c:v>
                </c:pt>
                <c:pt idx="210">
                  <c:v>6.3094447860347694E-2</c:v>
                </c:pt>
                <c:pt idx="211">
                  <c:v>6.2067571657353604E-2</c:v>
                </c:pt>
                <c:pt idx="212">
                  <c:v>5.9814349876235198E-2</c:v>
                </c:pt>
                <c:pt idx="213">
                  <c:v>6.2115109131192503E-2</c:v>
                </c:pt>
                <c:pt idx="214">
                  <c:v>5.9285671974194598E-2</c:v>
                </c:pt>
                <c:pt idx="215">
                  <c:v>5.7606427436237999E-2</c:v>
                </c:pt>
                <c:pt idx="216">
                  <c:v>5.8996295097268898E-2</c:v>
                </c:pt>
                <c:pt idx="217">
                  <c:v>6.43672997415764E-2</c:v>
                </c:pt>
                <c:pt idx="218">
                  <c:v>7.4547846241510105E-2</c:v>
                </c:pt>
                <c:pt idx="219">
                  <c:v>7.46318369774948E-2</c:v>
                </c:pt>
                <c:pt idx="220">
                  <c:v>7.7524794495963598E-2</c:v>
                </c:pt>
                <c:pt idx="221">
                  <c:v>7.5836140185042297E-2</c:v>
                </c:pt>
                <c:pt idx="222">
                  <c:v>7.6008927857906403E-2</c:v>
                </c:pt>
                <c:pt idx="223">
                  <c:v>7.6018542955288607E-2</c:v>
                </c:pt>
                <c:pt idx="224">
                  <c:v>8.0532484299378593E-2</c:v>
                </c:pt>
                <c:pt idx="225">
                  <c:v>8.4044294466708094E-2</c:v>
                </c:pt>
                <c:pt idx="226">
                  <c:v>8.8025551288575199E-2</c:v>
                </c:pt>
                <c:pt idx="227">
                  <c:v>8.4612896193349302E-2</c:v>
                </c:pt>
                <c:pt idx="228">
                  <c:v>9.4272194290879893E-2</c:v>
                </c:pt>
                <c:pt idx="229">
                  <c:v>9.7359204269369795E-2</c:v>
                </c:pt>
                <c:pt idx="230">
                  <c:v>9.9743333749991989E-2</c:v>
                </c:pt>
                <c:pt idx="231">
                  <c:v>0.105363261440756</c:v>
                </c:pt>
                <c:pt idx="232">
                  <c:v>0.10780426554990401</c:v>
                </c:pt>
                <c:pt idx="233">
                  <c:v>0.11605994332188199</c:v>
                </c:pt>
                <c:pt idx="234">
                  <c:v>0.12615605240637801</c:v>
                </c:pt>
                <c:pt idx="235">
                  <c:v>0.12207217924416099</c:v>
                </c:pt>
                <c:pt idx="236">
                  <c:v>0.129176846637301</c:v>
                </c:pt>
                <c:pt idx="237">
                  <c:v>0.13925938426594001</c:v>
                </c:pt>
                <c:pt idx="238">
                  <c:v>0.132309105010114</c:v>
                </c:pt>
                <c:pt idx="239">
                  <c:v>0.132251613855845</c:v>
                </c:pt>
                <c:pt idx="240">
                  <c:v>0.12259834888918199</c:v>
                </c:pt>
                <c:pt idx="241">
                  <c:v>0.134333755727954</c:v>
                </c:pt>
                <c:pt idx="242">
                  <c:v>0.119481722973973</c:v>
                </c:pt>
                <c:pt idx="243">
                  <c:v>0.11890927453501501</c:v>
                </c:pt>
                <c:pt idx="244">
                  <c:v>0.111129753217157</c:v>
                </c:pt>
                <c:pt idx="245">
                  <c:v>0.101529015137026</c:v>
                </c:pt>
                <c:pt idx="246">
                  <c:v>0.10223505611346599</c:v>
                </c:pt>
                <c:pt idx="247">
                  <c:v>0.10696751585070301</c:v>
                </c:pt>
                <c:pt idx="248">
                  <c:v>0.118653059006396</c:v>
                </c:pt>
                <c:pt idx="249">
                  <c:v>0.11805708959191101</c:v>
                </c:pt>
                <c:pt idx="250">
                  <c:v>0.107445856033862</c:v>
                </c:pt>
                <c:pt idx="251">
                  <c:v>9.9433886373104005E-2</c:v>
                </c:pt>
                <c:pt idx="252">
                  <c:v>9.8167939999999995E-2</c:v>
                </c:pt>
                <c:pt idx="253">
                  <c:v>9.9135829999999994E-2</c:v>
                </c:pt>
                <c:pt idx="254">
                  <c:v>0.10206017000000001</c:v>
                </c:pt>
                <c:pt idx="255">
                  <c:v>0.1088298</c:v>
                </c:pt>
                <c:pt idx="256">
                  <c:v>0.10968442</c:v>
                </c:pt>
                <c:pt idx="257">
                  <c:v>0.11189619000000001</c:v>
                </c:pt>
                <c:pt idx="258">
                  <c:v>0.11130738</c:v>
                </c:pt>
                <c:pt idx="259">
                  <c:v>0.10699601</c:v>
                </c:pt>
                <c:pt idx="260">
                  <c:v>0.10403279</c:v>
                </c:pt>
                <c:pt idx="261">
                  <c:v>0.10920799</c:v>
                </c:pt>
                <c:pt idx="262">
                  <c:v>0.11154712</c:v>
                </c:pt>
                <c:pt idx="263">
                  <c:v>0.11723459999999999</c:v>
                </c:pt>
                <c:pt idx="264">
                  <c:v>0.12063633999999999</c:v>
                </c:pt>
                <c:pt idx="265">
                  <c:v>0.12096599</c:v>
                </c:pt>
                <c:pt idx="266">
                  <c:v>0.12230000000000001</c:v>
                </c:pt>
              </c:numCache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E-F135-44DA-BC70-A4284546EF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49223935"/>
        <c:axId val="249226335"/>
        <c:extLst>
          <c:ext xmlns:c15="http://schemas.microsoft.com/office/drawing/2012/chart" uri="{02D57815-91ED-43cb-92C2-25804820EDAC}">
            <c15:filteredLineSeries>
              <c15:ser>
                <c:idx val="0"/>
                <c:order val="2"/>
                <c:tx>
                  <c:strRef>
                    <c:extLst>
                      <c:ext uri="{02D57815-91ED-43cb-92C2-25804820EDAC}">
                        <c15:formulaRef>
                          <c15:sqref>'Tasa Adquisición'!$B$4</c15:sqref>
                        </c15:formulaRef>
                      </c:ext>
                    </c:extLst>
                    <c:strCache>
                      <c:ptCount val="1"/>
                      <c:pt idx="0">
                        <c:v>No VIS UVR</c:v>
                      </c:pt>
                    </c:strCache>
                  </c:strRef>
                </c:tx>
                <c:spPr>
                  <a:ln w="28575" cap="rnd">
                    <a:solidFill>
                      <a:srgbClr val="002060"/>
                    </a:solidFill>
                    <a:round/>
                  </a:ln>
                  <a:effectLst/>
                </c:spPr>
                <c:marker>
                  <c:symbol val="none"/>
                </c:marker>
                <c:dLbls>
                  <c:dLbl>
                    <c:idx val="263"/>
                    <c:layout>
                      <c:manualLayout>
                        <c:x val="0"/>
                        <c:y val="-2.4933832088506859E-3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9-F135-44DA-BC70-A4284546EFA5}"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200" b="1" i="0" u="none" strike="noStrike" kern="1200" baseline="0">
                          <a:solidFill>
                            <a:srgbClr val="002060"/>
                          </a:solidFill>
                          <a:latin typeface="Dosis" pitchFamily="2" charset="0"/>
                          <a:ea typeface="+mn-ea"/>
                          <a:cs typeface="+mn-cs"/>
                        </a:defRPr>
                      </a:pPr>
                      <a:endParaRPr lang="es-CO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0"/>
                  <c:extLst>
                    <c:ext uri="{CE6537A1-D6FC-4f65-9D91-7224C49458BB}">
                      <c15:showLeaderLines val="0"/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'Tasa Adquisición'!$A$5:$A$271</c15:sqref>
                        </c15:formulaRef>
                      </c:ext>
                    </c:extLst>
                    <c:numCache>
                      <c:formatCode>mmm\-yy</c:formatCode>
                      <c:ptCount val="267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  <c:pt idx="266">
                        <c:v>45717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'Tasa Adquisición'!$B$5:$B$268</c15:sqref>
                        </c15:formulaRef>
                      </c:ext>
                    </c:extLst>
                    <c:numCache>
                      <c:formatCode>0.00%</c:formatCode>
                      <c:ptCount val="264"/>
                      <c:pt idx="234">
                        <c:v>0.14431070125763013</c:v>
                      </c:pt>
                      <c:pt idx="235">
                        <c:v>0.15370549805690875</c:v>
                      </c:pt>
                      <c:pt idx="236">
                        <c:v>0.15972174660511762</c:v>
                      </c:pt>
                      <c:pt idx="237">
                        <c:v>0.19171486206121294</c:v>
                      </c:pt>
                      <c:pt idx="238">
                        <c:v>0.19164144076134948</c:v>
                      </c:pt>
                      <c:pt idx="239">
                        <c:v>0.19928631866304322</c:v>
                      </c:pt>
                      <c:pt idx="240">
                        <c:v>0.20979346179606939</c:v>
                      </c:pt>
                      <c:pt idx="241">
                        <c:v>0.22741883139712057</c:v>
                      </c:pt>
                      <c:pt idx="242">
                        <c:v>0.22421597870270055</c:v>
                      </c:pt>
                      <c:pt idx="243">
                        <c:v>0.22324422361010721</c:v>
                      </c:pt>
                      <c:pt idx="244">
                        <c:v>0.22327764336129691</c:v>
                      </c:pt>
                      <c:pt idx="245">
                        <c:v>0.21027754447971286</c:v>
                      </c:pt>
                      <c:pt idx="246">
                        <c:v>0.20891795588244227</c:v>
                      </c:pt>
                      <c:pt idx="247">
                        <c:v>0.2057544067169407</c:v>
                      </c:pt>
                      <c:pt idx="248">
                        <c:v>0.20051254425646475</c:v>
                      </c:pt>
                      <c:pt idx="249">
                        <c:v>0.19816172234230908</c:v>
                      </c:pt>
                      <c:pt idx="250">
                        <c:v>0.19323420394985341</c:v>
                      </c:pt>
                      <c:pt idx="251">
                        <c:v>0.18168209360217763</c:v>
                      </c:pt>
                      <c:pt idx="252">
                        <c:v>0.17899887516836904</c:v>
                      </c:pt>
                      <c:pt idx="253">
                        <c:v>0.17060486811026618</c:v>
                      </c:pt>
                      <c:pt idx="254">
                        <c:v>0.15879470668136716</c:v>
                      </c:pt>
                      <c:pt idx="255">
                        <c:v>0.15421213539641188</c:v>
                      </c:pt>
                      <c:pt idx="256">
                        <c:v>0.14826336114851346</c:v>
                      </c:pt>
                      <c:pt idx="257">
                        <c:v>0.14672416028661855</c:v>
                      </c:pt>
                      <c:pt idx="258">
                        <c:v>0.14747053914330868</c:v>
                      </c:pt>
                      <c:pt idx="259">
                        <c:v>0.14691305620114201</c:v>
                      </c:pt>
                      <c:pt idx="260">
                        <c:v>0.14408380910385218</c:v>
                      </c:pt>
                      <c:pt idx="261">
                        <c:v>0.1363272615906542</c:v>
                      </c:pt>
                      <c:pt idx="262">
                        <c:v>0.13134624397160333</c:v>
                      </c:pt>
                      <c:pt idx="263">
                        <c:v>0.12805962731034659</c:v>
                      </c:pt>
                    </c:numCache>
                  </c:numRef>
                </c:val>
                <c:smooth val="1"/>
                <c:extLst>
                  <c:ext xmlns:c16="http://schemas.microsoft.com/office/drawing/2014/chart" uri="{C3380CC4-5D6E-409C-BE32-E72D297353CC}">
                    <c16:uniqueId val="{0000000A-F135-44DA-BC70-A4284546EFA5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Adquisición'!$E$4</c15:sqref>
                        </c15:formulaRef>
                      </c:ext>
                    </c:extLst>
                    <c:strCache>
                      <c:ptCount val="1"/>
                      <c:pt idx="0">
                        <c:v>VIS UVR</c:v>
                      </c:pt>
                    </c:strCache>
                  </c:strRef>
                </c:tx>
                <c:spPr>
                  <a:ln w="28575" cap="rnd">
                    <a:solidFill>
                      <a:srgbClr val="92D050"/>
                    </a:solidFill>
                    <a:round/>
                  </a:ln>
                  <a:effectLst/>
                </c:spPr>
                <c:marker>
                  <c:symbol val="none"/>
                </c:marker>
                <c:dLbls>
                  <c:dLbl>
                    <c:idx val="263"/>
                    <c:layout>
                      <c:manualLayout>
                        <c:x val="0"/>
                        <c:y val="-2.9920598506208231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 xmlns:c15="http://schemas.microsoft.com/office/drawing/2012/chart">
                      <c:ext xmlns:c15="http://schemas.microsoft.com/office/drawing/2012/chart" uri="{CE6537A1-D6FC-4f65-9D91-7224C49458BB}"/>
                      <c:ext xmlns:c16="http://schemas.microsoft.com/office/drawing/2014/chart" uri="{C3380CC4-5D6E-409C-BE32-E72D297353CC}">
                        <c16:uniqueId val="{0000000B-F135-44DA-BC70-A4284546EFA5}"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200" b="1" i="0" u="none" strike="noStrike" kern="1200" baseline="0">
                          <a:solidFill>
                            <a:srgbClr val="92D050"/>
                          </a:solidFill>
                          <a:latin typeface="Dosis" pitchFamily="2" charset="0"/>
                          <a:ea typeface="+mn-ea"/>
                          <a:cs typeface="+mn-cs"/>
                        </a:defRPr>
                      </a:pPr>
                      <a:endParaRPr lang="es-CO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'Tasa Adquisición'!$A$5:$A$271</c15:sqref>
                        </c15:formulaRef>
                      </c:ext>
                    </c:extLst>
                    <c:numCache>
                      <c:formatCode>mmm\-yy</c:formatCode>
                      <c:ptCount val="267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  <c:pt idx="266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Adquisición'!$E$5:$E$268</c15:sqref>
                        </c15:formulaRef>
                      </c:ext>
                    </c:extLst>
                    <c:numCache>
                      <c:formatCode>0.00%</c:formatCode>
                      <c:ptCount val="264"/>
                      <c:pt idx="234">
                        <c:v>0.14901689065323234</c:v>
                      </c:pt>
                      <c:pt idx="235">
                        <c:v>0.15988782848456326</c:v>
                      </c:pt>
                      <c:pt idx="236">
                        <c:v>0.16386482794641147</c:v>
                      </c:pt>
                      <c:pt idx="237">
                        <c:v>0.19538224077337343</c:v>
                      </c:pt>
                      <c:pt idx="238">
                        <c:v>0.19525043127241126</c:v>
                      </c:pt>
                      <c:pt idx="239">
                        <c:v>0.19434951138427387</c:v>
                      </c:pt>
                      <c:pt idx="240">
                        <c:v>0.20403766434453541</c:v>
                      </c:pt>
                      <c:pt idx="241">
                        <c:v>0.20579697328883537</c:v>
                      </c:pt>
                      <c:pt idx="242">
                        <c:v>0.20406749642450511</c:v>
                      </c:pt>
                      <c:pt idx="243">
                        <c:v>0.21061218059315265</c:v>
                      </c:pt>
                      <c:pt idx="244">
                        <c:v>0.21257907379243021</c:v>
                      </c:pt>
                      <c:pt idx="245">
                        <c:v>0.20996733624347466</c:v>
                      </c:pt>
                      <c:pt idx="246">
                        <c:v>0.2044727185141812</c:v>
                      </c:pt>
                      <c:pt idx="247">
                        <c:v>0.19804476876520657</c:v>
                      </c:pt>
                      <c:pt idx="248">
                        <c:v>0.19232248700122248</c:v>
                      </c:pt>
                      <c:pt idx="249">
                        <c:v>0.18628920564900223</c:v>
                      </c:pt>
                      <c:pt idx="250">
                        <c:v>0.18458438326248611</c:v>
                      </c:pt>
                      <c:pt idx="251">
                        <c:v>0.17318058185213772</c:v>
                      </c:pt>
                      <c:pt idx="252">
                        <c:v>0.16706745473521312</c:v>
                      </c:pt>
                      <c:pt idx="253">
                        <c:v>0.15816632007348161</c:v>
                      </c:pt>
                      <c:pt idx="254">
                        <c:v>0.15047605093744262</c:v>
                      </c:pt>
                      <c:pt idx="255">
                        <c:v>0.14320681351655407</c:v>
                      </c:pt>
                      <c:pt idx="256">
                        <c:v>0.13700756476428616</c:v>
                      </c:pt>
                      <c:pt idx="257">
                        <c:v>0.13642392812156376</c:v>
                      </c:pt>
                      <c:pt idx="258">
                        <c:v>0.13503689805270333</c:v>
                      </c:pt>
                      <c:pt idx="259">
                        <c:v>0.13289367581036582</c:v>
                      </c:pt>
                      <c:pt idx="260">
                        <c:v>0.12835277599028067</c:v>
                      </c:pt>
                      <c:pt idx="261">
                        <c:v>0.12306061178452611</c:v>
                      </c:pt>
                      <c:pt idx="262">
                        <c:v>0.1187656248714463</c:v>
                      </c:pt>
                      <c:pt idx="263">
                        <c:v>0.11437352917786227</c:v>
                      </c:pt>
                    </c:numCache>
                  </c:numRef>
                </c:val>
                <c:smooth val="1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C-F135-44DA-BC70-A4284546EFA5}"/>
                  </c:ext>
                </c:extLst>
              </c15:ser>
            </c15:filteredLineSeries>
            <c15:filteredLine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Adquisición'!$F$4</c15:sqref>
                        </c15:formulaRef>
                      </c:ext>
                    </c:extLst>
                    <c:strCache>
                      <c:ptCount val="1"/>
                      <c:pt idx="0">
                        <c:v>No VIS UVR (margen)</c:v>
                      </c:pt>
                    </c:strCache>
                  </c:strRef>
                </c:tx>
                <c:spPr>
                  <a:ln w="28575" cap="rnd">
                    <a:solidFill>
                      <a:schemeClr val="accent5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'Tasa Adquisición'!$A$5:$A$271</c15:sqref>
                        </c15:formulaRef>
                      </c:ext>
                    </c:extLst>
                    <c:numCache>
                      <c:formatCode>mmm\-yy</c:formatCode>
                      <c:ptCount val="267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  <c:pt idx="266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Adquisición'!$F$5:$F$268</c15:sqref>
                        </c15:formulaRef>
                      </c:ext>
                    </c:extLst>
                    <c:numCache>
                      <c:formatCode>0.00%</c:formatCode>
                      <c:ptCount val="264"/>
                      <c:pt idx="0">
                        <c:v>0.13542015600983517</c:v>
                      </c:pt>
                      <c:pt idx="1">
                        <c:v>0.13603471642247977</c:v>
                      </c:pt>
                      <c:pt idx="2">
                        <c:v>0.13550741505000363</c:v>
                      </c:pt>
                      <c:pt idx="3">
                        <c:v>0.1355031295960118</c:v>
                      </c:pt>
                      <c:pt idx="4">
                        <c:v>0.1346515655361159</c:v>
                      </c:pt>
                      <c:pt idx="5">
                        <c:v>0.13480388521628067</c:v>
                      </c:pt>
                      <c:pt idx="6">
                        <c:v>0.13505035082427569</c:v>
                      </c:pt>
                      <c:pt idx="7">
                        <c:v>0.13349192644087823</c:v>
                      </c:pt>
                      <c:pt idx="8">
                        <c:v>0.13489360752040511</c:v>
                      </c:pt>
                      <c:pt idx="9">
                        <c:v>0.13624909013011471</c:v>
                      </c:pt>
                      <c:pt idx="10">
                        <c:v>0.13491715989935829</c:v>
                      </c:pt>
                      <c:pt idx="11">
                        <c:v>0.135358349761039</c:v>
                      </c:pt>
                      <c:pt idx="12">
                        <c:v>0.13298494069493558</c:v>
                      </c:pt>
                      <c:pt idx="13">
                        <c:v>0.13393127911605865</c:v>
                      </c:pt>
                      <c:pt idx="14">
                        <c:v>0.13498621982142595</c:v>
                      </c:pt>
                      <c:pt idx="15">
                        <c:v>0.13327613708952041</c:v>
                      </c:pt>
                      <c:pt idx="16">
                        <c:v>0.13263522393297797</c:v>
                      </c:pt>
                      <c:pt idx="17">
                        <c:v>0.12974828969615854</c:v>
                      </c:pt>
                      <c:pt idx="18">
                        <c:v>0.12839838248696045</c:v>
                      </c:pt>
                      <c:pt idx="19">
                        <c:v>0.12786187508830063</c:v>
                      </c:pt>
                      <c:pt idx="20">
                        <c:v>0.12806420876929184</c:v>
                      </c:pt>
                      <c:pt idx="21">
                        <c:v>0.12531458314234131</c:v>
                      </c:pt>
                      <c:pt idx="22">
                        <c:v>0.12697890529494738</c:v>
                      </c:pt>
                      <c:pt idx="23">
                        <c:v>0.12644759440728837</c:v>
                      </c:pt>
                      <c:pt idx="24">
                        <c:v>0.12727156926107999</c:v>
                      </c:pt>
                      <c:pt idx="25">
                        <c:v>0.12614563856628139</c:v>
                      </c:pt>
                      <c:pt idx="26">
                        <c:v>0.12610810501572733</c:v>
                      </c:pt>
                      <c:pt idx="27">
                        <c:v>0.12522338352091514</c:v>
                      </c:pt>
                      <c:pt idx="28">
                        <c:v>0.12267007515930847</c:v>
                      </c:pt>
                      <c:pt idx="29">
                        <c:v>0.11996447099782967</c:v>
                      </c:pt>
                      <c:pt idx="30">
                        <c:v>0.12088204877112046</c:v>
                      </c:pt>
                      <c:pt idx="31">
                        <c:v>0.11877029802337009</c:v>
                      </c:pt>
                      <c:pt idx="32">
                        <c:v>0.11832396860889338</c:v>
                      </c:pt>
                      <c:pt idx="33">
                        <c:v>0.11630918428518332</c:v>
                      </c:pt>
                      <c:pt idx="34">
                        <c:v>0.11366308954573037</c:v>
                      </c:pt>
                      <c:pt idx="35">
                        <c:v>0.12122400125366653</c:v>
                      </c:pt>
                      <c:pt idx="36">
                        <c:v>0.11384966810280579</c:v>
                      </c:pt>
                      <c:pt idx="37">
                        <c:v>0.11484003910412097</c:v>
                      </c:pt>
                      <c:pt idx="38">
                        <c:v>0.1076379846959399</c:v>
                      </c:pt>
                      <c:pt idx="39">
                        <c:v>9.2477009974508806E-2</c:v>
                      </c:pt>
                      <c:pt idx="40">
                        <c:v>8.9729479074070223E-2</c:v>
                      </c:pt>
                      <c:pt idx="41">
                        <c:v>9.0512298889675089E-2</c:v>
                      </c:pt>
                      <c:pt idx="42">
                        <c:v>8.7886319108852431E-2</c:v>
                      </c:pt>
                      <c:pt idx="43">
                        <c:v>8.9595978555393141E-2</c:v>
                      </c:pt>
                      <c:pt idx="44">
                        <c:v>8.9873300024856842E-2</c:v>
                      </c:pt>
                      <c:pt idx="45">
                        <c:v>8.9640674991772362E-2</c:v>
                      </c:pt>
                      <c:pt idx="46">
                        <c:v>8.6838785492592108E-2</c:v>
                      </c:pt>
                      <c:pt idx="47">
                        <c:v>8.728560477104301E-2</c:v>
                      </c:pt>
                      <c:pt idx="48">
                        <c:v>8.5167409332787491E-2</c:v>
                      </c:pt>
                      <c:pt idx="49">
                        <c:v>8.6623634990804915E-2</c:v>
                      </c:pt>
                      <c:pt idx="50">
                        <c:v>9.1434203256796936E-2</c:v>
                      </c:pt>
                      <c:pt idx="51">
                        <c:v>8.9661325724430002E-2</c:v>
                      </c:pt>
                      <c:pt idx="52">
                        <c:v>9.9351940084348278E-2</c:v>
                      </c:pt>
                      <c:pt idx="53">
                        <c:v>0.10247898543981615</c:v>
                      </c:pt>
                      <c:pt idx="54">
                        <c:v>9.8619658152930348E-2</c:v>
                      </c:pt>
                      <c:pt idx="55">
                        <c:v>0.10433236118360249</c:v>
                      </c:pt>
                      <c:pt idx="56">
                        <c:v>0.10338871942906543</c:v>
                      </c:pt>
                      <c:pt idx="57">
                        <c:v>0.1042979274062945</c:v>
                      </c:pt>
                      <c:pt idx="58">
                        <c:v>0.10659055623812735</c:v>
                      </c:pt>
                      <c:pt idx="59">
                        <c:v>0.10814698293219273</c:v>
                      </c:pt>
                      <c:pt idx="60">
                        <c:v>0.10558056898794016</c:v>
                      </c:pt>
                      <c:pt idx="61">
                        <c:v>0.10835359131948696</c:v>
                      </c:pt>
                      <c:pt idx="62">
                        <c:v>0.10980382670605722</c:v>
                      </c:pt>
                      <c:pt idx="63">
                        <c:v>0.10871258570698225</c:v>
                      </c:pt>
                      <c:pt idx="64">
                        <c:v>0.10976372662254542</c:v>
                      </c:pt>
                      <c:pt idx="65">
                        <c:v>0.10737458081231371</c:v>
                      </c:pt>
                      <c:pt idx="66">
                        <c:v>0.10796388313058829</c:v>
                      </c:pt>
                      <c:pt idx="67">
                        <c:v>0.11085431547485868</c:v>
                      </c:pt>
                      <c:pt idx="68">
                        <c:v>0.1130572389325622</c:v>
                      </c:pt>
                      <c:pt idx="69">
                        <c:v>0.11045297131142956</c:v>
                      </c:pt>
                      <c:pt idx="70">
                        <c:v>0.11130946526709723</c:v>
                      </c:pt>
                      <c:pt idx="71">
                        <c:v>0.11417681390946915</c:v>
                      </c:pt>
                      <c:pt idx="72">
                        <c:v>0.11171131762973056</c:v>
                      </c:pt>
                      <c:pt idx="73">
                        <c:v>0.11322426643620277</c:v>
                      </c:pt>
                      <c:pt idx="74">
                        <c:v>0.10836559026026876</c:v>
                      </c:pt>
                      <c:pt idx="75">
                        <c:v>0.10779655316903866</c:v>
                      </c:pt>
                      <c:pt idx="76">
                        <c:v>0.10828082078205918</c:v>
                      </c:pt>
                      <c:pt idx="77">
                        <c:v>0.10751043105178809</c:v>
                      </c:pt>
                      <c:pt idx="78">
                        <c:v>0.10654054631265344</c:v>
                      </c:pt>
                      <c:pt idx="79">
                        <c:v>0.10522201377942117</c:v>
                      </c:pt>
                      <c:pt idx="80">
                        <c:v>0.10530377221228368</c:v>
                      </c:pt>
                      <c:pt idx="81">
                        <c:v>0.10352684052336589</c:v>
                      </c:pt>
                      <c:pt idx="82">
                        <c:v>0.10426498060019108</c:v>
                      </c:pt>
                      <c:pt idx="83">
                        <c:v>0.10335443486339789</c:v>
                      </c:pt>
                      <c:pt idx="84">
                        <c:v>0.10265201678669046</c:v>
                      </c:pt>
                      <c:pt idx="85">
                        <c:v>0.10201346914532496</c:v>
                      </c:pt>
                      <c:pt idx="86">
                        <c:v>0.10583831819504763</c:v>
                      </c:pt>
                      <c:pt idx="87">
                        <c:v>0.104303313492646</c:v>
                      </c:pt>
                      <c:pt idx="88">
                        <c:v>0.10259552107631366</c:v>
                      </c:pt>
                      <c:pt idx="89">
                        <c:v>9.5152238785415205E-2</c:v>
                      </c:pt>
                      <c:pt idx="90">
                        <c:v>9.5170151615499202E-2</c:v>
                      </c:pt>
                      <c:pt idx="91">
                        <c:v>9.5218411950030876E-2</c:v>
                      </c:pt>
                      <c:pt idx="92">
                        <c:v>9.3882672956832419E-2</c:v>
                      </c:pt>
                      <c:pt idx="93">
                        <c:v>9.51965436339475E-2</c:v>
                      </c:pt>
                      <c:pt idx="94">
                        <c:v>9.4095019408283562E-2</c:v>
                      </c:pt>
                      <c:pt idx="95">
                        <c:v>9.6760985357090115E-2</c:v>
                      </c:pt>
                      <c:pt idx="96">
                        <c:v>9.2245551543240989E-2</c:v>
                      </c:pt>
                      <c:pt idx="97">
                        <c:v>9.2596554095622244E-2</c:v>
                      </c:pt>
                      <c:pt idx="98">
                        <c:v>9.1488698584939826E-2</c:v>
                      </c:pt>
                      <c:pt idx="99">
                        <c:v>9.2482446664880133E-2</c:v>
                      </c:pt>
                      <c:pt idx="100">
                        <c:v>9.1888553947479357E-2</c:v>
                      </c:pt>
                      <c:pt idx="101">
                        <c:v>9.0935304680392598E-2</c:v>
                      </c:pt>
                      <c:pt idx="102">
                        <c:v>9.2220962084220315E-2</c:v>
                      </c:pt>
                      <c:pt idx="103">
                        <c:v>9.0292330164036955E-2</c:v>
                      </c:pt>
                      <c:pt idx="104">
                        <c:v>9.0900672346449107E-2</c:v>
                      </c:pt>
                      <c:pt idx="105">
                        <c:v>9.1874423566604038E-2</c:v>
                      </c:pt>
                      <c:pt idx="106">
                        <c:v>9.2277505179348795E-2</c:v>
                      </c:pt>
                      <c:pt idx="107">
                        <c:v>9.0724057622365864E-2</c:v>
                      </c:pt>
                      <c:pt idx="108">
                        <c:v>9.785675445698995E-2</c:v>
                      </c:pt>
                      <c:pt idx="109">
                        <c:v>9.5565986230764524E-2</c:v>
                      </c:pt>
                      <c:pt idx="110">
                        <c:v>9.5897178998981245E-2</c:v>
                      </c:pt>
                      <c:pt idx="111">
                        <c:v>9.4477257386209323E-2</c:v>
                      </c:pt>
                      <c:pt idx="112">
                        <c:v>9.4216101383334208E-2</c:v>
                      </c:pt>
                      <c:pt idx="113">
                        <c:v>9.3706786935663547E-2</c:v>
                      </c:pt>
                      <c:pt idx="114">
                        <c:v>9.1143175718122998E-2</c:v>
                      </c:pt>
                      <c:pt idx="115">
                        <c:v>9.0327603491112463E-2</c:v>
                      </c:pt>
                      <c:pt idx="116">
                        <c:v>8.8795374205801497E-2</c:v>
                      </c:pt>
                      <c:pt idx="117">
                        <c:v>8.7952895912358192E-2</c:v>
                      </c:pt>
                      <c:pt idx="118">
                        <c:v>8.8242192471304104E-2</c:v>
                      </c:pt>
                      <c:pt idx="119">
                        <c:v>8.8691096773675926E-2</c:v>
                      </c:pt>
                      <c:pt idx="120">
                        <c:v>8.7881344221324861E-2</c:v>
                      </c:pt>
                      <c:pt idx="121">
                        <c:v>8.643250297570533E-2</c:v>
                      </c:pt>
                      <c:pt idx="122">
                        <c:v>8.8675929725238106E-2</c:v>
                      </c:pt>
                      <c:pt idx="123">
                        <c:v>8.6219704400051528E-2</c:v>
                      </c:pt>
                      <c:pt idx="124">
                        <c:v>8.278949709902339E-2</c:v>
                      </c:pt>
                      <c:pt idx="125">
                        <c:v>8.1502820191288766E-2</c:v>
                      </c:pt>
                      <c:pt idx="126">
                        <c:v>8.2394770032246253E-2</c:v>
                      </c:pt>
                      <c:pt idx="127">
                        <c:v>8.1155369577724804E-2</c:v>
                      </c:pt>
                      <c:pt idx="128">
                        <c:v>8.3137187836269014E-2</c:v>
                      </c:pt>
                      <c:pt idx="129">
                        <c:v>8.2413797923178239E-2</c:v>
                      </c:pt>
                      <c:pt idx="130">
                        <c:v>8.5498569252455067E-2</c:v>
                      </c:pt>
                      <c:pt idx="131">
                        <c:v>8.3731596907611103E-2</c:v>
                      </c:pt>
                      <c:pt idx="132">
                        <c:v>8.4784728239779866E-2</c:v>
                      </c:pt>
                      <c:pt idx="133">
                        <c:v>8.3784962938365848E-2</c:v>
                      </c:pt>
                      <c:pt idx="134">
                        <c:v>8.3390341029719414E-2</c:v>
                      </c:pt>
                      <c:pt idx="135">
                        <c:v>8.2395079389884635E-2</c:v>
                      </c:pt>
                      <c:pt idx="136">
                        <c:v>8.387075923504686E-2</c:v>
                      </c:pt>
                      <c:pt idx="137">
                        <c:v>8.2863747180250899E-2</c:v>
                      </c:pt>
                      <c:pt idx="138">
                        <c:v>8.1421403169611384E-2</c:v>
                      </c:pt>
                      <c:pt idx="139">
                        <c:v>8.1932452506973341E-2</c:v>
                      </c:pt>
                      <c:pt idx="140">
                        <c:v>7.9525001829108571E-2</c:v>
                      </c:pt>
                      <c:pt idx="141">
                        <c:v>8.2912669051668719E-2</c:v>
                      </c:pt>
                      <c:pt idx="142">
                        <c:v>7.9357613294551765E-2</c:v>
                      </c:pt>
                      <c:pt idx="143">
                        <c:v>8.1605664060936237E-2</c:v>
                      </c:pt>
                      <c:pt idx="144">
                        <c:v>8.0909401992936142E-2</c:v>
                      </c:pt>
                      <c:pt idx="145">
                        <c:v>7.8147453017840152E-2</c:v>
                      </c:pt>
                      <c:pt idx="146">
                        <c:v>7.8482957441156728E-2</c:v>
                      </c:pt>
                      <c:pt idx="147">
                        <c:v>7.8912970795145976E-2</c:v>
                      </c:pt>
                      <c:pt idx="148">
                        <c:v>7.8443645001029599E-2</c:v>
                      </c:pt>
                      <c:pt idx="149">
                        <c:v>7.5468674015743267E-2</c:v>
                      </c:pt>
                      <c:pt idx="150">
                        <c:v>7.6329329138085947E-2</c:v>
                      </c:pt>
                      <c:pt idx="151">
                        <c:v>7.6206684651411227E-2</c:v>
                      </c:pt>
                      <c:pt idx="152">
                        <c:v>7.6010064691958548E-2</c:v>
                      </c:pt>
                      <c:pt idx="153">
                        <c:v>7.8350463474882726E-2</c:v>
                      </c:pt>
                      <c:pt idx="154">
                        <c:v>7.9246054405358271E-2</c:v>
                      </c:pt>
                      <c:pt idx="155">
                        <c:v>8.0273675511278675E-2</c:v>
                      </c:pt>
                      <c:pt idx="156">
                        <c:v>7.9498713248681879E-2</c:v>
                      </c:pt>
                      <c:pt idx="157">
                        <c:v>8.0005377634500482E-2</c:v>
                      </c:pt>
                      <c:pt idx="158">
                        <c:v>8.1237484869327317E-2</c:v>
                      </c:pt>
                      <c:pt idx="159">
                        <c:v>8.2428641314398143E-2</c:v>
                      </c:pt>
                      <c:pt idx="160">
                        <c:v>8.0125798245899632E-2</c:v>
                      </c:pt>
                      <c:pt idx="161">
                        <c:v>7.9881868616967069E-2</c:v>
                      </c:pt>
                      <c:pt idx="162">
                        <c:v>8.1399795627898258E-2</c:v>
                      </c:pt>
                      <c:pt idx="163">
                        <c:v>7.9796595377383109E-2</c:v>
                      </c:pt>
                      <c:pt idx="164">
                        <c:v>7.9159816957893897E-2</c:v>
                      </c:pt>
                      <c:pt idx="165">
                        <c:v>7.8122477064596782E-2</c:v>
                      </c:pt>
                      <c:pt idx="166">
                        <c:v>8.1017715092468093E-2</c:v>
                      </c:pt>
                      <c:pt idx="167">
                        <c:v>8.2443429350114311E-2</c:v>
                      </c:pt>
                      <c:pt idx="168">
                        <c:v>8.1683972773911609E-2</c:v>
                      </c:pt>
                      <c:pt idx="169">
                        <c:v>8.2015852987506146E-2</c:v>
                      </c:pt>
                      <c:pt idx="170">
                        <c:v>8.4142199654581487E-2</c:v>
                      </c:pt>
                      <c:pt idx="171">
                        <c:v>8.120351165204534E-2</c:v>
                      </c:pt>
                      <c:pt idx="172">
                        <c:v>8.2649851774738284E-2</c:v>
                      </c:pt>
                      <c:pt idx="173">
                        <c:v>8.2158315094461032E-2</c:v>
                      </c:pt>
                      <c:pt idx="174">
                        <c:v>7.8552260898724177E-2</c:v>
                      </c:pt>
                      <c:pt idx="175">
                        <c:v>7.7888239603006268E-2</c:v>
                      </c:pt>
                      <c:pt idx="176">
                        <c:v>7.7287214298047413E-2</c:v>
                      </c:pt>
                      <c:pt idx="177">
                        <c:v>7.7135847447737896E-2</c:v>
                      </c:pt>
                      <c:pt idx="178">
                        <c:v>7.4737809350918033E-2</c:v>
                      </c:pt>
                      <c:pt idx="179">
                        <c:v>7.5048021234166512E-2</c:v>
                      </c:pt>
                      <c:pt idx="180">
                        <c:v>7.4572374489801169E-2</c:v>
                      </c:pt>
                      <c:pt idx="181">
                        <c:v>7.4445597468320579E-2</c:v>
                      </c:pt>
                      <c:pt idx="182">
                        <c:v>7.4286073425666704E-2</c:v>
                      </c:pt>
                      <c:pt idx="183">
                        <c:v>7.2910713113346307E-2</c:v>
                      </c:pt>
                      <c:pt idx="184">
                        <c:v>7.2348217778640159E-2</c:v>
                      </c:pt>
                      <c:pt idx="185">
                        <c:v>7.3023416517311285E-2</c:v>
                      </c:pt>
                      <c:pt idx="186">
                        <c:v>7.2943191279523964E-2</c:v>
                      </c:pt>
                      <c:pt idx="187">
                        <c:v>7.1474828180583469E-2</c:v>
                      </c:pt>
                      <c:pt idx="188">
                        <c:v>7.1949478712057272E-2</c:v>
                      </c:pt>
                      <c:pt idx="189">
                        <c:v>7.1618181436763337E-2</c:v>
                      </c:pt>
                      <c:pt idx="190">
                        <c:v>7.0975299652842924E-2</c:v>
                      </c:pt>
                      <c:pt idx="191">
                        <c:v>7.1351634207278095E-2</c:v>
                      </c:pt>
                      <c:pt idx="192">
                        <c:v>7.2172934923240673E-2</c:v>
                      </c:pt>
                      <c:pt idx="193">
                        <c:v>7.2221235425718372E-2</c:v>
                      </c:pt>
                      <c:pt idx="194">
                        <c:v>7.1834072518946537E-2</c:v>
                      </c:pt>
                      <c:pt idx="195">
                        <c:v>7.1615480002790208E-2</c:v>
                      </c:pt>
                      <c:pt idx="196">
                        <c:v>7.1580764022587284E-2</c:v>
                      </c:pt>
                      <c:pt idx="197">
                        <c:v>7.1755781391400736E-2</c:v>
                      </c:pt>
                      <c:pt idx="198">
                        <c:v>7.2066522879633901E-2</c:v>
                      </c:pt>
                      <c:pt idx="199">
                        <c:v>7.1857005356170553E-2</c:v>
                      </c:pt>
                      <c:pt idx="200">
                        <c:v>7.1487285576178478E-2</c:v>
                      </c:pt>
                      <c:pt idx="201">
                        <c:v>7.2189346968303272E-2</c:v>
                      </c:pt>
                      <c:pt idx="202">
                        <c:v>7.3491646285636744E-2</c:v>
                      </c:pt>
                      <c:pt idx="203">
                        <c:v>7.2917437041924632E-2</c:v>
                      </c:pt>
                      <c:pt idx="204">
                        <c:v>7.2821189977123724E-2</c:v>
                      </c:pt>
                      <c:pt idx="205">
                        <c:v>7.3655653476660282E-2</c:v>
                      </c:pt>
                      <c:pt idx="206">
                        <c:v>7.405556887138813E-2</c:v>
                      </c:pt>
                      <c:pt idx="207">
                        <c:v>7.5563053262816385E-2</c:v>
                      </c:pt>
                      <c:pt idx="208">
                        <c:v>7.4082994182288808E-2</c:v>
                      </c:pt>
                      <c:pt idx="209">
                        <c:v>7.4031090510344622E-2</c:v>
                      </c:pt>
                      <c:pt idx="210">
                        <c:v>7.3316982941333625E-2</c:v>
                      </c:pt>
                      <c:pt idx="211">
                        <c:v>7.3999080017730728E-2</c:v>
                      </c:pt>
                      <c:pt idx="212">
                        <c:v>7.3673823584566978E-2</c:v>
                      </c:pt>
                      <c:pt idx="213">
                        <c:v>7.3867354272821664E-2</c:v>
                      </c:pt>
                      <c:pt idx="214">
                        <c:v>7.3429673883507865E-2</c:v>
                      </c:pt>
                      <c:pt idx="215">
                        <c:v>7.2958886024304406E-2</c:v>
                      </c:pt>
                      <c:pt idx="216">
                        <c:v>7.3836324302297543E-2</c:v>
                      </c:pt>
                      <c:pt idx="217">
                        <c:v>7.0637119421011377E-2</c:v>
                      </c:pt>
                      <c:pt idx="218">
                        <c:v>6.9926108832778319E-2</c:v>
                      </c:pt>
                      <c:pt idx="219">
                        <c:v>6.8858098431119646E-2</c:v>
                      </c:pt>
                      <c:pt idx="220">
                        <c:v>6.8926420334768895E-2</c:v>
                      </c:pt>
                      <c:pt idx="221">
                        <c:v>6.7959586773707031E-2</c:v>
                      </c:pt>
                      <c:pt idx="222">
                        <c:v>7.0318548436621345E-2</c:v>
                      </c:pt>
                      <c:pt idx="223">
                        <c:v>6.9326924273149237E-2</c:v>
                      </c:pt>
                      <c:pt idx="224">
                        <c:v>6.9306295121244588E-2</c:v>
                      </c:pt>
                      <c:pt idx="225">
                        <c:v>6.8865161128878846E-2</c:v>
                      </c:pt>
                      <c:pt idx="226">
                        <c:v>7.0438317406686532E-2</c:v>
                      </c:pt>
                      <c:pt idx="227">
                        <c:v>7.170859775377407E-2</c:v>
                      </c:pt>
                      <c:pt idx="228">
                        <c:v>7.1274138047774896E-2</c:v>
                      </c:pt>
                      <c:pt idx="229">
                        <c:v>7.211568790035558E-2</c:v>
                      </c:pt>
                      <c:pt idx="230">
                        <c:v>7.2927699657604816E-2</c:v>
                      </c:pt>
                      <c:pt idx="231">
                        <c:v>7.3267275332078691E-2</c:v>
                      </c:pt>
                      <c:pt idx="232">
                        <c:v>7.3394147880553512E-2</c:v>
                      </c:pt>
                      <c:pt idx="233">
                        <c:v>7.6434962856016544E-2</c:v>
                      </c:pt>
                      <c:pt idx="234">
                        <c:v>4.9212908044702922E-2</c:v>
                      </c:pt>
                      <c:pt idx="235">
                        <c:v>5.1203275830570563E-2</c:v>
                      </c:pt>
                      <c:pt idx="236">
                        <c:v>5.0858040650283459E-2</c:v>
                      </c:pt>
                      <c:pt idx="237">
                        <c:v>7.5265108197952096E-2</c:v>
                      </c:pt>
                      <c:pt idx="238">
                        <c:v>7.3476929725987614E-2</c:v>
                      </c:pt>
                      <c:pt idx="239">
                        <c:v>7.6213660764109126E-2</c:v>
                      </c:pt>
                      <c:pt idx="240">
                        <c:v>7.2772128302099462E-2</c:v>
                      </c:pt>
                      <c:pt idx="241">
                        <c:v>9.2460722897249659E-2</c:v>
                      </c:pt>
                      <c:pt idx="242">
                        <c:v>9.0091588129772512E-2</c:v>
                      </c:pt>
                      <c:pt idx="243">
                        <c:v>8.8711190105137061E-2</c:v>
                      </c:pt>
                      <c:pt idx="244">
                        <c:v>8.79483545914473E-2</c:v>
                      </c:pt>
                      <c:pt idx="245">
                        <c:v>8.1514698382906689E-2</c:v>
                      </c:pt>
                      <c:pt idx="246">
                        <c:v>8.4070034204725724E-2</c:v>
                      </c:pt>
                      <c:pt idx="247">
                        <c:v>8.3943748020023051E-2</c:v>
                      </c:pt>
                      <c:pt idx="248">
                        <c:v>8.181549800124556E-2</c:v>
                      </c:pt>
                      <c:pt idx="249">
                        <c:v>8.4124316563782622E-2</c:v>
                      </c:pt>
                      <c:pt idx="250">
                        <c:v>8.2671890158294806E-2</c:v>
                      </c:pt>
                      <c:pt idx="251">
                        <c:v>7.6338791824305877E-2</c:v>
                      </c:pt>
                      <c:pt idx="252">
                        <c:v>7.8281165131069946E-2</c:v>
                      </c:pt>
                      <c:pt idx="253">
                        <c:v>7.6361032046171007E-2</c:v>
                      </c:pt>
                      <c:pt idx="254">
                        <c:v>7.3911691216772601E-2</c:v>
                      </c:pt>
                      <c:pt idx="255">
                        <c:v>7.6776161504457874E-2</c:v>
                      </c:pt>
                      <c:pt idx="256">
                        <c:v>7.4458385697355883E-2</c:v>
                      </c:pt>
                      <c:pt idx="257">
                        <c:v>7.500761786622416E-2</c:v>
                      </c:pt>
                      <c:pt idx="258">
                        <c:v>7.5828350317912727E-2</c:v>
                      </c:pt>
                      <c:pt idx="259">
                        <c:v>7.5637736934110356E-2</c:v>
                      </c:pt>
                      <c:pt idx="260">
                        <c:v>7.6079862186745978E-2</c:v>
                      </c:pt>
                      <c:pt idx="261">
                        <c:v>7.4026936371222582E-2</c:v>
                      </c:pt>
                      <c:pt idx="262">
                        <c:v>7.3395370979216765E-2</c:v>
                      </c:pt>
                      <c:pt idx="263">
                        <c:v>7.3917638292754911E-2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D-F135-44DA-BC70-A4284546EFA5}"/>
                  </c:ext>
                </c:extLst>
              </c15:ser>
            </c15:filteredLineSeries>
          </c:ext>
        </c:extLst>
      </c:lineChart>
      <c:dateAx>
        <c:axId val="249223935"/>
        <c:scaling>
          <c:orientation val="minMax"/>
          <c:max val="45717"/>
          <c:min val="3841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49226335"/>
        <c:crosses val="autoZero"/>
        <c:auto val="1"/>
        <c:lblOffset val="100"/>
        <c:baseTimeUnit val="months"/>
        <c:majorUnit val="24"/>
        <c:majorTimeUnit val="months"/>
      </c:dateAx>
      <c:valAx>
        <c:axId val="249226335"/>
        <c:scaling>
          <c:orientation val="minMax"/>
          <c:max val="0.2"/>
          <c:min val="5.000000000000001E-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49223935"/>
        <c:crosses val="autoZero"/>
        <c:crossBetween val="between"/>
        <c:majorUnit val="3.0000000000000006E-2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4.1172237466537809E-2"/>
          <c:y val="2.5365558734837614E-2"/>
          <c:w val="0.94134520959379619"/>
          <c:h val="0.82505911592880676"/>
        </c:manualLayout>
      </c:layout>
      <c:lineChart>
        <c:grouping val="standard"/>
        <c:varyColors val="0"/>
        <c:ser>
          <c:idx val="2"/>
          <c:order val="2"/>
          <c:tx>
            <c:strRef>
              <c:f>Hoja1!$D$1</c:f>
              <c:strCache>
                <c:ptCount val="1"/>
                <c:pt idx="0">
                  <c:v>Diferencia Tasa Hipotecaria y TES a 10 años</c:v>
                </c:pt>
              </c:strCache>
            </c:strRef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Hoja1!$A$2:$A$267</c:f>
              <c:numCache>
                <c:formatCode>mmm\-yy</c:formatCode>
                <c:ptCount val="266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</c:numCache>
            </c:numRef>
          </c:cat>
          <c:val>
            <c:numRef>
              <c:f>Hoja1!$D$2:$D$267</c:f>
              <c:numCache>
                <c:formatCode>0.00</c:formatCode>
                <c:ptCount val="266"/>
                <c:pt idx="0">
                  <c:v>0.18655181787909747</c:v>
                </c:pt>
                <c:pt idx="1">
                  <c:v>-2.4503802665002183E-2</c:v>
                </c:pt>
                <c:pt idx="2">
                  <c:v>1.5289775658758984</c:v>
                </c:pt>
                <c:pt idx="3">
                  <c:v>-7.7655868050783283E-2</c:v>
                </c:pt>
                <c:pt idx="4">
                  <c:v>1.1120505988978984</c:v>
                </c:pt>
                <c:pt idx="5">
                  <c:v>0.85030663785389748</c:v>
                </c:pt>
                <c:pt idx="6">
                  <c:v>2.3043635110744223</c:v>
                </c:pt>
                <c:pt idx="7">
                  <c:v>2.8798848800702963</c:v>
                </c:pt>
                <c:pt idx="8">
                  <c:v>3.1324664252151369</c:v>
                </c:pt>
                <c:pt idx="9">
                  <c:v>4.0420710814460783</c:v>
                </c:pt>
                <c:pt idx="10">
                  <c:v>3.8356873276970767</c:v>
                </c:pt>
                <c:pt idx="11">
                  <c:v>3.4503092372672839</c:v>
                </c:pt>
                <c:pt idx="12">
                  <c:v>3.3507245673247734</c:v>
                </c:pt>
                <c:pt idx="13">
                  <c:v>4.0945933410433355</c:v>
                </c:pt>
                <c:pt idx="14">
                  <c:v>5.3394151463787534</c:v>
                </c:pt>
                <c:pt idx="15">
                  <c:v>5.8661655746889743</c:v>
                </c:pt>
                <c:pt idx="16">
                  <c:v>3.9787375994263154</c:v>
                </c:pt>
                <c:pt idx="17">
                  <c:v>2.86088700885281</c:v>
                </c:pt>
                <c:pt idx="18">
                  <c:v>2.5066536340134427</c:v>
                </c:pt>
                <c:pt idx="19">
                  <c:v>2.7623935342283339</c:v>
                </c:pt>
                <c:pt idx="20">
                  <c:v>3.2835682756120157</c:v>
                </c:pt>
                <c:pt idx="21">
                  <c:v>3.3601176930927359</c:v>
                </c:pt>
                <c:pt idx="22">
                  <c:v>4.0613878543192747</c:v>
                </c:pt>
                <c:pt idx="23">
                  <c:v>4.3449192653631741</c:v>
                </c:pt>
                <c:pt idx="24">
                  <c:v>4.4877467090585981</c:v>
                </c:pt>
                <c:pt idx="25">
                  <c:v>4.7882993184095888</c:v>
                </c:pt>
                <c:pt idx="26">
                  <c:v>4.3202565320559145</c:v>
                </c:pt>
                <c:pt idx="27">
                  <c:v>4.0806028120984728</c:v>
                </c:pt>
                <c:pt idx="28">
                  <c:v>4.3661151030208636</c:v>
                </c:pt>
                <c:pt idx="29">
                  <c:v>5.2919402855207309</c:v>
                </c:pt>
                <c:pt idx="30">
                  <c:v>6.2225124916952783</c:v>
                </c:pt>
                <c:pt idx="31">
                  <c:v>6.6325010800843689</c:v>
                </c:pt>
                <c:pt idx="32">
                  <c:v>8.3420346205622096</c:v>
                </c:pt>
                <c:pt idx="33">
                  <c:v>7.5164122982717014</c:v>
                </c:pt>
                <c:pt idx="34">
                  <c:v>7.6056061931076755</c:v>
                </c:pt>
                <c:pt idx="35">
                  <c:v>8.0665007689916344</c:v>
                </c:pt>
                <c:pt idx="36">
                  <c:v>8.3497375844533757</c:v>
                </c:pt>
                <c:pt idx="37">
                  <c:v>9.5673796258106876</c:v>
                </c:pt>
                <c:pt idx="38">
                  <c:v>8.4194058228771453</c:v>
                </c:pt>
                <c:pt idx="39">
                  <c:v>6.0219549549346763</c:v>
                </c:pt>
                <c:pt idx="40">
                  <c:v>5.0250905923054212</c:v>
                </c:pt>
                <c:pt idx="41">
                  <c:v>3.4489305812850137</c:v>
                </c:pt>
                <c:pt idx="42">
                  <c:v>4.3073618344104698</c:v>
                </c:pt>
                <c:pt idx="43">
                  <c:v>4.4271762116087316</c:v>
                </c:pt>
                <c:pt idx="44">
                  <c:v>4.0776806381520796</c:v>
                </c:pt>
                <c:pt idx="45">
                  <c:v>4.308230996993986</c:v>
                </c:pt>
                <c:pt idx="46">
                  <c:v>4.5464782706595788</c:v>
                </c:pt>
                <c:pt idx="47">
                  <c:v>4.8002470711521603</c:v>
                </c:pt>
                <c:pt idx="48">
                  <c:v>4.1988162472075938</c:v>
                </c:pt>
                <c:pt idx="49">
                  <c:v>4.0423231363822332</c:v>
                </c:pt>
                <c:pt idx="50">
                  <c:v>4.2013310016374419</c:v>
                </c:pt>
                <c:pt idx="51">
                  <c:v>4.0807097931740106</c:v>
                </c:pt>
                <c:pt idx="52">
                  <c:v>4.8988897713203343</c:v>
                </c:pt>
                <c:pt idx="53">
                  <c:v>5.3975386859083976</c:v>
                </c:pt>
                <c:pt idx="54">
                  <c:v>5.4568723742733223</c:v>
                </c:pt>
                <c:pt idx="55">
                  <c:v>5.0956848782248141</c:v>
                </c:pt>
                <c:pt idx="56">
                  <c:v>5.454443998040972</c:v>
                </c:pt>
                <c:pt idx="57">
                  <c:v>5.373854179018501</c:v>
                </c:pt>
                <c:pt idx="58">
                  <c:v>5.523214941444115</c:v>
                </c:pt>
                <c:pt idx="59">
                  <c:v>5.5039169714585334</c:v>
                </c:pt>
                <c:pt idx="60">
                  <c:v>4.723341345284906</c:v>
                </c:pt>
                <c:pt idx="61">
                  <c:v>4.5761472990318595</c:v>
                </c:pt>
                <c:pt idx="62">
                  <c:v>4.5785519671764092</c:v>
                </c:pt>
                <c:pt idx="63">
                  <c:v>5.3586017059572821</c:v>
                </c:pt>
                <c:pt idx="64">
                  <c:v>5.0208398935448031</c:v>
                </c:pt>
                <c:pt idx="65">
                  <c:v>3.6542581491195527</c:v>
                </c:pt>
                <c:pt idx="66">
                  <c:v>3.9784212949298947</c:v>
                </c:pt>
                <c:pt idx="67">
                  <c:v>5.4502703258325944</c:v>
                </c:pt>
                <c:pt idx="68">
                  <c:v>4.8442824522425401</c:v>
                </c:pt>
                <c:pt idx="69">
                  <c:v>3.4340082867349402</c:v>
                </c:pt>
                <c:pt idx="70">
                  <c:v>4.4123062836565978</c:v>
                </c:pt>
                <c:pt idx="71">
                  <c:v>6.2901437062793928</c:v>
                </c:pt>
                <c:pt idx="72">
                  <c:v>7.3448383618976933</c:v>
                </c:pt>
                <c:pt idx="73">
                  <c:v>6.7612578750897114</c:v>
                </c:pt>
                <c:pt idx="74">
                  <c:v>6.2972864382390306</c:v>
                </c:pt>
                <c:pt idx="75">
                  <c:v>7.1240065287751442</c:v>
                </c:pt>
                <c:pt idx="76">
                  <c:v>6.373093695928743</c:v>
                </c:pt>
                <c:pt idx="77">
                  <c:v>5.0765822661054152</c:v>
                </c:pt>
                <c:pt idx="78">
                  <c:v>5.2999874991392808</c:v>
                </c:pt>
                <c:pt idx="79">
                  <c:v>4.4068411540767212</c:v>
                </c:pt>
                <c:pt idx="80">
                  <c:v>4.8467081671104371</c:v>
                </c:pt>
                <c:pt idx="81">
                  <c:v>5.3527314364721867</c:v>
                </c:pt>
                <c:pt idx="82">
                  <c:v>5.8294500378873071</c:v>
                </c:pt>
                <c:pt idx="83">
                  <c:v>4.8811710516538067</c:v>
                </c:pt>
                <c:pt idx="84">
                  <c:v>4.2501591283803943</c:v>
                </c:pt>
                <c:pt idx="85">
                  <c:v>3.7137253046217999</c:v>
                </c:pt>
                <c:pt idx="86">
                  <c:v>3.9784479333696403</c:v>
                </c:pt>
                <c:pt idx="87">
                  <c:v>4.4442529708795568</c:v>
                </c:pt>
                <c:pt idx="88">
                  <c:v>4.5278403644701175</c:v>
                </c:pt>
                <c:pt idx="89">
                  <c:v>4.5002306243253045</c:v>
                </c:pt>
                <c:pt idx="90">
                  <c:v>4.9899492285417848</c:v>
                </c:pt>
                <c:pt idx="91">
                  <c:v>5.3206329852838996</c:v>
                </c:pt>
                <c:pt idx="92">
                  <c:v>4.9593692499726467</c:v>
                </c:pt>
                <c:pt idx="93">
                  <c:v>5.2909512455231402</c:v>
                </c:pt>
                <c:pt idx="94">
                  <c:v>4.5438044742018313</c:v>
                </c:pt>
                <c:pt idx="95">
                  <c:v>4.6263796750556576</c:v>
                </c:pt>
                <c:pt idx="96">
                  <c:v>4.3499241868210348</c:v>
                </c:pt>
                <c:pt idx="97">
                  <c:v>3.9712315898092481</c:v>
                </c:pt>
                <c:pt idx="98">
                  <c:v>4.2119682021792269</c:v>
                </c:pt>
                <c:pt idx="99">
                  <c:v>4.2216129346372195</c:v>
                </c:pt>
                <c:pt idx="100">
                  <c:v>4.4081237009532792</c:v>
                </c:pt>
                <c:pt idx="101">
                  <c:v>4.8938803717860448</c:v>
                </c:pt>
                <c:pt idx="102">
                  <c:v>5.2434482383837873</c:v>
                </c:pt>
                <c:pt idx="103">
                  <c:v>5.5699656823285046</c:v>
                </c:pt>
                <c:pt idx="104">
                  <c:v>5.6744089148128039</c:v>
                </c:pt>
                <c:pt idx="105">
                  <c:v>5.7412217458806536</c:v>
                </c:pt>
                <c:pt idx="106">
                  <c:v>5.4976645470762859</c:v>
                </c:pt>
                <c:pt idx="107">
                  <c:v>5.2508125112474708</c:v>
                </c:pt>
                <c:pt idx="108">
                  <c:v>5.9615673164617098</c:v>
                </c:pt>
                <c:pt idx="109">
                  <c:v>6.0495602662882701</c:v>
                </c:pt>
                <c:pt idx="110">
                  <c:v>6.1461995048483775</c:v>
                </c:pt>
                <c:pt idx="111">
                  <c:v>6.2316603678661311</c:v>
                </c:pt>
                <c:pt idx="112">
                  <c:v>6.1726168194178141</c:v>
                </c:pt>
                <c:pt idx="113">
                  <c:v>6.1055874963277317</c:v>
                </c:pt>
                <c:pt idx="114">
                  <c:v>6.3494922398504663</c:v>
                </c:pt>
                <c:pt idx="115">
                  <c:v>6.5903966011306911</c:v>
                </c:pt>
                <c:pt idx="116">
                  <c:v>6.8359608856214908</c:v>
                </c:pt>
                <c:pt idx="117">
                  <c:v>6.8686504805215352</c:v>
                </c:pt>
                <c:pt idx="118">
                  <c:v>6.9658620046014299</c:v>
                </c:pt>
                <c:pt idx="119">
                  <c:v>7.1968834000034336</c:v>
                </c:pt>
                <c:pt idx="120">
                  <c:v>7.3684746476252041</c:v>
                </c:pt>
                <c:pt idx="121">
                  <c:v>7.5739315893354888</c:v>
                </c:pt>
                <c:pt idx="122">
                  <c:v>7.2192597786904722</c:v>
                </c:pt>
                <c:pt idx="123">
                  <c:v>6.9655334601965233</c:v>
                </c:pt>
                <c:pt idx="124">
                  <c:v>5.1858077122407185</c:v>
                </c:pt>
                <c:pt idx="125">
                  <c:v>3.9633921100540839</c:v>
                </c:pt>
                <c:pt idx="126">
                  <c:v>3.6501800937696371</c:v>
                </c:pt>
                <c:pt idx="127">
                  <c:v>3.4526897587996457</c:v>
                </c:pt>
                <c:pt idx="128">
                  <c:v>3.9123520350137069</c:v>
                </c:pt>
                <c:pt idx="129">
                  <c:v>4.3713634751964658</c:v>
                </c:pt>
                <c:pt idx="130">
                  <c:v>3.898795511240678</c:v>
                </c:pt>
                <c:pt idx="131">
                  <c:v>3.96080211831109</c:v>
                </c:pt>
                <c:pt idx="132">
                  <c:v>3.7010714586475721</c:v>
                </c:pt>
                <c:pt idx="133">
                  <c:v>3.7362140129609349</c:v>
                </c:pt>
                <c:pt idx="134">
                  <c:v>4.6244347022658747</c:v>
                </c:pt>
                <c:pt idx="135">
                  <c:v>4.7113114512523158</c:v>
                </c:pt>
                <c:pt idx="136">
                  <c:v>4.8696572055918548</c:v>
                </c:pt>
                <c:pt idx="137">
                  <c:v>4.6907377977467686</c:v>
                </c:pt>
                <c:pt idx="138">
                  <c:v>4.6315584770501506</c:v>
                </c:pt>
                <c:pt idx="139">
                  <c:v>4.9151557636945098</c:v>
                </c:pt>
                <c:pt idx="140">
                  <c:v>4.2318747433907689</c:v>
                </c:pt>
                <c:pt idx="141">
                  <c:v>4.5356139151055332</c:v>
                </c:pt>
                <c:pt idx="142">
                  <c:v>4.4669173544584027</c:v>
                </c:pt>
                <c:pt idx="143">
                  <c:v>3.8587136976990282</c:v>
                </c:pt>
                <c:pt idx="144">
                  <c:v>4.3785533293050696</c:v>
                </c:pt>
                <c:pt idx="145">
                  <c:v>4.4275539230481957</c:v>
                </c:pt>
                <c:pt idx="146">
                  <c:v>3.9407799465623414</c:v>
                </c:pt>
                <c:pt idx="147">
                  <c:v>4.1549957436472651</c:v>
                </c:pt>
                <c:pt idx="148">
                  <c:v>4.0592924748142627</c:v>
                </c:pt>
                <c:pt idx="149">
                  <c:v>3.5228682427864717</c:v>
                </c:pt>
                <c:pt idx="150">
                  <c:v>3.4743392351916285</c:v>
                </c:pt>
                <c:pt idx="151">
                  <c:v>2.8429541814121801</c:v>
                </c:pt>
                <c:pt idx="152">
                  <c:v>2.5241904518678897</c:v>
                </c:pt>
                <c:pt idx="153">
                  <c:v>3.0243152958361232</c:v>
                </c:pt>
                <c:pt idx="154">
                  <c:v>2.75059841735726</c:v>
                </c:pt>
                <c:pt idx="155">
                  <c:v>2.6588137822035858</c:v>
                </c:pt>
                <c:pt idx="156">
                  <c:v>2.5510013630044828</c:v>
                </c:pt>
                <c:pt idx="157">
                  <c:v>2.7386447591027299</c:v>
                </c:pt>
                <c:pt idx="158">
                  <c:v>3.6774790466346658</c:v>
                </c:pt>
                <c:pt idx="159">
                  <c:v>3.984338209712174</c:v>
                </c:pt>
                <c:pt idx="160">
                  <c:v>4.2014639281589918</c:v>
                </c:pt>
                <c:pt idx="161">
                  <c:v>4.8524049351015899</c:v>
                </c:pt>
                <c:pt idx="162">
                  <c:v>4.8383604704506586</c:v>
                </c:pt>
                <c:pt idx="163">
                  <c:v>5.0035898299659589</c:v>
                </c:pt>
                <c:pt idx="164">
                  <c:v>5.5324849207439035</c:v>
                </c:pt>
                <c:pt idx="165">
                  <c:v>5.1098654889404598</c:v>
                </c:pt>
                <c:pt idx="166">
                  <c:v>5.1868593526185975</c:v>
                </c:pt>
                <c:pt idx="167">
                  <c:v>5.4092816052317394</c:v>
                </c:pt>
                <c:pt idx="168">
                  <c:v>5.5511337436685206</c:v>
                </c:pt>
                <c:pt idx="169">
                  <c:v>5.5060929292454484</c:v>
                </c:pt>
                <c:pt idx="170">
                  <c:v>5.747129921297331</c:v>
                </c:pt>
                <c:pt idx="171">
                  <c:v>6.064014607178124</c:v>
                </c:pt>
                <c:pt idx="172">
                  <c:v>6.0903620158205909</c:v>
                </c:pt>
                <c:pt idx="173">
                  <c:v>5.4820946317213703</c:v>
                </c:pt>
                <c:pt idx="174">
                  <c:v>4.7865405013923477</c:v>
                </c:pt>
                <c:pt idx="175">
                  <c:v>4.6659798791801386</c:v>
                </c:pt>
                <c:pt idx="176">
                  <c:v>4.6431709516177788</c:v>
                </c:pt>
                <c:pt idx="177">
                  <c:v>4.4549237348001993</c:v>
                </c:pt>
                <c:pt idx="178">
                  <c:v>4.5732367046168756</c:v>
                </c:pt>
                <c:pt idx="179">
                  <c:v>4.4677375845271694</c:v>
                </c:pt>
                <c:pt idx="180">
                  <c:v>4.4105579473915304</c:v>
                </c:pt>
                <c:pt idx="181">
                  <c:v>4.2525821002186284</c:v>
                </c:pt>
                <c:pt idx="182">
                  <c:v>4.395862830329107</c:v>
                </c:pt>
                <c:pt idx="183">
                  <c:v>4.4238642632500307</c:v>
                </c:pt>
                <c:pt idx="184">
                  <c:v>4.15316400228508</c:v>
                </c:pt>
                <c:pt idx="185">
                  <c:v>4.0461090067442704</c:v>
                </c:pt>
                <c:pt idx="186">
                  <c:v>3.870138504031285</c:v>
                </c:pt>
                <c:pt idx="187">
                  <c:v>3.851495530366023</c:v>
                </c:pt>
                <c:pt idx="188">
                  <c:v>3.7942057019021425</c:v>
                </c:pt>
                <c:pt idx="189">
                  <c:v>3.4869754849728185</c:v>
                </c:pt>
                <c:pt idx="190">
                  <c:v>3.6587956407318716</c:v>
                </c:pt>
                <c:pt idx="191">
                  <c:v>3.820930360533727</c:v>
                </c:pt>
                <c:pt idx="192">
                  <c:v>3.8889265123481342</c:v>
                </c:pt>
                <c:pt idx="193">
                  <c:v>3.9110612154855211</c:v>
                </c:pt>
                <c:pt idx="194">
                  <c:v>4.1377191302067411</c:v>
                </c:pt>
                <c:pt idx="195">
                  <c:v>3.9046289796893001</c:v>
                </c:pt>
                <c:pt idx="196">
                  <c:v>4.1256722599124087</c:v>
                </c:pt>
                <c:pt idx="197">
                  <c:v>4.6581436141392771</c:v>
                </c:pt>
                <c:pt idx="198">
                  <c:v>4.7569142778263904</c:v>
                </c:pt>
                <c:pt idx="199">
                  <c:v>4.6865333962588229</c:v>
                </c:pt>
                <c:pt idx="200">
                  <c:v>4.700446239253802</c:v>
                </c:pt>
                <c:pt idx="201">
                  <c:v>4.6353857917965033</c:v>
                </c:pt>
                <c:pt idx="202">
                  <c:v>4.1531438900196962</c:v>
                </c:pt>
                <c:pt idx="203">
                  <c:v>4.2913400240249375</c:v>
                </c:pt>
                <c:pt idx="204">
                  <c:v>4.7324775355887869</c:v>
                </c:pt>
                <c:pt idx="205">
                  <c:v>4.6441852713893299</c:v>
                </c:pt>
                <c:pt idx="206">
                  <c:v>3.5893254697140327</c:v>
                </c:pt>
                <c:pt idx="207">
                  <c:v>3.5874955571420584</c:v>
                </c:pt>
                <c:pt idx="208">
                  <c:v>4.5760943259271523</c:v>
                </c:pt>
                <c:pt idx="209">
                  <c:v>4.1996424120556073</c:v>
                </c:pt>
                <c:pt idx="210">
                  <c:v>4.5354662185647348</c:v>
                </c:pt>
                <c:pt idx="211">
                  <c:v>4.628542472492172</c:v>
                </c:pt>
                <c:pt idx="212">
                  <c:v>4.6463412104459509</c:v>
                </c:pt>
                <c:pt idx="213">
                  <c:v>4.2715659203946288</c:v>
                </c:pt>
                <c:pt idx="214">
                  <c:v>4.4260388582629204</c:v>
                </c:pt>
                <c:pt idx="215">
                  <c:v>4.444784422683961</c:v>
                </c:pt>
                <c:pt idx="216">
                  <c:v>4.2478539407471194</c:v>
                </c:pt>
                <c:pt idx="217">
                  <c:v>3.4595807615777918</c:v>
                </c:pt>
                <c:pt idx="218">
                  <c:v>2.2368055708433445</c:v>
                </c:pt>
                <c:pt idx="219">
                  <c:v>2.208965115783224</c:v>
                </c:pt>
                <c:pt idx="220">
                  <c:v>1.823402002652549</c:v>
                </c:pt>
                <c:pt idx="221">
                  <c:v>1.9176923934507037</c:v>
                </c:pt>
                <c:pt idx="222">
                  <c:v>1.9034633270163503</c:v>
                </c:pt>
                <c:pt idx="223">
                  <c:v>1.9175078162304162</c:v>
                </c:pt>
                <c:pt idx="224">
                  <c:v>1.4794568075222791</c:v>
                </c:pt>
                <c:pt idx="225">
                  <c:v>1.1512296540142906</c:v>
                </c:pt>
                <c:pt idx="226">
                  <c:v>0.97366021691607685</c:v>
                </c:pt>
                <c:pt idx="227">
                  <c:v>1.4241229364286898</c:v>
                </c:pt>
                <c:pt idx="228">
                  <c:v>0.43700459564224658</c:v>
                </c:pt>
                <c:pt idx="229">
                  <c:v>0.32056009616583303</c:v>
                </c:pt>
                <c:pt idx="230">
                  <c:v>0.57019696338703518</c:v>
                </c:pt>
                <c:pt idx="231">
                  <c:v>0.54728695199283628</c:v>
                </c:pt>
                <c:pt idx="232">
                  <c:v>0.85339951467269692</c:v>
                </c:pt>
                <c:pt idx="233">
                  <c:v>0.40995676397518466</c:v>
                </c:pt>
                <c:pt idx="234">
                  <c:v>-0.13772625540732264</c:v>
                </c:pt>
                <c:pt idx="235">
                  <c:v>1.247569162386279</c:v>
                </c:pt>
                <c:pt idx="236">
                  <c:v>1.5817525613772059</c:v>
                </c:pt>
                <c:pt idx="237">
                  <c:v>1.4545081161893609</c:v>
                </c:pt>
                <c:pt idx="238">
                  <c:v>2.6051062838742691</c:v>
                </c:pt>
                <c:pt idx="239">
                  <c:v>3.2791945151699373</c:v>
                </c:pt>
                <c:pt idx="240">
                  <c:v>4.7713209293110914</c:v>
                </c:pt>
                <c:pt idx="241">
                  <c:v>4.0486408331379042</c:v>
                </c:pt>
                <c:pt idx="242">
                  <c:v>5.2838951756113488</c:v>
                </c:pt>
                <c:pt idx="243">
                  <c:v>5.1270655608133531</c:v>
                </c:pt>
                <c:pt idx="244">
                  <c:v>5.5007674273913079</c:v>
                </c:pt>
                <c:pt idx="245">
                  <c:v>6.4183615612232554</c:v>
                </c:pt>
                <c:pt idx="246">
                  <c:v>6.1797119496579782</c:v>
                </c:pt>
                <c:pt idx="247">
                  <c:v>5.6112966050905069</c:v>
                </c:pt>
                <c:pt idx="248">
                  <c:v>4.2615591611222836</c:v>
                </c:pt>
                <c:pt idx="249">
                  <c:v>4.2950384880404116</c:v>
                </c:pt>
                <c:pt idx="250">
                  <c:v>5.20474310770798</c:v>
                </c:pt>
                <c:pt idx="251">
                  <c:v>5.9208757683154634</c:v>
                </c:pt>
                <c:pt idx="252">
                  <c:v>6.22</c:v>
                </c:pt>
                <c:pt idx="253">
                  <c:v>5.52</c:v>
                </c:pt>
                <c:pt idx="254">
                  <c:v>4.6900000000000004</c:v>
                </c:pt>
                <c:pt idx="255">
                  <c:v>3.75</c:v>
                </c:pt>
                <c:pt idx="256">
                  <c:v>2.99</c:v>
                </c:pt>
                <c:pt idx="257">
                  <c:v>2.93</c:v>
                </c:pt>
                <c:pt idx="258">
                  <c:v>2.02</c:v>
                </c:pt>
                <c:pt idx="259">
                  <c:v>1.59</c:v>
                </c:pt>
                <c:pt idx="260">
                  <c:v>1.26</c:v>
                </c:pt>
                <c:pt idx="261">
                  <c:v>0.17</c:v>
                </c:pt>
                <c:pt idx="262">
                  <c:v>0.04</c:v>
                </c:pt>
                <c:pt idx="263">
                  <c:v>-1.1599999999999999</c:v>
                </c:pt>
                <c:pt idx="264">
                  <c:v>-0.79</c:v>
                </c:pt>
                <c:pt idx="265" formatCode="General">
                  <c:v>-0.71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61CA-4472-BA4E-ACE0806C4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07327647"/>
        <c:axId val="907316607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Hoja1!$B$1</c15:sqref>
                        </c15:formulaRef>
                      </c:ext>
                    </c:extLst>
                    <c:strCache>
                      <c:ptCount val="1"/>
                      <c:pt idx="0">
                        <c:v>Diferencia Tasa Hipotecaria y TES a 1 año</c:v>
                      </c:pt>
                    </c:strCache>
                  </c:strRef>
                </c:tx>
                <c:spPr>
                  <a:ln w="28575" cap="rnd">
                    <a:solidFill>
                      <a:srgbClr val="00B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Hoja1!$A$2:$A$267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Hoja1!$B$2:$B$267</c15:sqref>
                        </c15:formulaRef>
                      </c:ext>
                    </c:extLst>
                    <c:numCache>
                      <c:formatCode>0.00</c:formatCode>
                      <c:ptCount val="266"/>
                      <c:pt idx="0">
                        <c:v>5.7633606553966992</c:v>
                      </c:pt>
                      <c:pt idx="1">
                        <c:v>5.2295031451535987</c:v>
                      </c:pt>
                      <c:pt idx="2">
                        <c:v>5.9720861380748982</c:v>
                      </c:pt>
                      <c:pt idx="3">
                        <c:v>5.8305341338344157</c:v>
                      </c:pt>
                      <c:pt idx="4">
                        <c:v>5.9597171532432984</c:v>
                      </c:pt>
                      <c:pt idx="5">
                        <c:v>5.8703678370416981</c:v>
                      </c:pt>
                      <c:pt idx="6">
                        <c:v>7.3003247658341817</c:v>
                      </c:pt>
                      <c:pt idx="7">
                        <c:v>8.258119113899907</c:v>
                      </c:pt>
                      <c:pt idx="8">
                        <c:v>8.5369108571463368</c:v>
                      </c:pt>
                      <c:pt idx="9">
                        <c:v>8.5106863841491176</c:v>
                      </c:pt>
                      <c:pt idx="10">
                        <c:v>8.8173096619146953</c:v>
                      </c:pt>
                      <c:pt idx="11">
                        <c:v>7.9569909018351836</c:v>
                      </c:pt>
                      <c:pt idx="12">
                        <c:v>7.6598107633527732</c:v>
                      </c:pt>
                      <c:pt idx="13">
                        <c:v>9.5008153719371453</c:v>
                      </c:pt>
                      <c:pt idx="14">
                        <c:v>9.6659409467109434</c:v>
                      </c:pt>
                      <c:pt idx="15">
                        <c:v>7.9329208988690745</c:v>
                      </c:pt>
                      <c:pt idx="16">
                        <c:v>9.1794791103600346</c:v>
                      </c:pt>
                      <c:pt idx="17">
                        <c:v>8.1863647851816204</c:v>
                      </c:pt>
                      <c:pt idx="18">
                        <c:v>8.2932475523105627</c:v>
                      </c:pt>
                      <c:pt idx="19">
                        <c:v>8.7957683375764937</c:v>
                      </c:pt>
                      <c:pt idx="20">
                        <c:v>8.9661463456607251</c:v>
                      </c:pt>
                      <c:pt idx="21">
                        <c:v>8.9100495467226661</c:v>
                      </c:pt>
                      <c:pt idx="22">
                        <c:v>9.3185175717048345</c:v>
                      </c:pt>
                      <c:pt idx="23">
                        <c:v>9.4685226592183938</c:v>
                      </c:pt>
                      <c:pt idx="24">
                        <c:v>10.195675750352118</c:v>
                      </c:pt>
                      <c:pt idx="25">
                        <c:v>10.139425623701559</c:v>
                      </c:pt>
                      <c:pt idx="26">
                        <c:v>10.010110468788234</c:v>
                      </c:pt>
                      <c:pt idx="27">
                        <c:v>10.309365776984153</c:v>
                      </c:pt>
                      <c:pt idx="28">
                        <c:v>10.366269715395484</c:v>
                      </c:pt>
                      <c:pt idx="29">
                        <c:v>10.58881329579448</c:v>
                      </c:pt>
                      <c:pt idx="30">
                        <c:v>10.447783542713399</c:v>
                      </c:pt>
                      <c:pt idx="31">
                        <c:v>10.326634896783169</c:v>
                      </c:pt>
                      <c:pt idx="32">
                        <c:v>11.407226847519109</c:v>
                      </c:pt>
                      <c:pt idx="33">
                        <c:v>10.915383128354161</c:v>
                      </c:pt>
                      <c:pt idx="34">
                        <c:v>11.512547329573117</c:v>
                      </c:pt>
                      <c:pt idx="35">
                        <c:v>11.179223883619976</c:v>
                      </c:pt>
                      <c:pt idx="36">
                        <c:v>10.646988559340915</c:v>
                      </c:pt>
                      <c:pt idx="37">
                        <c:v>10.792947774404668</c:v>
                      </c:pt>
                      <c:pt idx="38">
                        <c:v>9.9935056331251566</c:v>
                      </c:pt>
                      <c:pt idx="39">
                        <c:v>8.5763608724474167</c:v>
                      </c:pt>
                      <c:pt idx="40">
                        <c:v>6.8231907614199621</c:v>
                      </c:pt>
                      <c:pt idx="41">
                        <c:v>6.0129085096722346</c:v>
                      </c:pt>
                      <c:pt idx="42">
                        <c:v>6.1341153042268699</c:v>
                      </c:pt>
                      <c:pt idx="43">
                        <c:v>5.7577828591810807</c:v>
                      </c:pt>
                      <c:pt idx="44">
                        <c:v>5.5214064351353205</c:v>
                      </c:pt>
                      <c:pt idx="45">
                        <c:v>5.5657426835832151</c:v>
                      </c:pt>
                      <c:pt idx="46">
                        <c:v>5.8889102826501087</c:v>
                      </c:pt>
                      <c:pt idx="47">
                        <c:v>5.8243000109471792</c:v>
                      </c:pt>
                      <c:pt idx="48">
                        <c:v>5.2678809657004937</c:v>
                      </c:pt>
                      <c:pt idx="49">
                        <c:v>5.0846649077257329</c:v>
                      </c:pt>
                      <c:pt idx="50">
                        <c:v>5.359391161907693</c:v>
                      </c:pt>
                      <c:pt idx="51">
                        <c:v>5.0171793232993913</c:v>
                      </c:pt>
                      <c:pt idx="52">
                        <c:v>5.6179441250802533</c:v>
                      </c:pt>
                      <c:pt idx="53">
                        <c:v>5.8503093698032682</c:v>
                      </c:pt>
                      <c:pt idx="54">
                        <c:v>5.8129253364001627</c:v>
                      </c:pt>
                      <c:pt idx="55">
                        <c:v>5.8861128963878553</c:v>
                      </c:pt>
                      <c:pt idx="56">
                        <c:v>6.0371459183161935</c:v>
                      </c:pt>
                      <c:pt idx="57">
                        <c:v>5.9781667703673502</c:v>
                      </c:pt>
                      <c:pt idx="58">
                        <c:v>6.2664571184098836</c:v>
                      </c:pt>
                      <c:pt idx="59">
                        <c:v>5.946963150191884</c:v>
                      </c:pt>
                      <c:pt idx="60">
                        <c:v>5.7305584465425063</c:v>
                      </c:pt>
                      <c:pt idx="61">
                        <c:v>5.6530837910799594</c:v>
                      </c:pt>
                      <c:pt idx="62">
                        <c:v>5.5776121131312077</c:v>
                      </c:pt>
                      <c:pt idx="63">
                        <c:v>5.9376819000196814</c:v>
                      </c:pt>
                      <c:pt idx="64">
                        <c:v>5.8232633891012036</c:v>
                      </c:pt>
                      <c:pt idx="65">
                        <c:v>5.5489803384490521</c:v>
                      </c:pt>
                      <c:pt idx="66">
                        <c:v>5.5932761378277949</c:v>
                      </c:pt>
                      <c:pt idx="67">
                        <c:v>6.6245619680352945</c:v>
                      </c:pt>
                      <c:pt idx="68">
                        <c:v>6.6431450462882395</c:v>
                      </c:pt>
                      <c:pt idx="69">
                        <c:v>6.6128090588705408</c:v>
                      </c:pt>
                      <c:pt idx="70">
                        <c:v>7.1451051993923578</c:v>
                      </c:pt>
                      <c:pt idx="71">
                        <c:v>7.736277676397334</c:v>
                      </c:pt>
                      <c:pt idx="72">
                        <c:v>8.1132682014320139</c:v>
                      </c:pt>
                      <c:pt idx="73">
                        <c:v>8.2449009045113524</c:v>
                      </c:pt>
                      <c:pt idx="74">
                        <c:v>9.3202654997749601</c:v>
                      </c:pt>
                      <c:pt idx="75">
                        <c:v>10.006533635843525</c:v>
                      </c:pt>
                      <c:pt idx="76">
                        <c:v>9.8117627073544327</c:v>
                      </c:pt>
                      <c:pt idx="77">
                        <c:v>9.4762647082470561</c:v>
                      </c:pt>
                      <c:pt idx="78">
                        <c:v>9.9849389802023403</c:v>
                      </c:pt>
                      <c:pt idx="79">
                        <c:v>9.669311378839982</c:v>
                      </c:pt>
                      <c:pt idx="80">
                        <c:v>9.7230470225347858</c:v>
                      </c:pt>
                      <c:pt idx="81">
                        <c:v>9.5828997554222859</c:v>
                      </c:pt>
                      <c:pt idx="82">
                        <c:v>10.387569458389606</c:v>
                      </c:pt>
                      <c:pt idx="83">
                        <c:v>9.7588774220667673</c:v>
                      </c:pt>
                      <c:pt idx="84">
                        <c:v>8.7518299749602146</c:v>
                      </c:pt>
                      <c:pt idx="85">
                        <c:v>9.2748066666695621</c:v>
                      </c:pt>
                      <c:pt idx="86">
                        <c:v>8.9572969926666399</c:v>
                      </c:pt>
                      <c:pt idx="87">
                        <c:v>8.897191189744877</c:v>
                      </c:pt>
                      <c:pt idx="88">
                        <c:v>9.1453646593844482</c:v>
                      </c:pt>
                      <c:pt idx="89">
                        <c:v>8.8822414140068062</c:v>
                      </c:pt>
                      <c:pt idx="90">
                        <c:v>8.9760523575754245</c:v>
                      </c:pt>
                      <c:pt idx="91">
                        <c:v>9.0654115239093009</c:v>
                      </c:pt>
                      <c:pt idx="92">
                        <c:v>8.8610916010852474</c:v>
                      </c:pt>
                      <c:pt idx="93">
                        <c:v>8.8953571831497413</c:v>
                      </c:pt>
                      <c:pt idx="94">
                        <c:v>8.8676581723480101</c:v>
                      </c:pt>
                      <c:pt idx="95">
                        <c:v>8.5111675035157486</c:v>
                      </c:pt>
                      <c:pt idx="96">
                        <c:v>8.4844810415756147</c:v>
                      </c:pt>
                      <c:pt idx="97">
                        <c:v>7.9167308295125087</c:v>
                      </c:pt>
                      <c:pt idx="98">
                        <c:v>8.1010469663294771</c:v>
                      </c:pt>
                      <c:pt idx="99">
                        <c:v>7.8949432854641808</c:v>
                      </c:pt>
                      <c:pt idx="100">
                        <c:v>7.5741774909984292</c:v>
                      </c:pt>
                      <c:pt idx="101">
                        <c:v>7.5670311364863654</c:v>
                      </c:pt>
                      <c:pt idx="102">
                        <c:v>7.7702803705571668</c:v>
                      </c:pt>
                      <c:pt idx="103">
                        <c:v>7.7580353699813447</c:v>
                      </c:pt>
                      <c:pt idx="104">
                        <c:v>8.1092455731704831</c:v>
                      </c:pt>
                      <c:pt idx="105">
                        <c:v>7.7913878834694739</c:v>
                      </c:pt>
                      <c:pt idx="106">
                        <c:v>7.5874813055913659</c:v>
                      </c:pt>
                      <c:pt idx="107">
                        <c:v>7.4475501767448504</c:v>
                      </c:pt>
                      <c:pt idx="108">
                        <c:v>7.8358232371053198</c:v>
                      </c:pt>
                      <c:pt idx="109">
                        <c:v>7.7767175532919</c:v>
                      </c:pt>
                      <c:pt idx="110">
                        <c:v>7.9529167326351278</c:v>
                      </c:pt>
                      <c:pt idx="111">
                        <c:v>7.9652887719652208</c:v>
                      </c:pt>
                      <c:pt idx="112">
                        <c:v>7.9447100023221147</c:v>
                      </c:pt>
                      <c:pt idx="113">
                        <c:v>7.739565115006851</c:v>
                      </c:pt>
                      <c:pt idx="114">
                        <c:v>7.8124777504681466</c:v>
                      </c:pt>
                      <c:pt idx="115">
                        <c:v>8.4972665082525296</c:v>
                      </c:pt>
                      <c:pt idx="116">
                        <c:v>8.4849720196485094</c:v>
                      </c:pt>
                      <c:pt idx="117">
                        <c:v>8.2517372627164463</c:v>
                      </c:pt>
                      <c:pt idx="118">
                        <c:v>8.0584766483734391</c:v>
                      </c:pt>
                      <c:pt idx="119">
                        <c:v>8.5157379631264138</c:v>
                      </c:pt>
                      <c:pt idx="120">
                        <c:v>8.4430930316657431</c:v>
                      </c:pt>
                      <c:pt idx="121">
                        <c:v>8.6075386346669589</c:v>
                      </c:pt>
                      <c:pt idx="122">
                        <c:v>8.7379374553238929</c:v>
                      </c:pt>
                      <c:pt idx="123">
                        <c:v>8.3683952556594328</c:v>
                      </c:pt>
                      <c:pt idx="124">
                        <c:v>7.3304843483285289</c:v>
                      </c:pt>
                      <c:pt idx="125">
                        <c:v>6.7649260880043531</c:v>
                      </c:pt>
                      <c:pt idx="126">
                        <c:v>6.859925789127967</c:v>
                      </c:pt>
                      <c:pt idx="127">
                        <c:v>6.6593789723762056</c:v>
                      </c:pt>
                      <c:pt idx="128">
                        <c:v>6.9836327866862771</c:v>
                      </c:pt>
                      <c:pt idx="129">
                        <c:v>7.0966150063319562</c:v>
                      </c:pt>
                      <c:pt idx="130">
                        <c:v>7.0400035578017581</c:v>
                      </c:pt>
                      <c:pt idx="131">
                        <c:v>7.0551083622118504</c:v>
                      </c:pt>
                      <c:pt idx="132">
                        <c:v>6.9925411223521818</c:v>
                      </c:pt>
                      <c:pt idx="133">
                        <c:v>7.1134864669577951</c:v>
                      </c:pt>
                      <c:pt idx="134">
                        <c:v>7.2601353802674646</c:v>
                      </c:pt>
                      <c:pt idx="135">
                        <c:v>7.1342501241911958</c:v>
                      </c:pt>
                      <c:pt idx="136">
                        <c:v>6.9874256781931345</c:v>
                      </c:pt>
                      <c:pt idx="137">
                        <c:v>6.9046255136396688</c:v>
                      </c:pt>
                      <c:pt idx="138">
                        <c:v>6.8418640340875605</c:v>
                      </c:pt>
                      <c:pt idx="139">
                        <c:v>6.83377927109201</c:v>
                      </c:pt>
                      <c:pt idx="140">
                        <c:v>6.5558023841351192</c:v>
                      </c:pt>
                      <c:pt idx="141">
                        <c:v>6.658104207942273</c:v>
                      </c:pt>
                      <c:pt idx="142">
                        <c:v>6.743522609509963</c:v>
                      </c:pt>
                      <c:pt idx="143">
                        <c:v>6.420224888893558</c:v>
                      </c:pt>
                      <c:pt idx="144">
                        <c:v>6.7976247700044201</c:v>
                      </c:pt>
                      <c:pt idx="145">
                        <c:v>6.8429296778366862</c:v>
                      </c:pt>
                      <c:pt idx="146">
                        <c:v>6.5160849731545518</c:v>
                      </c:pt>
                      <c:pt idx="147">
                        <c:v>6.6366233778027546</c:v>
                      </c:pt>
                      <c:pt idx="148">
                        <c:v>6.7192171095646929</c:v>
                      </c:pt>
                      <c:pt idx="149">
                        <c:v>6.7398173009015716</c:v>
                      </c:pt>
                      <c:pt idx="150">
                        <c:v>6.5892166690672287</c:v>
                      </c:pt>
                      <c:pt idx="151">
                        <c:v>6.1346330751466107</c:v>
                      </c:pt>
                      <c:pt idx="152">
                        <c:v>5.5171989527035095</c:v>
                      </c:pt>
                      <c:pt idx="153">
                        <c:v>5.8075240854413437</c:v>
                      </c:pt>
                      <c:pt idx="154">
                        <c:v>5.2702673617999602</c:v>
                      </c:pt>
                      <c:pt idx="155">
                        <c:v>5.0209358480341253</c:v>
                      </c:pt>
                      <c:pt idx="156">
                        <c:v>5.128677184015543</c:v>
                      </c:pt>
                      <c:pt idx="157">
                        <c:v>5.0755564700689302</c:v>
                      </c:pt>
                      <c:pt idx="158">
                        <c:v>5.1472583565757262</c:v>
                      </c:pt>
                      <c:pt idx="159">
                        <c:v>5.0354230819674939</c:v>
                      </c:pt>
                      <c:pt idx="160">
                        <c:v>5.0855475790833422</c:v>
                      </c:pt>
                      <c:pt idx="161">
                        <c:v>5.5746297215548699</c:v>
                      </c:pt>
                      <c:pt idx="162">
                        <c:v>5.3750319878945385</c:v>
                      </c:pt>
                      <c:pt idx="163">
                        <c:v>5.1968268666055293</c:v>
                      </c:pt>
                      <c:pt idx="164">
                        <c:v>5.7141697506608233</c:v>
                      </c:pt>
                      <c:pt idx="165">
                        <c:v>5.6100684378465502</c:v>
                      </c:pt>
                      <c:pt idx="166">
                        <c:v>5.7587308403894273</c:v>
                      </c:pt>
                      <c:pt idx="167">
                        <c:v>5.9736716551191096</c:v>
                      </c:pt>
                      <c:pt idx="168">
                        <c:v>5.9496996698989806</c:v>
                      </c:pt>
                      <c:pt idx="169">
                        <c:v>6.035677303130508</c:v>
                      </c:pt>
                      <c:pt idx="170">
                        <c:v>6.4135282698909908</c:v>
                      </c:pt>
                      <c:pt idx="171">
                        <c:v>6.708933410678414</c:v>
                      </c:pt>
                      <c:pt idx="172">
                        <c:v>7.0419055038330711</c:v>
                      </c:pt>
                      <c:pt idx="173">
                        <c:v>7.1768626025604103</c:v>
                      </c:pt>
                      <c:pt idx="174">
                        <c:v>6.3546194754533776</c:v>
                      </c:pt>
                      <c:pt idx="175">
                        <c:v>6.1955829048132385</c:v>
                      </c:pt>
                      <c:pt idx="176">
                        <c:v>6.289525982992429</c:v>
                      </c:pt>
                      <c:pt idx="177">
                        <c:v>6.32454438565824</c:v>
                      </c:pt>
                      <c:pt idx="178">
                        <c:v>6.5688372123559162</c:v>
                      </c:pt>
                      <c:pt idx="179">
                        <c:v>6.5393426975962097</c:v>
                      </c:pt>
                      <c:pt idx="180">
                        <c:v>6.3199972234133002</c:v>
                      </c:pt>
                      <c:pt idx="181">
                        <c:v>6.4762394219230783</c:v>
                      </c:pt>
                      <c:pt idx="182">
                        <c:v>6.5583714071862067</c:v>
                      </c:pt>
                      <c:pt idx="183">
                        <c:v>6.6028077839156811</c:v>
                      </c:pt>
                      <c:pt idx="184">
                        <c:v>6.4310726655683101</c:v>
                      </c:pt>
                      <c:pt idx="185">
                        <c:v>6.3303858390040109</c:v>
                      </c:pt>
                      <c:pt idx="186">
                        <c:v>6.2594558812789352</c:v>
                      </c:pt>
                      <c:pt idx="187">
                        <c:v>6.2073011937956633</c:v>
                      </c:pt>
                      <c:pt idx="188">
                        <c:v>6.3439823909242126</c:v>
                      </c:pt>
                      <c:pt idx="189">
                        <c:v>6.0940932300724286</c:v>
                      </c:pt>
                      <c:pt idx="190">
                        <c:v>6.0602315407251917</c:v>
                      </c:pt>
                      <c:pt idx="191">
                        <c:v>5.9731997167552375</c:v>
                      </c:pt>
                      <c:pt idx="192">
                        <c:v>6.0941304163840941</c:v>
                      </c:pt>
                      <c:pt idx="193">
                        <c:v>6.1470948661369205</c:v>
                      </c:pt>
                      <c:pt idx="194">
                        <c:v>6.2778297966756114</c:v>
                      </c:pt>
                      <c:pt idx="195">
                        <c:v>6.2456554451392696</c:v>
                      </c:pt>
                      <c:pt idx="196">
                        <c:v>6.3221765128868093</c:v>
                      </c:pt>
                      <c:pt idx="197">
                        <c:v>6.5087773778743472</c:v>
                      </c:pt>
                      <c:pt idx="198">
                        <c:v>6.4674188542380797</c:v>
                      </c:pt>
                      <c:pt idx="199">
                        <c:v>6.3030028795015731</c:v>
                      </c:pt>
                      <c:pt idx="200">
                        <c:v>6.3313214000311726</c:v>
                      </c:pt>
                      <c:pt idx="201">
                        <c:v>6.2308540794907428</c:v>
                      </c:pt>
                      <c:pt idx="202">
                        <c:v>6.1201782971242462</c:v>
                      </c:pt>
                      <c:pt idx="203">
                        <c:v>6.2086350735266072</c:v>
                      </c:pt>
                      <c:pt idx="204">
                        <c:v>6.3086115341975075</c:v>
                      </c:pt>
                      <c:pt idx="205">
                        <c:v>6.5371020972226903</c:v>
                      </c:pt>
                      <c:pt idx="206">
                        <c:v>6.5236433605875224</c:v>
                      </c:pt>
                      <c:pt idx="207">
                        <c:v>6.9311037517498786</c:v>
                      </c:pt>
                      <c:pt idx="208">
                        <c:v>7.8189167813498219</c:v>
                      </c:pt>
                      <c:pt idx="209">
                        <c:v>8.1790427109937678</c:v>
                      </c:pt>
                      <c:pt idx="210">
                        <c:v>8.5482552006515142</c:v>
                      </c:pt>
                      <c:pt idx="211">
                        <c:v>8.4380397163735221</c:v>
                      </c:pt>
                      <c:pt idx="212">
                        <c:v>8.5994405766257405</c:v>
                      </c:pt>
                      <c:pt idx="213">
                        <c:v>8.3249840097056982</c:v>
                      </c:pt>
                      <c:pt idx="214">
                        <c:v>8.1871095827011793</c:v>
                      </c:pt>
                      <c:pt idx="215">
                        <c:v>8.1130361527219303</c:v>
                      </c:pt>
                      <c:pt idx="216">
                        <c:v>8.24712044904199</c:v>
                      </c:pt>
                      <c:pt idx="217">
                        <c:v>7.7931021178079014</c:v>
                      </c:pt>
                      <c:pt idx="218">
                        <c:v>7.1999315881637642</c:v>
                      </c:pt>
                      <c:pt idx="219">
                        <c:v>7.4234046869407937</c:v>
                      </c:pt>
                      <c:pt idx="220">
                        <c:v>6.8335892255497388</c:v>
                      </c:pt>
                      <c:pt idx="221">
                        <c:v>6.3959877407137835</c:v>
                      </c:pt>
                      <c:pt idx="222">
                        <c:v>6.5518185432012004</c:v>
                      </c:pt>
                      <c:pt idx="223">
                        <c:v>6.6007658375748868</c:v>
                      </c:pt>
                      <c:pt idx="224">
                        <c:v>6.0657643049292886</c:v>
                      </c:pt>
                      <c:pt idx="225">
                        <c:v>5.1671282485097301</c:v>
                      </c:pt>
                      <c:pt idx="226">
                        <c:v>5.1793586243511669</c:v>
                      </c:pt>
                      <c:pt idx="227">
                        <c:v>4.4465862779946006</c:v>
                      </c:pt>
                      <c:pt idx="228">
                        <c:v>3.778000631053736</c:v>
                      </c:pt>
                      <c:pt idx="229">
                        <c:v>2.579344629355723</c:v>
                      </c:pt>
                      <c:pt idx="230">
                        <c:v>2.8236755595257845</c:v>
                      </c:pt>
                      <c:pt idx="231">
                        <c:v>2.7146008197621061</c:v>
                      </c:pt>
                      <c:pt idx="232">
                        <c:v>2.7516124542672973</c:v>
                      </c:pt>
                      <c:pt idx="233">
                        <c:v>2.3199940040466043</c:v>
                      </c:pt>
                      <c:pt idx="234">
                        <c:v>2.0875606351027773</c:v>
                      </c:pt>
                      <c:pt idx="235">
                        <c:v>2.6181703490689774</c:v>
                      </c:pt>
                      <c:pt idx="236">
                        <c:v>3.095261910382705</c:v>
                      </c:pt>
                      <c:pt idx="237">
                        <c:v>2.9461194188222599</c:v>
                      </c:pt>
                      <c:pt idx="238">
                        <c:v>3.9023555763988682</c:v>
                      </c:pt>
                      <c:pt idx="239">
                        <c:v>4.6005805194295366</c:v>
                      </c:pt>
                      <c:pt idx="240">
                        <c:v>5.00631956629719</c:v>
                      </c:pt>
                      <c:pt idx="241">
                        <c:v>5.6146624636106051</c:v>
                      </c:pt>
                      <c:pt idx="242">
                        <c:v>6.4232579674169479</c:v>
                      </c:pt>
                      <c:pt idx="243">
                        <c:v>5.7633999125099535</c:v>
                      </c:pt>
                      <c:pt idx="244">
                        <c:v>5.7975371157887086</c:v>
                      </c:pt>
                      <c:pt idx="245">
                        <c:v>6.1556217880870552</c:v>
                      </c:pt>
                      <c:pt idx="246">
                        <c:v>6.4315125851109869</c:v>
                      </c:pt>
                      <c:pt idx="247">
                        <c:v>6.8699457879047277</c:v>
                      </c:pt>
                      <c:pt idx="248">
                        <c:v>5.5305276087224833</c:v>
                      </c:pt>
                      <c:pt idx="249">
                        <c:v>5.1216899767312132</c:v>
                      </c:pt>
                      <c:pt idx="250">
                        <c:v>5.5716669464352808</c:v>
                      </c:pt>
                      <c:pt idx="251">
                        <c:v>5.8043250584100647</c:v>
                      </c:pt>
                      <c:pt idx="252">
                        <c:v>6.4673188539956676</c:v>
                      </c:pt>
                      <c:pt idx="253">
                        <c:v>6.2576091789251471</c:v>
                      </c:pt>
                      <c:pt idx="254">
                        <c:v>5.9703726950544187</c:v>
                      </c:pt>
                      <c:pt idx="255">
                        <c:v>4.7001579408163394</c:v>
                      </c:pt>
                      <c:pt idx="256">
                        <c:v>4.5161518582714493</c:v>
                      </c:pt>
                      <c:pt idx="257">
                        <c:v>4.6990762567606073</c:v>
                      </c:pt>
                      <c:pt idx="258">
                        <c:v>4.2307343968853637</c:v>
                      </c:pt>
                      <c:pt idx="259">
                        <c:v>3.8752532417877923</c:v>
                      </c:pt>
                      <c:pt idx="260">
                        <c:v>3.6938012830410774</c:v>
                      </c:pt>
                      <c:pt idx="261">
                        <c:v>2.9628152512589061</c:v>
                      </c:pt>
                      <c:pt idx="262">
                        <c:v>2.9789366837223277</c:v>
                      </c:pt>
                      <c:pt idx="263">
                        <c:v>1.8790314732844351</c:v>
                      </c:pt>
                      <c:pt idx="264">
                        <c:v>2.0458537198075852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0-61CA-4472-BA4E-ACE0806C4BD6}"/>
                  </c:ext>
                </c:extLst>
              </c15:ser>
            </c15:filteredLineSeries>
            <c15:filteredLineSeries>
              <c15:ser>
                <c:idx val="1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Hoja1!$C$1</c15:sqref>
                        </c15:formulaRef>
                      </c:ext>
                    </c:extLst>
                    <c:strCache>
                      <c:ptCount val="1"/>
                      <c:pt idx="0">
                        <c:v>Diferencia Tasa Hipotecaria y TES a 5 años</c:v>
                      </c:pt>
                    </c:strCache>
                  </c:strRef>
                </c:tx>
                <c:spPr>
                  <a:ln w="28575" cap="rnd">
                    <a:solidFill>
                      <a:schemeClr val="accent4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Hoja1!$A$2:$A$267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Hoja1!$C$2:$C$267</c15:sqref>
                        </c15:formulaRef>
                      </c:ext>
                    </c:extLst>
                    <c:numCache>
                      <c:formatCode>0.00</c:formatCode>
                      <c:ptCount val="266"/>
                      <c:pt idx="0">
                        <c:v>0.70035547336289916</c:v>
                      </c:pt>
                      <c:pt idx="1">
                        <c:v>-0.13175144668750249</c:v>
                      </c:pt>
                      <c:pt idx="2">
                        <c:v>4.7367770471698378E-2</c:v>
                      </c:pt>
                      <c:pt idx="3">
                        <c:v>0.76322886566081571</c:v>
                      </c:pt>
                      <c:pt idx="4">
                        <c:v>1.408078498991598</c:v>
                      </c:pt>
                      <c:pt idx="5">
                        <c:v>1.9627607466112984</c:v>
                      </c:pt>
                      <c:pt idx="6">
                        <c:v>2.522206157412322</c:v>
                      </c:pt>
                      <c:pt idx="7">
                        <c:v>3.6576567878208976</c:v>
                      </c:pt>
                      <c:pt idx="8">
                        <c:v>3.6523583220084372</c:v>
                      </c:pt>
                      <c:pt idx="9">
                        <c:v>3.7705027753187785</c:v>
                      </c:pt>
                      <c:pt idx="10">
                        <c:v>4.7519957830288764</c:v>
                      </c:pt>
                      <c:pt idx="11">
                        <c:v>4.2899482128148829</c:v>
                      </c:pt>
                      <c:pt idx="12">
                        <c:v>4.3444918277460722</c:v>
                      </c:pt>
                      <c:pt idx="13">
                        <c:v>6.0009811264219355</c:v>
                      </c:pt>
                      <c:pt idx="14">
                        <c:v>6.8569427341706533</c:v>
                      </c:pt>
                      <c:pt idx="15">
                        <c:v>5.590871566766074</c:v>
                      </c:pt>
                      <c:pt idx="16">
                        <c:v>4.575611550964215</c:v>
                      </c:pt>
                      <c:pt idx="17">
                        <c:v>4.3600742268501094</c:v>
                      </c:pt>
                      <c:pt idx="18">
                        <c:v>3.9719676394163432</c:v>
                      </c:pt>
                      <c:pt idx="19">
                        <c:v>4.6221506995133339</c:v>
                      </c:pt>
                      <c:pt idx="20">
                        <c:v>4.8721399112029165</c:v>
                      </c:pt>
                      <c:pt idx="21">
                        <c:v>5.1508712592890351</c:v>
                      </c:pt>
                      <c:pt idx="22">
                        <c:v>5.6336008611426749</c:v>
                      </c:pt>
                      <c:pt idx="23">
                        <c:v>6.0847708722045741</c:v>
                      </c:pt>
                      <c:pt idx="24">
                        <c:v>6.2269612645090984</c:v>
                      </c:pt>
                      <c:pt idx="25">
                        <c:v>6.452313722787089</c:v>
                      </c:pt>
                      <c:pt idx="26">
                        <c:v>5.4704984178609148</c:v>
                      </c:pt>
                      <c:pt idx="27">
                        <c:v>6.2967866153564724</c:v>
                      </c:pt>
                      <c:pt idx="28">
                        <c:v>6.7802041327043643</c:v>
                      </c:pt>
                      <c:pt idx="29">
                        <c:v>7.76926147520226</c:v>
                      </c:pt>
                      <c:pt idx="30">
                        <c:v>8.0453841625461582</c:v>
                      </c:pt>
                      <c:pt idx="31">
                        <c:v>8.1082392130050494</c:v>
                      </c:pt>
                      <c:pt idx="32">
                        <c:v>9.6232804905434897</c:v>
                      </c:pt>
                      <c:pt idx="33">
                        <c:v>8.5211387387777719</c:v>
                      </c:pt>
                      <c:pt idx="34">
                        <c:v>8.7133253671778359</c:v>
                      </c:pt>
                      <c:pt idx="35">
                        <c:v>9.2850854682856347</c:v>
                      </c:pt>
                      <c:pt idx="36">
                        <c:v>9.2426173601830754</c:v>
                      </c:pt>
                      <c:pt idx="37">
                        <c:v>10.031267069581208</c:v>
                      </c:pt>
                      <c:pt idx="38">
                        <c:v>8.9082155647617665</c:v>
                      </c:pt>
                      <c:pt idx="39">
                        <c:v>6.4999158586003656</c:v>
                      </c:pt>
                      <c:pt idx="40">
                        <c:v>5.1856763316383017</c:v>
                      </c:pt>
                      <c:pt idx="41">
                        <c:v>3.4302150430470153</c:v>
                      </c:pt>
                      <c:pt idx="42">
                        <c:v>4.3279141476817493</c:v>
                      </c:pt>
                      <c:pt idx="43">
                        <c:v>4.5649638724963211</c:v>
                      </c:pt>
                      <c:pt idx="44">
                        <c:v>4.2024099136006594</c:v>
                      </c:pt>
                      <c:pt idx="45">
                        <c:v>4.4067193716326454</c:v>
                      </c:pt>
                      <c:pt idx="46">
                        <c:v>4.5059141074546698</c:v>
                      </c:pt>
                      <c:pt idx="47">
                        <c:v>4.7748136068109392</c:v>
                      </c:pt>
                      <c:pt idx="48">
                        <c:v>4.2023172273855334</c:v>
                      </c:pt>
                      <c:pt idx="49">
                        <c:v>4.2187079560406531</c:v>
                      </c:pt>
                      <c:pt idx="50">
                        <c:v>4.1611089270659516</c:v>
                      </c:pt>
                      <c:pt idx="51">
                        <c:v>3.9970722108966115</c:v>
                      </c:pt>
                      <c:pt idx="52">
                        <c:v>4.827788433155014</c:v>
                      </c:pt>
                      <c:pt idx="53">
                        <c:v>5.4246932028234074</c:v>
                      </c:pt>
                      <c:pt idx="54">
                        <c:v>5.3592887071844419</c:v>
                      </c:pt>
                      <c:pt idx="55">
                        <c:v>4.9612664244036146</c:v>
                      </c:pt>
                      <c:pt idx="56">
                        <c:v>5.2579816111473736</c:v>
                      </c:pt>
                      <c:pt idx="57">
                        <c:v>5.1790928306046009</c:v>
                      </c:pt>
                      <c:pt idx="58">
                        <c:v>5.5026294235198137</c:v>
                      </c:pt>
                      <c:pt idx="59">
                        <c:v>5.4724345336899347</c:v>
                      </c:pt>
                      <c:pt idx="60">
                        <c:v>4.8447745153790063</c:v>
                      </c:pt>
                      <c:pt idx="61">
                        <c:v>4.684803207018259</c:v>
                      </c:pt>
                      <c:pt idx="62">
                        <c:v>4.6373549857472085</c:v>
                      </c:pt>
                      <c:pt idx="63">
                        <c:v>5.3326259798169815</c:v>
                      </c:pt>
                      <c:pt idx="64">
                        <c:v>4.925517765852403</c:v>
                      </c:pt>
                      <c:pt idx="65">
                        <c:v>3.611683800280252</c:v>
                      </c:pt>
                      <c:pt idx="66">
                        <c:v>3.6847935802808944</c:v>
                      </c:pt>
                      <c:pt idx="67">
                        <c:v>5.3391384320300936</c:v>
                      </c:pt>
                      <c:pt idx="68">
                        <c:v>4.80862824806254</c:v>
                      </c:pt>
                      <c:pt idx="69">
                        <c:v>4.2354903821146408</c:v>
                      </c:pt>
                      <c:pt idx="70">
                        <c:v>5.5162221763935975</c:v>
                      </c:pt>
                      <c:pt idx="71">
                        <c:v>6.8756633297215934</c:v>
                      </c:pt>
                      <c:pt idx="72">
                        <c:v>7.5583679517178037</c:v>
                      </c:pt>
                      <c:pt idx="73">
                        <c:v>7.3220795369908718</c:v>
                      </c:pt>
                      <c:pt idx="74">
                        <c:v>7.3983974180559198</c:v>
                      </c:pt>
                      <c:pt idx="75">
                        <c:v>8.3623371073546746</c:v>
                      </c:pt>
                      <c:pt idx="76">
                        <c:v>7.606869311853842</c:v>
                      </c:pt>
                      <c:pt idx="77">
                        <c:v>6.1798713695019156</c:v>
                      </c:pt>
                      <c:pt idx="78">
                        <c:v>5.9506321763971908</c:v>
                      </c:pt>
                      <c:pt idx="79">
                        <c:v>5.494211170085741</c:v>
                      </c:pt>
                      <c:pt idx="80">
                        <c:v>5.7488181730396661</c:v>
                      </c:pt>
                      <c:pt idx="81">
                        <c:v>6.418956321556947</c:v>
                      </c:pt>
                      <c:pt idx="82">
                        <c:v>7.2150841947054074</c:v>
                      </c:pt>
                      <c:pt idx="83">
                        <c:v>6.5007804338073267</c:v>
                      </c:pt>
                      <c:pt idx="84">
                        <c:v>5.2158414814320544</c:v>
                      </c:pt>
                      <c:pt idx="85">
                        <c:v>4.83939882847055</c:v>
                      </c:pt>
                      <c:pt idx="86">
                        <c:v>4.9651929480326498</c:v>
                      </c:pt>
                      <c:pt idx="87">
                        <c:v>5.2127771494254169</c:v>
                      </c:pt>
                      <c:pt idx="88">
                        <c:v>5.2919312949367985</c:v>
                      </c:pt>
                      <c:pt idx="89">
                        <c:v>5.3552449767134052</c:v>
                      </c:pt>
                      <c:pt idx="90">
                        <c:v>5.7663089688535756</c:v>
                      </c:pt>
                      <c:pt idx="91">
                        <c:v>6.1035367841024195</c:v>
                      </c:pt>
                      <c:pt idx="92">
                        <c:v>6.1349355669057068</c:v>
                      </c:pt>
                      <c:pt idx="93">
                        <c:v>6.3798656329419305</c:v>
                      </c:pt>
                      <c:pt idx="94">
                        <c:v>5.8474340837846501</c:v>
                      </c:pt>
                      <c:pt idx="95">
                        <c:v>5.5664869246328585</c:v>
                      </c:pt>
                      <c:pt idx="96">
                        <c:v>5.2186786184962548</c:v>
                      </c:pt>
                      <c:pt idx="97">
                        <c:v>4.7990419561320383</c:v>
                      </c:pt>
                      <c:pt idx="98">
                        <c:v>4.9422132472295264</c:v>
                      </c:pt>
                      <c:pt idx="99">
                        <c:v>5.0860056687538107</c:v>
                      </c:pt>
                      <c:pt idx="100">
                        <c:v>5.2607679537248693</c:v>
                      </c:pt>
                      <c:pt idx="101">
                        <c:v>5.6999792478443245</c:v>
                      </c:pt>
                      <c:pt idx="102">
                        <c:v>6.1176067016413169</c:v>
                      </c:pt>
                      <c:pt idx="103">
                        <c:v>6.4233290418191746</c:v>
                      </c:pt>
                      <c:pt idx="104">
                        <c:v>6.4879473615900434</c:v>
                      </c:pt>
                      <c:pt idx="105">
                        <c:v>6.4030492372244039</c:v>
                      </c:pt>
                      <c:pt idx="106">
                        <c:v>6.1494507739637161</c:v>
                      </c:pt>
                      <c:pt idx="107">
                        <c:v>5.883102377358191</c:v>
                      </c:pt>
                      <c:pt idx="108">
                        <c:v>6.5111272939602101</c:v>
                      </c:pt>
                      <c:pt idx="109">
                        <c:v>6.54404924050597</c:v>
                      </c:pt>
                      <c:pt idx="110">
                        <c:v>6.7930214908695579</c:v>
                      </c:pt>
                      <c:pt idx="111">
                        <c:v>6.8695928933472707</c:v>
                      </c:pt>
                      <c:pt idx="112">
                        <c:v>6.7700847262172346</c:v>
                      </c:pt>
                      <c:pt idx="113">
                        <c:v>6.8133169247622316</c:v>
                      </c:pt>
                      <c:pt idx="114">
                        <c:v>7.0984168462490667</c:v>
                      </c:pt>
                      <c:pt idx="115">
                        <c:v>7.4409803580821707</c:v>
                      </c:pt>
                      <c:pt idx="116">
                        <c:v>7.5566891301372205</c:v>
                      </c:pt>
                      <c:pt idx="117">
                        <c:v>7.5357489584048549</c:v>
                      </c:pt>
                      <c:pt idx="118">
                        <c:v>7.5393281832380001</c:v>
                      </c:pt>
                      <c:pt idx="119">
                        <c:v>7.7488876303728542</c:v>
                      </c:pt>
                      <c:pt idx="120">
                        <c:v>7.9410030836869838</c:v>
                      </c:pt>
                      <c:pt idx="121">
                        <c:v>8.1355990686671298</c:v>
                      </c:pt>
                      <c:pt idx="122">
                        <c:v>7.8828306813532123</c:v>
                      </c:pt>
                      <c:pt idx="123">
                        <c:v>7.5606204295794734</c:v>
                      </c:pt>
                      <c:pt idx="124">
                        <c:v>5.9983190637748285</c:v>
                      </c:pt>
                      <c:pt idx="125">
                        <c:v>4.7023244070128936</c:v>
                      </c:pt>
                      <c:pt idx="126">
                        <c:v>4.6401056136510368</c:v>
                      </c:pt>
                      <c:pt idx="127">
                        <c:v>4.412191043810795</c:v>
                      </c:pt>
                      <c:pt idx="128">
                        <c:v>4.811617045249287</c:v>
                      </c:pt>
                      <c:pt idx="129">
                        <c:v>5.115027751548606</c:v>
                      </c:pt>
                      <c:pt idx="130">
                        <c:v>4.9110915567847782</c:v>
                      </c:pt>
                      <c:pt idx="131">
                        <c:v>4.97996128064643</c:v>
                      </c:pt>
                      <c:pt idx="132">
                        <c:v>4.7207192704124123</c:v>
                      </c:pt>
                      <c:pt idx="133">
                        <c:v>4.756597923186475</c:v>
                      </c:pt>
                      <c:pt idx="134">
                        <c:v>5.4768335413780749</c:v>
                      </c:pt>
                      <c:pt idx="135">
                        <c:v>5.4645863526963163</c:v>
                      </c:pt>
                      <c:pt idx="136">
                        <c:v>5.4667491616774049</c:v>
                      </c:pt>
                      <c:pt idx="137">
                        <c:v>5.3632038138446285</c:v>
                      </c:pt>
                      <c:pt idx="138">
                        <c:v>5.3552640216596306</c:v>
                      </c:pt>
                      <c:pt idx="139">
                        <c:v>5.6531176070660401</c:v>
                      </c:pt>
                      <c:pt idx="140">
                        <c:v>5.2042574075164687</c:v>
                      </c:pt>
                      <c:pt idx="141">
                        <c:v>5.5703208096158132</c:v>
                      </c:pt>
                      <c:pt idx="142">
                        <c:v>5.7032905965669229</c:v>
                      </c:pt>
                      <c:pt idx="143">
                        <c:v>5.0433850503972781</c:v>
                      </c:pt>
                      <c:pt idx="144">
                        <c:v>5.6993314447957397</c:v>
                      </c:pt>
                      <c:pt idx="145">
                        <c:v>5.8420663639212957</c:v>
                      </c:pt>
                      <c:pt idx="146">
                        <c:v>5.2343271837595218</c:v>
                      </c:pt>
                      <c:pt idx="147">
                        <c:v>5.4451449174749049</c:v>
                      </c:pt>
                      <c:pt idx="148">
                        <c:v>5.4083848901246228</c:v>
                      </c:pt>
                      <c:pt idx="149">
                        <c:v>5.0229240636585519</c:v>
                      </c:pt>
                      <c:pt idx="150">
                        <c:v>4.9280205246827382</c:v>
                      </c:pt>
                      <c:pt idx="151">
                        <c:v>4.3079886632133206</c:v>
                      </c:pt>
                      <c:pt idx="152">
                        <c:v>3.6560704567325093</c:v>
                      </c:pt>
                      <c:pt idx="153">
                        <c:v>3.9165538483892135</c:v>
                      </c:pt>
                      <c:pt idx="154">
                        <c:v>3.7860474333144403</c:v>
                      </c:pt>
                      <c:pt idx="155">
                        <c:v>3.5953210477895752</c:v>
                      </c:pt>
                      <c:pt idx="156">
                        <c:v>3.5020300992234237</c:v>
                      </c:pt>
                      <c:pt idx="157">
                        <c:v>3.5051841172257205</c:v>
                      </c:pt>
                      <c:pt idx="158">
                        <c:v>4.3664070137930056</c:v>
                      </c:pt>
                      <c:pt idx="159">
                        <c:v>4.5532276506116638</c:v>
                      </c:pt>
                      <c:pt idx="160">
                        <c:v>4.7399210494764716</c:v>
                      </c:pt>
                      <c:pt idx="161">
                        <c:v>5.4355387656594907</c:v>
                      </c:pt>
                      <c:pt idx="162">
                        <c:v>5.2345366975621186</c:v>
                      </c:pt>
                      <c:pt idx="163">
                        <c:v>5.4025748089851593</c:v>
                      </c:pt>
                      <c:pt idx="164">
                        <c:v>5.9969593563352834</c:v>
                      </c:pt>
                      <c:pt idx="165">
                        <c:v>5.7814205968203805</c:v>
                      </c:pt>
                      <c:pt idx="166">
                        <c:v>5.8309661808588471</c:v>
                      </c:pt>
                      <c:pt idx="167">
                        <c:v>5.9735865574514797</c:v>
                      </c:pt>
                      <c:pt idx="168">
                        <c:v>5.9552491071868703</c:v>
                      </c:pt>
                      <c:pt idx="169">
                        <c:v>6.0425703562917681</c:v>
                      </c:pt>
                      <c:pt idx="170">
                        <c:v>6.2896933058793811</c:v>
                      </c:pt>
                      <c:pt idx="171">
                        <c:v>6.6435486396155738</c:v>
                      </c:pt>
                      <c:pt idx="172">
                        <c:v>6.7273852909419514</c:v>
                      </c:pt>
                      <c:pt idx="173">
                        <c:v>6.2363933495380204</c:v>
                      </c:pt>
                      <c:pt idx="174">
                        <c:v>5.5882332116148374</c:v>
                      </c:pt>
                      <c:pt idx="175">
                        <c:v>5.4098719434171887</c:v>
                      </c:pt>
                      <c:pt idx="176">
                        <c:v>5.3624089771981094</c:v>
                      </c:pt>
                      <c:pt idx="177">
                        <c:v>5.1563270622242801</c:v>
                      </c:pt>
                      <c:pt idx="178">
                        <c:v>5.4208867278466357</c:v>
                      </c:pt>
                      <c:pt idx="179">
                        <c:v>5.2671577471041298</c:v>
                      </c:pt>
                      <c:pt idx="180">
                        <c:v>5.1991199005615805</c:v>
                      </c:pt>
                      <c:pt idx="181">
                        <c:v>5.1433134117969983</c:v>
                      </c:pt>
                      <c:pt idx="182">
                        <c:v>5.2438155534521567</c:v>
                      </c:pt>
                      <c:pt idx="183">
                        <c:v>5.2935263345654207</c:v>
                      </c:pt>
                      <c:pt idx="184">
                        <c:v>5.0358939489679697</c:v>
                      </c:pt>
                      <c:pt idx="185">
                        <c:v>4.8366781533533807</c:v>
                      </c:pt>
                      <c:pt idx="186">
                        <c:v>4.7820725139609852</c:v>
                      </c:pt>
                      <c:pt idx="187">
                        <c:v>4.7588630959521829</c:v>
                      </c:pt>
                      <c:pt idx="188">
                        <c:v>4.7319082745377825</c:v>
                      </c:pt>
                      <c:pt idx="189">
                        <c:v>4.487482257476489</c:v>
                      </c:pt>
                      <c:pt idx="190">
                        <c:v>4.6001015615972509</c:v>
                      </c:pt>
                      <c:pt idx="191">
                        <c:v>4.699696225885317</c:v>
                      </c:pt>
                      <c:pt idx="192">
                        <c:v>4.8306741821687336</c:v>
                      </c:pt>
                      <c:pt idx="193">
                        <c:v>4.9026889645025005</c:v>
                      </c:pt>
                      <c:pt idx="194">
                        <c:v>5.1030754660993409</c:v>
                      </c:pt>
                      <c:pt idx="195">
                        <c:v>4.90404774040669</c:v>
                      </c:pt>
                      <c:pt idx="196">
                        <c:v>5.1226641039950094</c:v>
                      </c:pt>
                      <c:pt idx="197">
                        <c:v>5.5622806953765869</c:v>
                      </c:pt>
                      <c:pt idx="198">
                        <c:v>5.5572402284668705</c:v>
                      </c:pt>
                      <c:pt idx="199">
                        <c:v>5.4600107909743025</c:v>
                      </c:pt>
                      <c:pt idx="200">
                        <c:v>5.5249970612478325</c:v>
                      </c:pt>
                      <c:pt idx="201">
                        <c:v>5.3852550398649335</c:v>
                      </c:pt>
                      <c:pt idx="202">
                        <c:v>4.9789233754479367</c:v>
                      </c:pt>
                      <c:pt idx="203">
                        <c:v>5.1495315679772675</c:v>
                      </c:pt>
                      <c:pt idx="204">
                        <c:v>5.4793119134408368</c:v>
                      </c:pt>
                      <c:pt idx="205">
                        <c:v>5.50710103260207</c:v>
                      </c:pt>
                      <c:pt idx="206">
                        <c:v>4.3852252337556621</c:v>
                      </c:pt>
                      <c:pt idx="207">
                        <c:v>4.9744885633979381</c:v>
                      </c:pt>
                      <c:pt idx="208">
                        <c:v>6.2878558356504017</c:v>
                      </c:pt>
                      <c:pt idx="209">
                        <c:v>6.279260212141117</c:v>
                      </c:pt>
                      <c:pt idx="210">
                        <c:v>6.6926890734013949</c:v>
                      </c:pt>
                      <c:pt idx="211">
                        <c:v>6.4509917862980419</c:v>
                      </c:pt>
                      <c:pt idx="212">
                        <c:v>6.2676791777503311</c:v>
                      </c:pt>
                      <c:pt idx="213">
                        <c:v>5.9115984122309291</c:v>
                      </c:pt>
                      <c:pt idx="214">
                        <c:v>5.9957049504253401</c:v>
                      </c:pt>
                      <c:pt idx="215">
                        <c:v>5.933301941163621</c:v>
                      </c:pt>
                      <c:pt idx="216">
                        <c:v>5.9348479478236795</c:v>
                      </c:pt>
                      <c:pt idx="217">
                        <c:v>5.1268035607831113</c:v>
                      </c:pt>
                      <c:pt idx="218">
                        <c:v>3.9809192393468447</c:v>
                      </c:pt>
                      <c:pt idx="219">
                        <c:v>3.9656227344511938</c:v>
                      </c:pt>
                      <c:pt idx="220">
                        <c:v>3.6225936884603591</c:v>
                      </c:pt>
                      <c:pt idx="221">
                        <c:v>3.3401192831161142</c:v>
                      </c:pt>
                      <c:pt idx="222">
                        <c:v>3.3955026866468501</c:v>
                      </c:pt>
                      <c:pt idx="223">
                        <c:v>3.3763305919881965</c:v>
                      </c:pt>
                      <c:pt idx="224">
                        <c:v>2.8383475824097584</c:v>
                      </c:pt>
                      <c:pt idx="225">
                        <c:v>2.2630818633525394</c:v>
                      </c:pt>
                      <c:pt idx="226">
                        <c:v>2.1040268366322472</c:v>
                      </c:pt>
                      <c:pt idx="227">
                        <c:v>2.1684565412512704</c:v>
                      </c:pt>
                      <c:pt idx="228">
                        <c:v>1.3047028092125963</c:v>
                      </c:pt>
                      <c:pt idx="229">
                        <c:v>0.83878181829163267</c:v>
                      </c:pt>
                      <c:pt idx="230">
                        <c:v>1.127597758130074</c:v>
                      </c:pt>
                      <c:pt idx="231">
                        <c:v>1.0441044113123361</c:v>
                      </c:pt>
                      <c:pt idx="232">
                        <c:v>1.2856496861850975</c:v>
                      </c:pt>
                      <c:pt idx="233">
                        <c:v>0.83651763434028403</c:v>
                      </c:pt>
                      <c:pt idx="234">
                        <c:v>0.49562873904127791</c:v>
                      </c:pt>
                      <c:pt idx="235">
                        <c:v>1.6543565247151779</c:v>
                      </c:pt>
                      <c:pt idx="236">
                        <c:v>1.9913274293608048</c:v>
                      </c:pt>
                      <c:pt idx="237">
                        <c:v>1.8534110473959604</c:v>
                      </c:pt>
                      <c:pt idx="238">
                        <c:v>2.8404127473411691</c:v>
                      </c:pt>
                      <c:pt idx="239">
                        <c:v>3.6780154004881371</c:v>
                      </c:pt>
                      <c:pt idx="240">
                        <c:v>4.9683077125371913</c:v>
                      </c:pt>
                      <c:pt idx="241">
                        <c:v>4.6100891922375045</c:v>
                      </c:pt>
                      <c:pt idx="242">
                        <c:v>5.7763335837654477</c:v>
                      </c:pt>
                      <c:pt idx="243">
                        <c:v>5.5541913106348542</c:v>
                      </c:pt>
                      <c:pt idx="244">
                        <c:v>5.7477710751480071</c:v>
                      </c:pt>
                      <c:pt idx="245">
                        <c:v>6.606463976934565</c:v>
                      </c:pt>
                      <c:pt idx="246">
                        <c:v>6.3812607531843781</c:v>
                      </c:pt>
                      <c:pt idx="247">
                        <c:v>6.1138449868738078</c:v>
                      </c:pt>
                      <c:pt idx="248">
                        <c:v>4.7336798267745834</c:v>
                      </c:pt>
                      <c:pt idx="249">
                        <c:v>4.7170047084795126</c:v>
                      </c:pt>
                      <c:pt idx="250">
                        <c:v>5.6352334317305797</c:v>
                      </c:pt>
                      <c:pt idx="251">
                        <c:v>6.2728675429514631</c:v>
                      </c:pt>
                      <c:pt idx="252">
                        <c:v>6.78</c:v>
                      </c:pt>
                      <c:pt idx="253">
                        <c:v>6.18</c:v>
                      </c:pt>
                      <c:pt idx="254">
                        <c:v>5.38</c:v>
                      </c:pt>
                      <c:pt idx="255">
                        <c:v>4.34</c:v>
                      </c:pt>
                      <c:pt idx="256">
                        <c:v>3.66</c:v>
                      </c:pt>
                      <c:pt idx="257">
                        <c:v>3.88</c:v>
                      </c:pt>
                      <c:pt idx="258">
                        <c:v>3.04</c:v>
                      </c:pt>
                      <c:pt idx="259">
                        <c:v>2.5499999999999998</c:v>
                      </c:pt>
                      <c:pt idx="260">
                        <c:v>2.2799999999999998</c:v>
                      </c:pt>
                      <c:pt idx="261">
                        <c:v>1.37</c:v>
                      </c:pt>
                      <c:pt idx="262">
                        <c:v>1.17</c:v>
                      </c:pt>
                      <c:pt idx="263">
                        <c:v>0.18</c:v>
                      </c:pt>
                      <c:pt idx="264">
                        <c:v>0.65</c:v>
                      </c:pt>
                      <c:pt idx="265" formatCode="General">
                        <c:v>0.68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1-61CA-4472-BA4E-ACE0806C4BD6}"/>
                  </c:ext>
                </c:extLst>
              </c15:ser>
            </c15:filteredLineSeries>
          </c:ext>
        </c:extLst>
      </c:lineChart>
      <c:dateAx>
        <c:axId val="907327647"/>
        <c:scaling>
          <c:orientation val="minMax"/>
          <c:max val="45689"/>
          <c:min val="38018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907316607"/>
        <c:crosses val="autoZero"/>
        <c:auto val="1"/>
        <c:lblOffset val="100"/>
        <c:baseTimeUnit val="months"/>
        <c:majorUnit val="12"/>
        <c:majorTimeUnit val="months"/>
      </c:dateAx>
      <c:valAx>
        <c:axId val="907316607"/>
        <c:scaling>
          <c:orientation val="minMax"/>
          <c:min val="-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907327647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200">
          <a:solidFill>
            <a:schemeClr val="tx1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Adquisición No VIS</c:v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cat>
            <c:numRef>
              <c:f>'Tasas interés - Adquisición'!$A$8:$A$15</c:f>
              <c:numCache>
                <c:formatCode>m/d/yyyy</c:formatCode>
                <c:ptCount val="8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</c:numCache>
            </c:numRef>
          </c:cat>
          <c:val>
            <c:numRef>
              <c:f>'Tasas interés - Adquisición'!$B$8:$B$15</c:f>
              <c:numCache>
                <c:formatCode>_(* #.##000_);_(* \(#.##000\);_(* "-"??_);_(@_)</c:formatCode>
                <c:ptCount val="8"/>
                <c:pt idx="0">
                  <c:v>11.355975482412401</c:v>
                </c:pt>
                <c:pt idx="1">
                  <c:v>11.2993861942899</c:v>
                </c:pt>
                <c:pt idx="2">
                  <c:v>11.243964658371199</c:v>
                </c:pt>
                <c:pt idx="3">
                  <c:v>11.157440645079999</c:v>
                </c:pt>
                <c:pt idx="4">
                  <c:v>11.3093197131818</c:v>
                </c:pt>
                <c:pt idx="5">
                  <c:v>11.374290546739701</c:v>
                </c:pt>
                <c:pt idx="6">
                  <c:v>11.400296249239499</c:v>
                </c:pt>
                <c:pt idx="7">
                  <c:v>11.5810874291641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4B1-4D73-9BEF-D7801B6CD09C}"/>
            </c:ext>
          </c:extLst>
        </c:ser>
        <c:ser>
          <c:idx val="2"/>
          <c:order val="1"/>
          <c:tx>
            <c:v>Adquisición VIS</c:v>
          </c:tx>
          <c:spPr>
            <a:ln w="28575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cat>
            <c:numRef>
              <c:f>'Tasas interés - Adquisición'!$A$8:$A$15</c:f>
              <c:numCache>
                <c:formatCode>m/d/yyyy</c:formatCode>
                <c:ptCount val="8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</c:numCache>
            </c:numRef>
          </c:cat>
          <c:val>
            <c:numRef>
              <c:f>'Tasas interés - Adquisición'!$D$8:$D$15</c:f>
              <c:numCache>
                <c:formatCode>_(* #.##000_);_(* \(#.##000\);_(* "-"??_);_(@_)</c:formatCode>
                <c:ptCount val="8"/>
                <c:pt idx="0">
                  <c:v>11.2590355667007</c:v>
                </c:pt>
                <c:pt idx="1">
                  <c:v>11.1766463433346</c:v>
                </c:pt>
                <c:pt idx="2">
                  <c:v>11.209461452878701</c:v>
                </c:pt>
                <c:pt idx="3">
                  <c:v>11.1455660909294</c:v>
                </c:pt>
                <c:pt idx="4">
                  <c:v>11.217073367739699</c:v>
                </c:pt>
                <c:pt idx="5">
                  <c:v>11.220539764950299</c:v>
                </c:pt>
                <c:pt idx="6">
                  <c:v>11.287511773703599</c:v>
                </c:pt>
                <c:pt idx="7">
                  <c:v>11.329178893222201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54B1-4D73-9BEF-D7801B6CD0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Adquisición'!$A$5:$A$15</c:f>
              <c:numCache>
                <c:formatCode>m/d/yyyy</c:formatCode>
                <c:ptCount val="11"/>
                <c:pt idx="0">
                  <c:v>45632</c:v>
                </c:pt>
                <c:pt idx="1">
                  <c:v>45639</c:v>
                </c:pt>
                <c:pt idx="2">
                  <c:v>45646</c:v>
                </c:pt>
                <c:pt idx="3">
                  <c:v>45653</c:v>
                </c:pt>
                <c:pt idx="4">
                  <c:v>45660</c:v>
                </c:pt>
                <c:pt idx="5">
                  <c:v>45667</c:v>
                </c:pt>
                <c:pt idx="6">
                  <c:v>45674</c:v>
                </c:pt>
                <c:pt idx="7">
                  <c:v>45681</c:v>
                </c:pt>
                <c:pt idx="8">
                  <c:v>45688</c:v>
                </c:pt>
                <c:pt idx="9">
                  <c:v>45695</c:v>
                </c:pt>
                <c:pt idx="10">
                  <c:v>45702</c:v>
                </c:pt>
              </c:numCache>
            </c:numRef>
          </c:cat>
          <c:val>
            <c:numRef>
              <c:f>'Tasas interés - Adquisición'!$C$5:$C$15</c:f>
              <c:numCache>
                <c:formatCode>_(* #,##0.00_);_(* \(#,##0.00\);_(* "-"??_);_(@_)</c:formatCode>
                <c:ptCount val="11"/>
                <c:pt idx="0">
                  <c:v>7.62100095403924</c:v>
                </c:pt>
                <c:pt idx="1">
                  <c:v>7.3109255730522396</c:v>
                </c:pt>
                <c:pt idx="2">
                  <c:v>7.3275641443073098</c:v>
                </c:pt>
                <c:pt idx="3">
                  <c:v>7.3917090133223198</c:v>
                </c:pt>
                <c:pt idx="4">
                  <c:v>7.3209599548483704</c:v>
                </c:pt>
                <c:pt idx="5">
                  <c:v>7.4468898795109801</c:v>
                </c:pt>
                <c:pt idx="6">
                  <c:v>7.64463703660177</c:v>
                </c:pt>
                <c:pt idx="7">
                  <c:v>7.63109591714543</c:v>
                </c:pt>
                <c:pt idx="8">
                  <c:v>7.4522502487895697</c:v>
                </c:pt>
                <c:pt idx="9">
                  <c:v>7.6834762926493996</c:v>
                </c:pt>
                <c:pt idx="10">
                  <c:v>7.3799694819336299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3CEA-4F42-9E4C-47431CBCE78B}"/>
            </c:ext>
          </c:extLst>
        </c:ser>
        <c:ser>
          <c:idx val="2"/>
          <c:order val="1"/>
          <c:tx>
            <c:v>VIS</c:v>
          </c:tx>
          <c:spPr>
            <a:ln w="28575" cap="rnd">
              <a:solidFill>
                <a:srgbClr val="0070C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Adquisición'!$A$5:$A$15</c:f>
              <c:numCache>
                <c:formatCode>m/d/yyyy</c:formatCode>
                <c:ptCount val="11"/>
                <c:pt idx="0">
                  <c:v>45632</c:v>
                </c:pt>
                <c:pt idx="1">
                  <c:v>45639</c:v>
                </c:pt>
                <c:pt idx="2">
                  <c:v>45646</c:v>
                </c:pt>
                <c:pt idx="3">
                  <c:v>45653</c:v>
                </c:pt>
                <c:pt idx="4">
                  <c:v>45660</c:v>
                </c:pt>
                <c:pt idx="5">
                  <c:v>45667</c:v>
                </c:pt>
                <c:pt idx="6">
                  <c:v>45674</c:v>
                </c:pt>
                <c:pt idx="7">
                  <c:v>45681</c:v>
                </c:pt>
                <c:pt idx="8">
                  <c:v>45688</c:v>
                </c:pt>
                <c:pt idx="9">
                  <c:v>45695</c:v>
                </c:pt>
                <c:pt idx="10">
                  <c:v>45702</c:v>
                </c:pt>
              </c:numCache>
            </c:numRef>
          </c:cat>
          <c:val>
            <c:numRef>
              <c:f>'Tasas interés - Adquisición'!$E$5:$E$15</c:f>
              <c:numCache>
                <c:formatCode>_(* #,##0.00_);_(* \(#,##0.00\);_(* "-"??_);_(@_)</c:formatCode>
                <c:ptCount val="11"/>
                <c:pt idx="0">
                  <c:v>6.0073642391681696</c:v>
                </c:pt>
                <c:pt idx="1">
                  <c:v>5.9765911203238797</c:v>
                </c:pt>
                <c:pt idx="2">
                  <c:v>6.0335598610801897</c:v>
                </c:pt>
                <c:pt idx="3">
                  <c:v>5.9818484646670003</c:v>
                </c:pt>
                <c:pt idx="4">
                  <c:v>6.4245621839563496</c:v>
                </c:pt>
                <c:pt idx="5">
                  <c:v>5.8380085336861498</c:v>
                </c:pt>
                <c:pt idx="6">
                  <c:v>5.8648341093945504</c:v>
                </c:pt>
                <c:pt idx="7">
                  <c:v>6.0596190124909901</c:v>
                </c:pt>
                <c:pt idx="8">
                  <c:v>6.2580768337314998</c:v>
                </c:pt>
                <c:pt idx="9">
                  <c:v>5.8861902914566402</c:v>
                </c:pt>
                <c:pt idx="10">
                  <c:v>5.9633881644334501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CEA-4F42-9E4C-47431CBCE7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  <c:min val="45653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  <c:min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* #,##0.00_);_(* \(#,##0.00\);_(* &quot;-&quot;??_);_(@_)" sourceLinked="1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4.1172237466537809E-2"/>
          <c:y val="2.5365558734837614E-2"/>
          <c:w val="0.94134520959379619"/>
          <c:h val="0.82505911592880676"/>
        </c:manualLayout>
      </c:layout>
      <c:lineChart>
        <c:grouping val="standard"/>
        <c:varyColors val="0"/>
        <c:ser>
          <c:idx val="2"/>
          <c:order val="2"/>
          <c:tx>
            <c:strRef>
              <c:f>Hoja1!$D$1</c:f>
              <c:strCache>
                <c:ptCount val="1"/>
                <c:pt idx="0">
                  <c:v>Diferencia Tasa Hipotecaria y TES a 10 años</c:v>
                </c:pt>
              </c:strCache>
            </c:strRef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Hoja1!$A$2:$A$267</c:f>
              <c:numCache>
                <c:formatCode>mmm\-yy</c:formatCode>
                <c:ptCount val="266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</c:numCache>
            </c:numRef>
          </c:cat>
          <c:val>
            <c:numRef>
              <c:f>Hoja1!$D$2:$D$267</c:f>
              <c:numCache>
                <c:formatCode>0.00</c:formatCode>
                <c:ptCount val="266"/>
                <c:pt idx="0">
                  <c:v>0.18655181787909747</c:v>
                </c:pt>
                <c:pt idx="1">
                  <c:v>-2.4503802665002183E-2</c:v>
                </c:pt>
                <c:pt idx="2">
                  <c:v>1.5289775658758984</c:v>
                </c:pt>
                <c:pt idx="3">
                  <c:v>-7.7655868050783283E-2</c:v>
                </c:pt>
                <c:pt idx="4">
                  <c:v>1.1120505988978984</c:v>
                </c:pt>
                <c:pt idx="5">
                  <c:v>0.85030663785389748</c:v>
                </c:pt>
                <c:pt idx="6">
                  <c:v>2.3043635110744223</c:v>
                </c:pt>
                <c:pt idx="7">
                  <c:v>2.8798848800702963</c:v>
                </c:pt>
                <c:pt idx="8">
                  <c:v>3.1324664252151369</c:v>
                </c:pt>
                <c:pt idx="9">
                  <c:v>4.0420710814460783</c:v>
                </c:pt>
                <c:pt idx="10">
                  <c:v>3.8356873276970767</c:v>
                </c:pt>
                <c:pt idx="11">
                  <c:v>3.4503092372672839</c:v>
                </c:pt>
                <c:pt idx="12">
                  <c:v>3.3507245673247734</c:v>
                </c:pt>
                <c:pt idx="13">
                  <c:v>4.0945933410433355</c:v>
                </c:pt>
                <c:pt idx="14">
                  <c:v>5.3394151463787534</c:v>
                </c:pt>
                <c:pt idx="15">
                  <c:v>5.8661655746889743</c:v>
                </c:pt>
                <c:pt idx="16">
                  <c:v>3.9787375994263154</c:v>
                </c:pt>
                <c:pt idx="17">
                  <c:v>2.86088700885281</c:v>
                </c:pt>
                <c:pt idx="18">
                  <c:v>2.5066536340134427</c:v>
                </c:pt>
                <c:pt idx="19">
                  <c:v>2.7623935342283339</c:v>
                </c:pt>
                <c:pt idx="20">
                  <c:v>3.2835682756120157</c:v>
                </c:pt>
                <c:pt idx="21">
                  <c:v>3.3601176930927359</c:v>
                </c:pt>
                <c:pt idx="22">
                  <c:v>4.0613878543192747</c:v>
                </c:pt>
                <c:pt idx="23">
                  <c:v>4.3449192653631741</c:v>
                </c:pt>
                <c:pt idx="24">
                  <c:v>4.4877467090585981</c:v>
                </c:pt>
                <c:pt idx="25">
                  <c:v>4.7882993184095888</c:v>
                </c:pt>
                <c:pt idx="26">
                  <c:v>4.3202565320559145</c:v>
                </c:pt>
                <c:pt idx="27">
                  <c:v>4.0806028120984728</c:v>
                </c:pt>
                <c:pt idx="28">
                  <c:v>4.3661151030208636</c:v>
                </c:pt>
                <c:pt idx="29">
                  <c:v>5.2919402855207309</c:v>
                </c:pt>
                <c:pt idx="30">
                  <c:v>6.2225124916952783</c:v>
                </c:pt>
                <c:pt idx="31">
                  <c:v>6.6325010800843689</c:v>
                </c:pt>
                <c:pt idx="32">
                  <c:v>8.3420346205622096</c:v>
                </c:pt>
                <c:pt idx="33">
                  <c:v>7.5164122982717014</c:v>
                </c:pt>
                <c:pt idx="34">
                  <c:v>7.6056061931076755</c:v>
                </c:pt>
                <c:pt idx="35">
                  <c:v>8.0665007689916344</c:v>
                </c:pt>
                <c:pt idx="36">
                  <c:v>8.3497375844533757</c:v>
                </c:pt>
                <c:pt idx="37">
                  <c:v>9.5673796258106876</c:v>
                </c:pt>
                <c:pt idx="38">
                  <c:v>8.4194058228771453</c:v>
                </c:pt>
                <c:pt idx="39">
                  <c:v>6.0219549549346763</c:v>
                </c:pt>
                <c:pt idx="40">
                  <c:v>5.0250905923054212</c:v>
                </c:pt>
                <c:pt idx="41">
                  <c:v>3.4489305812850137</c:v>
                </c:pt>
                <c:pt idx="42">
                  <c:v>4.3073618344104698</c:v>
                </c:pt>
                <c:pt idx="43">
                  <c:v>4.4271762116087316</c:v>
                </c:pt>
                <c:pt idx="44">
                  <c:v>4.0776806381520796</c:v>
                </c:pt>
                <c:pt idx="45">
                  <c:v>4.308230996993986</c:v>
                </c:pt>
                <c:pt idx="46">
                  <c:v>4.5464782706595788</c:v>
                </c:pt>
                <c:pt idx="47">
                  <c:v>4.8002470711521603</c:v>
                </c:pt>
                <c:pt idx="48">
                  <c:v>4.1988162472075938</c:v>
                </c:pt>
                <c:pt idx="49">
                  <c:v>4.0423231363822332</c:v>
                </c:pt>
                <c:pt idx="50">
                  <c:v>4.2013310016374419</c:v>
                </c:pt>
                <c:pt idx="51">
                  <c:v>4.0807097931740106</c:v>
                </c:pt>
                <c:pt idx="52">
                  <c:v>4.8988897713203343</c:v>
                </c:pt>
                <c:pt idx="53">
                  <c:v>5.3975386859083976</c:v>
                </c:pt>
                <c:pt idx="54">
                  <c:v>5.4568723742733223</c:v>
                </c:pt>
                <c:pt idx="55">
                  <c:v>5.0956848782248141</c:v>
                </c:pt>
                <c:pt idx="56">
                  <c:v>5.454443998040972</c:v>
                </c:pt>
                <c:pt idx="57">
                  <c:v>5.373854179018501</c:v>
                </c:pt>
                <c:pt idx="58">
                  <c:v>5.523214941444115</c:v>
                </c:pt>
                <c:pt idx="59">
                  <c:v>5.5039169714585334</c:v>
                </c:pt>
                <c:pt idx="60">
                  <c:v>4.723341345284906</c:v>
                </c:pt>
                <c:pt idx="61">
                  <c:v>4.5761472990318595</c:v>
                </c:pt>
                <c:pt idx="62">
                  <c:v>4.5785519671764092</c:v>
                </c:pt>
                <c:pt idx="63">
                  <c:v>5.3586017059572821</c:v>
                </c:pt>
                <c:pt idx="64">
                  <c:v>5.0208398935448031</c:v>
                </c:pt>
                <c:pt idx="65">
                  <c:v>3.6542581491195527</c:v>
                </c:pt>
                <c:pt idx="66">
                  <c:v>3.9784212949298947</c:v>
                </c:pt>
                <c:pt idx="67">
                  <c:v>5.4502703258325944</c:v>
                </c:pt>
                <c:pt idx="68">
                  <c:v>4.8442824522425401</c:v>
                </c:pt>
                <c:pt idx="69">
                  <c:v>3.4340082867349402</c:v>
                </c:pt>
                <c:pt idx="70">
                  <c:v>4.4123062836565978</c:v>
                </c:pt>
                <c:pt idx="71">
                  <c:v>6.2901437062793928</c:v>
                </c:pt>
                <c:pt idx="72">
                  <c:v>7.3448383618976933</c:v>
                </c:pt>
                <c:pt idx="73">
                  <c:v>6.7612578750897114</c:v>
                </c:pt>
                <c:pt idx="74">
                  <c:v>6.2972864382390306</c:v>
                </c:pt>
                <c:pt idx="75">
                  <c:v>7.1240065287751442</c:v>
                </c:pt>
                <c:pt idx="76">
                  <c:v>6.373093695928743</c:v>
                </c:pt>
                <c:pt idx="77">
                  <c:v>5.0765822661054152</c:v>
                </c:pt>
                <c:pt idx="78">
                  <c:v>5.2999874991392808</c:v>
                </c:pt>
                <c:pt idx="79">
                  <c:v>4.4068411540767212</c:v>
                </c:pt>
                <c:pt idx="80">
                  <c:v>4.8467081671104371</c:v>
                </c:pt>
                <c:pt idx="81">
                  <c:v>5.3527314364721867</c:v>
                </c:pt>
                <c:pt idx="82">
                  <c:v>5.8294500378873071</c:v>
                </c:pt>
                <c:pt idx="83">
                  <c:v>4.8811710516538067</c:v>
                </c:pt>
                <c:pt idx="84">
                  <c:v>4.2501591283803943</c:v>
                </c:pt>
                <c:pt idx="85">
                  <c:v>3.7137253046217999</c:v>
                </c:pt>
                <c:pt idx="86">
                  <c:v>3.9784479333696403</c:v>
                </c:pt>
                <c:pt idx="87">
                  <c:v>4.4442529708795568</c:v>
                </c:pt>
                <c:pt idx="88">
                  <c:v>4.5278403644701175</c:v>
                </c:pt>
                <c:pt idx="89">
                  <c:v>4.5002306243253045</c:v>
                </c:pt>
                <c:pt idx="90">
                  <c:v>4.9899492285417848</c:v>
                </c:pt>
                <c:pt idx="91">
                  <c:v>5.3206329852838996</c:v>
                </c:pt>
                <c:pt idx="92">
                  <c:v>4.9593692499726467</c:v>
                </c:pt>
                <c:pt idx="93">
                  <c:v>5.2909512455231402</c:v>
                </c:pt>
                <c:pt idx="94">
                  <c:v>4.5438044742018313</c:v>
                </c:pt>
                <c:pt idx="95">
                  <c:v>4.6263796750556576</c:v>
                </c:pt>
                <c:pt idx="96">
                  <c:v>4.3499241868210348</c:v>
                </c:pt>
                <c:pt idx="97">
                  <c:v>3.9712315898092481</c:v>
                </c:pt>
                <c:pt idx="98">
                  <c:v>4.2119682021792269</c:v>
                </c:pt>
                <c:pt idx="99">
                  <c:v>4.2216129346372195</c:v>
                </c:pt>
                <c:pt idx="100">
                  <c:v>4.4081237009532792</c:v>
                </c:pt>
                <c:pt idx="101">
                  <c:v>4.8938803717860448</c:v>
                </c:pt>
                <c:pt idx="102">
                  <c:v>5.2434482383837873</c:v>
                </c:pt>
                <c:pt idx="103">
                  <c:v>5.5699656823285046</c:v>
                </c:pt>
                <c:pt idx="104">
                  <c:v>5.6744089148128039</c:v>
                </c:pt>
                <c:pt idx="105">
                  <c:v>5.7412217458806536</c:v>
                </c:pt>
                <c:pt idx="106">
                  <c:v>5.4976645470762859</c:v>
                </c:pt>
                <c:pt idx="107">
                  <c:v>5.2508125112474708</c:v>
                </c:pt>
                <c:pt idx="108">
                  <c:v>5.9615673164617098</c:v>
                </c:pt>
                <c:pt idx="109">
                  <c:v>6.0495602662882701</c:v>
                </c:pt>
                <c:pt idx="110">
                  <c:v>6.1461995048483775</c:v>
                </c:pt>
                <c:pt idx="111">
                  <c:v>6.2316603678661311</c:v>
                </c:pt>
                <c:pt idx="112">
                  <c:v>6.1726168194178141</c:v>
                </c:pt>
                <c:pt idx="113">
                  <c:v>6.1055874963277317</c:v>
                </c:pt>
                <c:pt idx="114">
                  <c:v>6.3494922398504663</c:v>
                </c:pt>
                <c:pt idx="115">
                  <c:v>6.5903966011306911</c:v>
                </c:pt>
                <c:pt idx="116">
                  <c:v>6.8359608856214908</c:v>
                </c:pt>
                <c:pt idx="117">
                  <c:v>6.8686504805215352</c:v>
                </c:pt>
                <c:pt idx="118">
                  <c:v>6.9658620046014299</c:v>
                </c:pt>
                <c:pt idx="119">
                  <c:v>7.1968834000034336</c:v>
                </c:pt>
                <c:pt idx="120">
                  <c:v>7.3684746476252041</c:v>
                </c:pt>
                <c:pt idx="121">
                  <c:v>7.5739315893354888</c:v>
                </c:pt>
                <c:pt idx="122">
                  <c:v>7.2192597786904722</c:v>
                </c:pt>
                <c:pt idx="123">
                  <c:v>6.9655334601965233</c:v>
                </c:pt>
                <c:pt idx="124">
                  <c:v>5.1858077122407185</c:v>
                </c:pt>
                <c:pt idx="125">
                  <c:v>3.9633921100540839</c:v>
                </c:pt>
                <c:pt idx="126">
                  <c:v>3.6501800937696371</c:v>
                </c:pt>
                <c:pt idx="127">
                  <c:v>3.4526897587996457</c:v>
                </c:pt>
                <c:pt idx="128">
                  <c:v>3.9123520350137069</c:v>
                </c:pt>
                <c:pt idx="129">
                  <c:v>4.3713634751964658</c:v>
                </c:pt>
                <c:pt idx="130">
                  <c:v>3.898795511240678</c:v>
                </c:pt>
                <c:pt idx="131">
                  <c:v>3.96080211831109</c:v>
                </c:pt>
                <c:pt idx="132">
                  <c:v>3.7010714586475721</c:v>
                </c:pt>
                <c:pt idx="133">
                  <c:v>3.7362140129609349</c:v>
                </c:pt>
                <c:pt idx="134">
                  <c:v>4.6244347022658747</c:v>
                </c:pt>
                <c:pt idx="135">
                  <c:v>4.7113114512523158</c:v>
                </c:pt>
                <c:pt idx="136">
                  <c:v>4.8696572055918548</c:v>
                </c:pt>
                <c:pt idx="137">
                  <c:v>4.6907377977467686</c:v>
                </c:pt>
                <c:pt idx="138">
                  <c:v>4.6315584770501506</c:v>
                </c:pt>
                <c:pt idx="139">
                  <c:v>4.9151557636945098</c:v>
                </c:pt>
                <c:pt idx="140">
                  <c:v>4.2318747433907689</c:v>
                </c:pt>
                <c:pt idx="141">
                  <c:v>4.5356139151055332</c:v>
                </c:pt>
                <c:pt idx="142">
                  <c:v>4.4669173544584027</c:v>
                </c:pt>
                <c:pt idx="143">
                  <c:v>3.8587136976990282</c:v>
                </c:pt>
                <c:pt idx="144">
                  <c:v>4.3785533293050696</c:v>
                </c:pt>
                <c:pt idx="145">
                  <c:v>4.4275539230481957</c:v>
                </c:pt>
                <c:pt idx="146">
                  <c:v>3.9407799465623414</c:v>
                </c:pt>
                <c:pt idx="147">
                  <c:v>4.1549957436472651</c:v>
                </c:pt>
                <c:pt idx="148">
                  <c:v>4.0592924748142627</c:v>
                </c:pt>
                <c:pt idx="149">
                  <c:v>3.5228682427864717</c:v>
                </c:pt>
                <c:pt idx="150">
                  <c:v>3.4743392351916285</c:v>
                </c:pt>
                <c:pt idx="151">
                  <c:v>2.8429541814121801</c:v>
                </c:pt>
                <c:pt idx="152">
                  <c:v>2.5241904518678897</c:v>
                </c:pt>
                <c:pt idx="153">
                  <c:v>3.0243152958361232</c:v>
                </c:pt>
                <c:pt idx="154">
                  <c:v>2.75059841735726</c:v>
                </c:pt>
                <c:pt idx="155">
                  <c:v>2.6588137822035858</c:v>
                </c:pt>
                <c:pt idx="156">
                  <c:v>2.5510013630044828</c:v>
                </c:pt>
                <c:pt idx="157">
                  <c:v>2.7386447591027299</c:v>
                </c:pt>
                <c:pt idx="158">
                  <c:v>3.6774790466346658</c:v>
                </c:pt>
                <c:pt idx="159">
                  <c:v>3.984338209712174</c:v>
                </c:pt>
                <c:pt idx="160">
                  <c:v>4.2014639281589918</c:v>
                </c:pt>
                <c:pt idx="161">
                  <c:v>4.8524049351015899</c:v>
                </c:pt>
                <c:pt idx="162">
                  <c:v>4.8383604704506586</c:v>
                </c:pt>
                <c:pt idx="163">
                  <c:v>5.0035898299659589</c:v>
                </c:pt>
                <c:pt idx="164">
                  <c:v>5.5324849207439035</c:v>
                </c:pt>
                <c:pt idx="165">
                  <c:v>5.1098654889404598</c:v>
                </c:pt>
                <c:pt idx="166">
                  <c:v>5.1868593526185975</c:v>
                </c:pt>
                <c:pt idx="167">
                  <c:v>5.4092816052317394</c:v>
                </c:pt>
                <c:pt idx="168">
                  <c:v>5.5511337436685206</c:v>
                </c:pt>
                <c:pt idx="169">
                  <c:v>5.5060929292454484</c:v>
                </c:pt>
                <c:pt idx="170">
                  <c:v>5.747129921297331</c:v>
                </c:pt>
                <c:pt idx="171">
                  <c:v>6.064014607178124</c:v>
                </c:pt>
                <c:pt idx="172">
                  <c:v>6.0903620158205909</c:v>
                </c:pt>
                <c:pt idx="173">
                  <c:v>5.4820946317213703</c:v>
                </c:pt>
                <c:pt idx="174">
                  <c:v>4.7865405013923477</c:v>
                </c:pt>
                <c:pt idx="175">
                  <c:v>4.6659798791801386</c:v>
                </c:pt>
                <c:pt idx="176">
                  <c:v>4.6431709516177788</c:v>
                </c:pt>
                <c:pt idx="177">
                  <c:v>4.4549237348001993</c:v>
                </c:pt>
                <c:pt idx="178">
                  <c:v>4.5732367046168756</c:v>
                </c:pt>
                <c:pt idx="179">
                  <c:v>4.4677375845271694</c:v>
                </c:pt>
                <c:pt idx="180">
                  <c:v>4.4105579473915304</c:v>
                </c:pt>
                <c:pt idx="181">
                  <c:v>4.2525821002186284</c:v>
                </c:pt>
                <c:pt idx="182">
                  <c:v>4.395862830329107</c:v>
                </c:pt>
                <c:pt idx="183">
                  <c:v>4.4238642632500307</c:v>
                </c:pt>
                <c:pt idx="184">
                  <c:v>4.15316400228508</c:v>
                </c:pt>
                <c:pt idx="185">
                  <c:v>4.0461090067442704</c:v>
                </c:pt>
                <c:pt idx="186">
                  <c:v>3.870138504031285</c:v>
                </c:pt>
                <c:pt idx="187">
                  <c:v>3.851495530366023</c:v>
                </c:pt>
                <c:pt idx="188">
                  <c:v>3.7942057019021425</c:v>
                </c:pt>
                <c:pt idx="189">
                  <c:v>3.4869754849728185</c:v>
                </c:pt>
                <c:pt idx="190">
                  <c:v>3.6587956407318716</c:v>
                </c:pt>
                <c:pt idx="191">
                  <c:v>3.820930360533727</c:v>
                </c:pt>
                <c:pt idx="192">
                  <c:v>3.8889265123481342</c:v>
                </c:pt>
                <c:pt idx="193">
                  <c:v>3.9110612154855211</c:v>
                </c:pt>
                <c:pt idx="194">
                  <c:v>4.1377191302067411</c:v>
                </c:pt>
                <c:pt idx="195">
                  <c:v>3.9046289796893001</c:v>
                </c:pt>
                <c:pt idx="196">
                  <c:v>4.1256722599124087</c:v>
                </c:pt>
                <c:pt idx="197">
                  <c:v>4.6581436141392771</c:v>
                </c:pt>
                <c:pt idx="198">
                  <c:v>4.7569142778263904</c:v>
                </c:pt>
                <c:pt idx="199">
                  <c:v>4.6865333962588229</c:v>
                </c:pt>
                <c:pt idx="200">
                  <c:v>4.700446239253802</c:v>
                </c:pt>
                <c:pt idx="201">
                  <c:v>4.6353857917965033</c:v>
                </c:pt>
                <c:pt idx="202">
                  <c:v>4.1531438900196962</c:v>
                </c:pt>
                <c:pt idx="203">
                  <c:v>4.2913400240249375</c:v>
                </c:pt>
                <c:pt idx="204">
                  <c:v>4.7324775355887869</c:v>
                </c:pt>
                <c:pt idx="205">
                  <c:v>4.6441852713893299</c:v>
                </c:pt>
                <c:pt idx="206">
                  <c:v>3.5893254697140327</c:v>
                </c:pt>
                <c:pt idx="207">
                  <c:v>3.5874955571420584</c:v>
                </c:pt>
                <c:pt idx="208">
                  <c:v>4.5760943259271523</c:v>
                </c:pt>
                <c:pt idx="209">
                  <c:v>4.1996424120556073</c:v>
                </c:pt>
                <c:pt idx="210">
                  <c:v>4.5354662185647348</c:v>
                </c:pt>
                <c:pt idx="211">
                  <c:v>4.628542472492172</c:v>
                </c:pt>
                <c:pt idx="212">
                  <c:v>4.6463412104459509</c:v>
                </c:pt>
                <c:pt idx="213">
                  <c:v>4.2715659203946288</c:v>
                </c:pt>
                <c:pt idx="214">
                  <c:v>4.4260388582629204</c:v>
                </c:pt>
                <c:pt idx="215">
                  <c:v>4.444784422683961</c:v>
                </c:pt>
                <c:pt idx="216">
                  <c:v>4.2478539407471194</c:v>
                </c:pt>
                <c:pt idx="217">
                  <c:v>3.4595807615777918</c:v>
                </c:pt>
                <c:pt idx="218">
                  <c:v>2.2368055708433445</c:v>
                </c:pt>
                <c:pt idx="219">
                  <c:v>2.208965115783224</c:v>
                </c:pt>
                <c:pt idx="220">
                  <c:v>1.823402002652549</c:v>
                </c:pt>
                <c:pt idx="221">
                  <c:v>1.9176923934507037</c:v>
                </c:pt>
                <c:pt idx="222">
                  <c:v>1.9034633270163503</c:v>
                </c:pt>
                <c:pt idx="223">
                  <c:v>1.9175078162304162</c:v>
                </c:pt>
                <c:pt idx="224">
                  <c:v>1.4794568075222791</c:v>
                </c:pt>
                <c:pt idx="225">
                  <c:v>1.1512296540142906</c:v>
                </c:pt>
                <c:pt idx="226">
                  <c:v>0.97366021691607685</c:v>
                </c:pt>
                <c:pt idx="227">
                  <c:v>1.4241229364286898</c:v>
                </c:pt>
                <c:pt idx="228">
                  <c:v>0.43700459564224658</c:v>
                </c:pt>
                <c:pt idx="229">
                  <c:v>0.32056009616583303</c:v>
                </c:pt>
                <c:pt idx="230">
                  <c:v>0.57019696338703518</c:v>
                </c:pt>
                <c:pt idx="231">
                  <c:v>0.54728695199283628</c:v>
                </c:pt>
                <c:pt idx="232">
                  <c:v>0.85339951467269692</c:v>
                </c:pt>
                <c:pt idx="233">
                  <c:v>0.40995676397518466</c:v>
                </c:pt>
                <c:pt idx="234">
                  <c:v>-0.13772625540732264</c:v>
                </c:pt>
                <c:pt idx="235">
                  <c:v>1.247569162386279</c:v>
                </c:pt>
                <c:pt idx="236">
                  <c:v>1.5817525613772059</c:v>
                </c:pt>
                <c:pt idx="237">
                  <c:v>1.4545081161893609</c:v>
                </c:pt>
                <c:pt idx="238">
                  <c:v>2.6051062838742691</c:v>
                </c:pt>
                <c:pt idx="239">
                  <c:v>3.2791945151699373</c:v>
                </c:pt>
                <c:pt idx="240">
                  <c:v>4.7713209293110914</c:v>
                </c:pt>
                <c:pt idx="241">
                  <c:v>4.0486408331379042</c:v>
                </c:pt>
                <c:pt idx="242">
                  <c:v>5.2838951756113488</c:v>
                </c:pt>
                <c:pt idx="243">
                  <c:v>5.1270655608133531</c:v>
                </c:pt>
                <c:pt idx="244">
                  <c:v>5.5007674273913079</c:v>
                </c:pt>
                <c:pt idx="245">
                  <c:v>6.4183615612232554</c:v>
                </c:pt>
                <c:pt idx="246">
                  <c:v>6.1797119496579782</c:v>
                </c:pt>
                <c:pt idx="247">
                  <c:v>5.6112966050905069</c:v>
                </c:pt>
                <c:pt idx="248">
                  <c:v>4.2615591611222836</c:v>
                </c:pt>
                <c:pt idx="249">
                  <c:v>4.2950384880404116</c:v>
                </c:pt>
                <c:pt idx="250">
                  <c:v>5.20474310770798</c:v>
                </c:pt>
                <c:pt idx="251">
                  <c:v>5.9208757683154634</c:v>
                </c:pt>
                <c:pt idx="252">
                  <c:v>6.22</c:v>
                </c:pt>
                <c:pt idx="253">
                  <c:v>5.52</c:v>
                </c:pt>
                <c:pt idx="254">
                  <c:v>4.6900000000000004</c:v>
                </c:pt>
                <c:pt idx="255">
                  <c:v>3.75</c:v>
                </c:pt>
                <c:pt idx="256">
                  <c:v>2.99</c:v>
                </c:pt>
                <c:pt idx="257">
                  <c:v>2.93</c:v>
                </c:pt>
                <c:pt idx="258">
                  <c:v>2.02</c:v>
                </c:pt>
                <c:pt idx="259">
                  <c:v>1.59</c:v>
                </c:pt>
                <c:pt idx="260">
                  <c:v>1.26</c:v>
                </c:pt>
                <c:pt idx="261">
                  <c:v>0.17</c:v>
                </c:pt>
                <c:pt idx="262">
                  <c:v>0.04</c:v>
                </c:pt>
                <c:pt idx="263">
                  <c:v>-1.1599999999999999</c:v>
                </c:pt>
                <c:pt idx="264">
                  <c:v>-0.79</c:v>
                </c:pt>
                <c:pt idx="265" formatCode="General">
                  <c:v>-0.71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61CA-4472-BA4E-ACE0806C4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07327647"/>
        <c:axId val="907316607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Hoja1!$B$1</c15:sqref>
                        </c15:formulaRef>
                      </c:ext>
                    </c:extLst>
                    <c:strCache>
                      <c:ptCount val="1"/>
                      <c:pt idx="0">
                        <c:v>Diferencia Tasa Hipotecaria y TES a 1 año</c:v>
                      </c:pt>
                    </c:strCache>
                  </c:strRef>
                </c:tx>
                <c:spPr>
                  <a:ln w="28575" cap="rnd">
                    <a:solidFill>
                      <a:srgbClr val="00B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Hoja1!$A$2:$A$267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Hoja1!$B$2:$B$267</c15:sqref>
                        </c15:formulaRef>
                      </c:ext>
                    </c:extLst>
                    <c:numCache>
                      <c:formatCode>0.00</c:formatCode>
                      <c:ptCount val="266"/>
                      <c:pt idx="0">
                        <c:v>5.7633606553966992</c:v>
                      </c:pt>
                      <c:pt idx="1">
                        <c:v>5.2295031451535987</c:v>
                      </c:pt>
                      <c:pt idx="2">
                        <c:v>5.9720861380748982</c:v>
                      </c:pt>
                      <c:pt idx="3">
                        <c:v>5.8305341338344157</c:v>
                      </c:pt>
                      <c:pt idx="4">
                        <c:v>5.9597171532432984</c:v>
                      </c:pt>
                      <c:pt idx="5">
                        <c:v>5.8703678370416981</c:v>
                      </c:pt>
                      <c:pt idx="6">
                        <c:v>7.3003247658341817</c:v>
                      </c:pt>
                      <c:pt idx="7">
                        <c:v>8.258119113899907</c:v>
                      </c:pt>
                      <c:pt idx="8">
                        <c:v>8.5369108571463368</c:v>
                      </c:pt>
                      <c:pt idx="9">
                        <c:v>8.5106863841491176</c:v>
                      </c:pt>
                      <c:pt idx="10">
                        <c:v>8.8173096619146953</c:v>
                      </c:pt>
                      <c:pt idx="11">
                        <c:v>7.9569909018351836</c:v>
                      </c:pt>
                      <c:pt idx="12">
                        <c:v>7.6598107633527732</c:v>
                      </c:pt>
                      <c:pt idx="13">
                        <c:v>9.5008153719371453</c:v>
                      </c:pt>
                      <c:pt idx="14">
                        <c:v>9.6659409467109434</c:v>
                      </c:pt>
                      <c:pt idx="15">
                        <c:v>7.9329208988690745</c:v>
                      </c:pt>
                      <c:pt idx="16">
                        <c:v>9.1794791103600346</c:v>
                      </c:pt>
                      <c:pt idx="17">
                        <c:v>8.1863647851816204</c:v>
                      </c:pt>
                      <c:pt idx="18">
                        <c:v>8.2932475523105627</c:v>
                      </c:pt>
                      <c:pt idx="19">
                        <c:v>8.7957683375764937</c:v>
                      </c:pt>
                      <c:pt idx="20">
                        <c:v>8.9661463456607251</c:v>
                      </c:pt>
                      <c:pt idx="21">
                        <c:v>8.9100495467226661</c:v>
                      </c:pt>
                      <c:pt idx="22">
                        <c:v>9.3185175717048345</c:v>
                      </c:pt>
                      <c:pt idx="23">
                        <c:v>9.4685226592183938</c:v>
                      </c:pt>
                      <c:pt idx="24">
                        <c:v>10.195675750352118</c:v>
                      </c:pt>
                      <c:pt idx="25">
                        <c:v>10.139425623701559</c:v>
                      </c:pt>
                      <c:pt idx="26">
                        <c:v>10.010110468788234</c:v>
                      </c:pt>
                      <c:pt idx="27">
                        <c:v>10.309365776984153</c:v>
                      </c:pt>
                      <c:pt idx="28">
                        <c:v>10.366269715395484</c:v>
                      </c:pt>
                      <c:pt idx="29">
                        <c:v>10.58881329579448</c:v>
                      </c:pt>
                      <c:pt idx="30">
                        <c:v>10.447783542713399</c:v>
                      </c:pt>
                      <c:pt idx="31">
                        <c:v>10.326634896783169</c:v>
                      </c:pt>
                      <c:pt idx="32">
                        <c:v>11.407226847519109</c:v>
                      </c:pt>
                      <c:pt idx="33">
                        <c:v>10.915383128354161</c:v>
                      </c:pt>
                      <c:pt idx="34">
                        <c:v>11.512547329573117</c:v>
                      </c:pt>
                      <c:pt idx="35">
                        <c:v>11.179223883619976</c:v>
                      </c:pt>
                      <c:pt idx="36">
                        <c:v>10.646988559340915</c:v>
                      </c:pt>
                      <c:pt idx="37">
                        <c:v>10.792947774404668</c:v>
                      </c:pt>
                      <c:pt idx="38">
                        <c:v>9.9935056331251566</c:v>
                      </c:pt>
                      <c:pt idx="39">
                        <c:v>8.5763608724474167</c:v>
                      </c:pt>
                      <c:pt idx="40">
                        <c:v>6.8231907614199621</c:v>
                      </c:pt>
                      <c:pt idx="41">
                        <c:v>6.0129085096722346</c:v>
                      </c:pt>
                      <c:pt idx="42">
                        <c:v>6.1341153042268699</c:v>
                      </c:pt>
                      <c:pt idx="43">
                        <c:v>5.7577828591810807</c:v>
                      </c:pt>
                      <c:pt idx="44">
                        <c:v>5.5214064351353205</c:v>
                      </c:pt>
                      <c:pt idx="45">
                        <c:v>5.5657426835832151</c:v>
                      </c:pt>
                      <c:pt idx="46">
                        <c:v>5.8889102826501087</c:v>
                      </c:pt>
                      <c:pt idx="47">
                        <c:v>5.8243000109471792</c:v>
                      </c:pt>
                      <c:pt idx="48">
                        <c:v>5.2678809657004937</c:v>
                      </c:pt>
                      <c:pt idx="49">
                        <c:v>5.0846649077257329</c:v>
                      </c:pt>
                      <c:pt idx="50">
                        <c:v>5.359391161907693</c:v>
                      </c:pt>
                      <c:pt idx="51">
                        <c:v>5.0171793232993913</c:v>
                      </c:pt>
                      <c:pt idx="52">
                        <c:v>5.6179441250802533</c:v>
                      </c:pt>
                      <c:pt idx="53">
                        <c:v>5.8503093698032682</c:v>
                      </c:pt>
                      <c:pt idx="54">
                        <c:v>5.8129253364001627</c:v>
                      </c:pt>
                      <c:pt idx="55">
                        <c:v>5.8861128963878553</c:v>
                      </c:pt>
                      <c:pt idx="56">
                        <c:v>6.0371459183161935</c:v>
                      </c:pt>
                      <c:pt idx="57">
                        <c:v>5.9781667703673502</c:v>
                      </c:pt>
                      <c:pt idx="58">
                        <c:v>6.2664571184098836</c:v>
                      </c:pt>
                      <c:pt idx="59">
                        <c:v>5.946963150191884</c:v>
                      </c:pt>
                      <c:pt idx="60">
                        <c:v>5.7305584465425063</c:v>
                      </c:pt>
                      <c:pt idx="61">
                        <c:v>5.6530837910799594</c:v>
                      </c:pt>
                      <c:pt idx="62">
                        <c:v>5.5776121131312077</c:v>
                      </c:pt>
                      <c:pt idx="63">
                        <c:v>5.9376819000196814</c:v>
                      </c:pt>
                      <c:pt idx="64">
                        <c:v>5.8232633891012036</c:v>
                      </c:pt>
                      <c:pt idx="65">
                        <c:v>5.5489803384490521</c:v>
                      </c:pt>
                      <c:pt idx="66">
                        <c:v>5.5932761378277949</c:v>
                      </c:pt>
                      <c:pt idx="67">
                        <c:v>6.6245619680352945</c:v>
                      </c:pt>
                      <c:pt idx="68">
                        <c:v>6.6431450462882395</c:v>
                      </c:pt>
                      <c:pt idx="69">
                        <c:v>6.6128090588705408</c:v>
                      </c:pt>
                      <c:pt idx="70">
                        <c:v>7.1451051993923578</c:v>
                      </c:pt>
                      <c:pt idx="71">
                        <c:v>7.736277676397334</c:v>
                      </c:pt>
                      <c:pt idx="72">
                        <c:v>8.1132682014320139</c:v>
                      </c:pt>
                      <c:pt idx="73">
                        <c:v>8.2449009045113524</c:v>
                      </c:pt>
                      <c:pt idx="74">
                        <c:v>9.3202654997749601</c:v>
                      </c:pt>
                      <c:pt idx="75">
                        <c:v>10.006533635843525</c:v>
                      </c:pt>
                      <c:pt idx="76">
                        <c:v>9.8117627073544327</c:v>
                      </c:pt>
                      <c:pt idx="77">
                        <c:v>9.4762647082470561</c:v>
                      </c:pt>
                      <c:pt idx="78">
                        <c:v>9.9849389802023403</c:v>
                      </c:pt>
                      <c:pt idx="79">
                        <c:v>9.669311378839982</c:v>
                      </c:pt>
                      <c:pt idx="80">
                        <c:v>9.7230470225347858</c:v>
                      </c:pt>
                      <c:pt idx="81">
                        <c:v>9.5828997554222859</c:v>
                      </c:pt>
                      <c:pt idx="82">
                        <c:v>10.387569458389606</c:v>
                      </c:pt>
                      <c:pt idx="83">
                        <c:v>9.7588774220667673</c:v>
                      </c:pt>
                      <c:pt idx="84">
                        <c:v>8.7518299749602146</c:v>
                      </c:pt>
                      <c:pt idx="85">
                        <c:v>9.2748066666695621</c:v>
                      </c:pt>
                      <c:pt idx="86">
                        <c:v>8.9572969926666399</c:v>
                      </c:pt>
                      <c:pt idx="87">
                        <c:v>8.897191189744877</c:v>
                      </c:pt>
                      <c:pt idx="88">
                        <c:v>9.1453646593844482</c:v>
                      </c:pt>
                      <c:pt idx="89">
                        <c:v>8.8822414140068062</c:v>
                      </c:pt>
                      <c:pt idx="90">
                        <c:v>8.9760523575754245</c:v>
                      </c:pt>
                      <c:pt idx="91">
                        <c:v>9.0654115239093009</c:v>
                      </c:pt>
                      <c:pt idx="92">
                        <c:v>8.8610916010852474</c:v>
                      </c:pt>
                      <c:pt idx="93">
                        <c:v>8.8953571831497413</c:v>
                      </c:pt>
                      <c:pt idx="94">
                        <c:v>8.8676581723480101</c:v>
                      </c:pt>
                      <c:pt idx="95">
                        <c:v>8.5111675035157486</c:v>
                      </c:pt>
                      <c:pt idx="96">
                        <c:v>8.4844810415756147</c:v>
                      </c:pt>
                      <c:pt idx="97">
                        <c:v>7.9167308295125087</c:v>
                      </c:pt>
                      <c:pt idx="98">
                        <c:v>8.1010469663294771</c:v>
                      </c:pt>
                      <c:pt idx="99">
                        <c:v>7.8949432854641808</c:v>
                      </c:pt>
                      <c:pt idx="100">
                        <c:v>7.5741774909984292</c:v>
                      </c:pt>
                      <c:pt idx="101">
                        <c:v>7.5670311364863654</c:v>
                      </c:pt>
                      <c:pt idx="102">
                        <c:v>7.7702803705571668</c:v>
                      </c:pt>
                      <c:pt idx="103">
                        <c:v>7.7580353699813447</c:v>
                      </c:pt>
                      <c:pt idx="104">
                        <c:v>8.1092455731704831</c:v>
                      </c:pt>
                      <c:pt idx="105">
                        <c:v>7.7913878834694739</c:v>
                      </c:pt>
                      <c:pt idx="106">
                        <c:v>7.5874813055913659</c:v>
                      </c:pt>
                      <c:pt idx="107">
                        <c:v>7.4475501767448504</c:v>
                      </c:pt>
                      <c:pt idx="108">
                        <c:v>7.8358232371053198</c:v>
                      </c:pt>
                      <c:pt idx="109">
                        <c:v>7.7767175532919</c:v>
                      </c:pt>
                      <c:pt idx="110">
                        <c:v>7.9529167326351278</c:v>
                      </c:pt>
                      <c:pt idx="111">
                        <c:v>7.9652887719652208</c:v>
                      </c:pt>
                      <c:pt idx="112">
                        <c:v>7.9447100023221147</c:v>
                      </c:pt>
                      <c:pt idx="113">
                        <c:v>7.739565115006851</c:v>
                      </c:pt>
                      <c:pt idx="114">
                        <c:v>7.8124777504681466</c:v>
                      </c:pt>
                      <c:pt idx="115">
                        <c:v>8.4972665082525296</c:v>
                      </c:pt>
                      <c:pt idx="116">
                        <c:v>8.4849720196485094</c:v>
                      </c:pt>
                      <c:pt idx="117">
                        <c:v>8.2517372627164463</c:v>
                      </c:pt>
                      <c:pt idx="118">
                        <c:v>8.0584766483734391</c:v>
                      </c:pt>
                      <c:pt idx="119">
                        <c:v>8.5157379631264138</c:v>
                      </c:pt>
                      <c:pt idx="120">
                        <c:v>8.4430930316657431</c:v>
                      </c:pt>
                      <c:pt idx="121">
                        <c:v>8.6075386346669589</c:v>
                      </c:pt>
                      <c:pt idx="122">
                        <c:v>8.7379374553238929</c:v>
                      </c:pt>
                      <c:pt idx="123">
                        <c:v>8.3683952556594328</c:v>
                      </c:pt>
                      <c:pt idx="124">
                        <c:v>7.3304843483285289</c:v>
                      </c:pt>
                      <c:pt idx="125">
                        <c:v>6.7649260880043531</c:v>
                      </c:pt>
                      <c:pt idx="126">
                        <c:v>6.859925789127967</c:v>
                      </c:pt>
                      <c:pt idx="127">
                        <c:v>6.6593789723762056</c:v>
                      </c:pt>
                      <c:pt idx="128">
                        <c:v>6.9836327866862771</c:v>
                      </c:pt>
                      <c:pt idx="129">
                        <c:v>7.0966150063319562</c:v>
                      </c:pt>
                      <c:pt idx="130">
                        <c:v>7.0400035578017581</c:v>
                      </c:pt>
                      <c:pt idx="131">
                        <c:v>7.0551083622118504</c:v>
                      </c:pt>
                      <c:pt idx="132">
                        <c:v>6.9925411223521818</c:v>
                      </c:pt>
                      <c:pt idx="133">
                        <c:v>7.1134864669577951</c:v>
                      </c:pt>
                      <c:pt idx="134">
                        <c:v>7.2601353802674646</c:v>
                      </c:pt>
                      <c:pt idx="135">
                        <c:v>7.1342501241911958</c:v>
                      </c:pt>
                      <c:pt idx="136">
                        <c:v>6.9874256781931345</c:v>
                      </c:pt>
                      <c:pt idx="137">
                        <c:v>6.9046255136396688</c:v>
                      </c:pt>
                      <c:pt idx="138">
                        <c:v>6.8418640340875605</c:v>
                      </c:pt>
                      <c:pt idx="139">
                        <c:v>6.83377927109201</c:v>
                      </c:pt>
                      <c:pt idx="140">
                        <c:v>6.5558023841351192</c:v>
                      </c:pt>
                      <c:pt idx="141">
                        <c:v>6.658104207942273</c:v>
                      </c:pt>
                      <c:pt idx="142">
                        <c:v>6.743522609509963</c:v>
                      </c:pt>
                      <c:pt idx="143">
                        <c:v>6.420224888893558</c:v>
                      </c:pt>
                      <c:pt idx="144">
                        <c:v>6.7976247700044201</c:v>
                      </c:pt>
                      <c:pt idx="145">
                        <c:v>6.8429296778366862</c:v>
                      </c:pt>
                      <c:pt idx="146">
                        <c:v>6.5160849731545518</c:v>
                      </c:pt>
                      <c:pt idx="147">
                        <c:v>6.6366233778027546</c:v>
                      </c:pt>
                      <c:pt idx="148">
                        <c:v>6.7192171095646929</c:v>
                      </c:pt>
                      <c:pt idx="149">
                        <c:v>6.7398173009015716</c:v>
                      </c:pt>
                      <c:pt idx="150">
                        <c:v>6.5892166690672287</c:v>
                      </c:pt>
                      <c:pt idx="151">
                        <c:v>6.1346330751466107</c:v>
                      </c:pt>
                      <c:pt idx="152">
                        <c:v>5.5171989527035095</c:v>
                      </c:pt>
                      <c:pt idx="153">
                        <c:v>5.8075240854413437</c:v>
                      </c:pt>
                      <c:pt idx="154">
                        <c:v>5.2702673617999602</c:v>
                      </c:pt>
                      <c:pt idx="155">
                        <c:v>5.0209358480341253</c:v>
                      </c:pt>
                      <c:pt idx="156">
                        <c:v>5.128677184015543</c:v>
                      </c:pt>
                      <c:pt idx="157">
                        <c:v>5.0755564700689302</c:v>
                      </c:pt>
                      <c:pt idx="158">
                        <c:v>5.1472583565757262</c:v>
                      </c:pt>
                      <c:pt idx="159">
                        <c:v>5.0354230819674939</c:v>
                      </c:pt>
                      <c:pt idx="160">
                        <c:v>5.0855475790833422</c:v>
                      </c:pt>
                      <c:pt idx="161">
                        <c:v>5.5746297215548699</c:v>
                      </c:pt>
                      <c:pt idx="162">
                        <c:v>5.3750319878945385</c:v>
                      </c:pt>
                      <c:pt idx="163">
                        <c:v>5.1968268666055293</c:v>
                      </c:pt>
                      <c:pt idx="164">
                        <c:v>5.7141697506608233</c:v>
                      </c:pt>
                      <c:pt idx="165">
                        <c:v>5.6100684378465502</c:v>
                      </c:pt>
                      <c:pt idx="166">
                        <c:v>5.7587308403894273</c:v>
                      </c:pt>
                      <c:pt idx="167">
                        <c:v>5.9736716551191096</c:v>
                      </c:pt>
                      <c:pt idx="168">
                        <c:v>5.9496996698989806</c:v>
                      </c:pt>
                      <c:pt idx="169">
                        <c:v>6.035677303130508</c:v>
                      </c:pt>
                      <c:pt idx="170">
                        <c:v>6.4135282698909908</c:v>
                      </c:pt>
                      <c:pt idx="171">
                        <c:v>6.708933410678414</c:v>
                      </c:pt>
                      <c:pt idx="172">
                        <c:v>7.0419055038330711</c:v>
                      </c:pt>
                      <c:pt idx="173">
                        <c:v>7.1768626025604103</c:v>
                      </c:pt>
                      <c:pt idx="174">
                        <c:v>6.3546194754533776</c:v>
                      </c:pt>
                      <c:pt idx="175">
                        <c:v>6.1955829048132385</c:v>
                      </c:pt>
                      <c:pt idx="176">
                        <c:v>6.289525982992429</c:v>
                      </c:pt>
                      <c:pt idx="177">
                        <c:v>6.32454438565824</c:v>
                      </c:pt>
                      <c:pt idx="178">
                        <c:v>6.5688372123559162</c:v>
                      </c:pt>
                      <c:pt idx="179">
                        <c:v>6.5393426975962097</c:v>
                      </c:pt>
                      <c:pt idx="180">
                        <c:v>6.3199972234133002</c:v>
                      </c:pt>
                      <c:pt idx="181">
                        <c:v>6.4762394219230783</c:v>
                      </c:pt>
                      <c:pt idx="182">
                        <c:v>6.5583714071862067</c:v>
                      </c:pt>
                      <c:pt idx="183">
                        <c:v>6.6028077839156811</c:v>
                      </c:pt>
                      <c:pt idx="184">
                        <c:v>6.4310726655683101</c:v>
                      </c:pt>
                      <c:pt idx="185">
                        <c:v>6.3303858390040109</c:v>
                      </c:pt>
                      <c:pt idx="186">
                        <c:v>6.2594558812789352</c:v>
                      </c:pt>
                      <c:pt idx="187">
                        <c:v>6.2073011937956633</c:v>
                      </c:pt>
                      <c:pt idx="188">
                        <c:v>6.3439823909242126</c:v>
                      </c:pt>
                      <c:pt idx="189">
                        <c:v>6.0940932300724286</c:v>
                      </c:pt>
                      <c:pt idx="190">
                        <c:v>6.0602315407251917</c:v>
                      </c:pt>
                      <c:pt idx="191">
                        <c:v>5.9731997167552375</c:v>
                      </c:pt>
                      <c:pt idx="192">
                        <c:v>6.0941304163840941</c:v>
                      </c:pt>
                      <c:pt idx="193">
                        <c:v>6.1470948661369205</c:v>
                      </c:pt>
                      <c:pt idx="194">
                        <c:v>6.2778297966756114</c:v>
                      </c:pt>
                      <c:pt idx="195">
                        <c:v>6.2456554451392696</c:v>
                      </c:pt>
                      <c:pt idx="196">
                        <c:v>6.3221765128868093</c:v>
                      </c:pt>
                      <c:pt idx="197">
                        <c:v>6.5087773778743472</c:v>
                      </c:pt>
                      <c:pt idx="198">
                        <c:v>6.4674188542380797</c:v>
                      </c:pt>
                      <c:pt idx="199">
                        <c:v>6.3030028795015731</c:v>
                      </c:pt>
                      <c:pt idx="200">
                        <c:v>6.3313214000311726</c:v>
                      </c:pt>
                      <c:pt idx="201">
                        <c:v>6.2308540794907428</c:v>
                      </c:pt>
                      <c:pt idx="202">
                        <c:v>6.1201782971242462</c:v>
                      </c:pt>
                      <c:pt idx="203">
                        <c:v>6.2086350735266072</c:v>
                      </c:pt>
                      <c:pt idx="204">
                        <c:v>6.3086115341975075</c:v>
                      </c:pt>
                      <c:pt idx="205">
                        <c:v>6.5371020972226903</c:v>
                      </c:pt>
                      <c:pt idx="206">
                        <c:v>6.5236433605875224</c:v>
                      </c:pt>
                      <c:pt idx="207">
                        <c:v>6.9311037517498786</c:v>
                      </c:pt>
                      <c:pt idx="208">
                        <c:v>7.8189167813498219</c:v>
                      </c:pt>
                      <c:pt idx="209">
                        <c:v>8.1790427109937678</c:v>
                      </c:pt>
                      <c:pt idx="210">
                        <c:v>8.5482552006515142</c:v>
                      </c:pt>
                      <c:pt idx="211">
                        <c:v>8.4380397163735221</c:v>
                      </c:pt>
                      <c:pt idx="212">
                        <c:v>8.5994405766257405</c:v>
                      </c:pt>
                      <c:pt idx="213">
                        <c:v>8.3249840097056982</c:v>
                      </c:pt>
                      <c:pt idx="214">
                        <c:v>8.1871095827011793</c:v>
                      </c:pt>
                      <c:pt idx="215">
                        <c:v>8.1130361527219303</c:v>
                      </c:pt>
                      <c:pt idx="216">
                        <c:v>8.24712044904199</c:v>
                      </c:pt>
                      <c:pt idx="217">
                        <c:v>7.7931021178079014</c:v>
                      </c:pt>
                      <c:pt idx="218">
                        <c:v>7.1999315881637642</c:v>
                      </c:pt>
                      <c:pt idx="219">
                        <c:v>7.4234046869407937</c:v>
                      </c:pt>
                      <c:pt idx="220">
                        <c:v>6.8335892255497388</c:v>
                      </c:pt>
                      <c:pt idx="221">
                        <c:v>6.3959877407137835</c:v>
                      </c:pt>
                      <c:pt idx="222">
                        <c:v>6.5518185432012004</c:v>
                      </c:pt>
                      <c:pt idx="223">
                        <c:v>6.6007658375748868</c:v>
                      </c:pt>
                      <c:pt idx="224">
                        <c:v>6.0657643049292886</c:v>
                      </c:pt>
                      <c:pt idx="225">
                        <c:v>5.1671282485097301</c:v>
                      </c:pt>
                      <c:pt idx="226">
                        <c:v>5.1793586243511669</c:v>
                      </c:pt>
                      <c:pt idx="227">
                        <c:v>4.4465862779946006</c:v>
                      </c:pt>
                      <c:pt idx="228">
                        <c:v>3.778000631053736</c:v>
                      </c:pt>
                      <c:pt idx="229">
                        <c:v>2.579344629355723</c:v>
                      </c:pt>
                      <c:pt idx="230">
                        <c:v>2.8236755595257845</c:v>
                      </c:pt>
                      <c:pt idx="231">
                        <c:v>2.7146008197621061</c:v>
                      </c:pt>
                      <c:pt idx="232">
                        <c:v>2.7516124542672973</c:v>
                      </c:pt>
                      <c:pt idx="233">
                        <c:v>2.3199940040466043</c:v>
                      </c:pt>
                      <c:pt idx="234">
                        <c:v>2.0875606351027773</c:v>
                      </c:pt>
                      <c:pt idx="235">
                        <c:v>2.6181703490689774</c:v>
                      </c:pt>
                      <c:pt idx="236">
                        <c:v>3.095261910382705</c:v>
                      </c:pt>
                      <c:pt idx="237">
                        <c:v>2.9461194188222599</c:v>
                      </c:pt>
                      <c:pt idx="238">
                        <c:v>3.9023555763988682</c:v>
                      </c:pt>
                      <c:pt idx="239">
                        <c:v>4.6005805194295366</c:v>
                      </c:pt>
                      <c:pt idx="240">
                        <c:v>5.00631956629719</c:v>
                      </c:pt>
                      <c:pt idx="241">
                        <c:v>5.6146624636106051</c:v>
                      </c:pt>
                      <c:pt idx="242">
                        <c:v>6.4232579674169479</c:v>
                      </c:pt>
                      <c:pt idx="243">
                        <c:v>5.7633999125099535</c:v>
                      </c:pt>
                      <c:pt idx="244">
                        <c:v>5.7975371157887086</c:v>
                      </c:pt>
                      <c:pt idx="245">
                        <c:v>6.1556217880870552</c:v>
                      </c:pt>
                      <c:pt idx="246">
                        <c:v>6.4315125851109869</c:v>
                      </c:pt>
                      <c:pt idx="247">
                        <c:v>6.8699457879047277</c:v>
                      </c:pt>
                      <c:pt idx="248">
                        <c:v>5.5305276087224833</c:v>
                      </c:pt>
                      <c:pt idx="249">
                        <c:v>5.1216899767312132</c:v>
                      </c:pt>
                      <c:pt idx="250">
                        <c:v>5.5716669464352808</c:v>
                      </c:pt>
                      <c:pt idx="251">
                        <c:v>5.8043250584100647</c:v>
                      </c:pt>
                      <c:pt idx="252">
                        <c:v>6.4673188539956676</c:v>
                      </c:pt>
                      <c:pt idx="253">
                        <c:v>6.2576091789251471</c:v>
                      </c:pt>
                      <c:pt idx="254">
                        <c:v>5.9703726950544187</c:v>
                      </c:pt>
                      <c:pt idx="255">
                        <c:v>4.7001579408163394</c:v>
                      </c:pt>
                      <c:pt idx="256">
                        <c:v>4.5161518582714493</c:v>
                      </c:pt>
                      <c:pt idx="257">
                        <c:v>4.6990762567606073</c:v>
                      </c:pt>
                      <c:pt idx="258">
                        <c:v>4.2307343968853637</c:v>
                      </c:pt>
                      <c:pt idx="259">
                        <c:v>3.8752532417877923</c:v>
                      </c:pt>
                      <c:pt idx="260">
                        <c:v>3.6938012830410774</c:v>
                      </c:pt>
                      <c:pt idx="261">
                        <c:v>2.9628152512589061</c:v>
                      </c:pt>
                      <c:pt idx="262">
                        <c:v>2.9789366837223277</c:v>
                      </c:pt>
                      <c:pt idx="263">
                        <c:v>1.8790314732844351</c:v>
                      </c:pt>
                      <c:pt idx="264">
                        <c:v>2.0458537198075852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0-61CA-4472-BA4E-ACE0806C4BD6}"/>
                  </c:ext>
                </c:extLst>
              </c15:ser>
            </c15:filteredLineSeries>
            <c15:filteredLineSeries>
              <c15:ser>
                <c:idx val="1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Hoja1!$C$1</c15:sqref>
                        </c15:formulaRef>
                      </c:ext>
                    </c:extLst>
                    <c:strCache>
                      <c:ptCount val="1"/>
                      <c:pt idx="0">
                        <c:v>Diferencia Tasa Hipotecaria y TES a 5 años</c:v>
                      </c:pt>
                    </c:strCache>
                  </c:strRef>
                </c:tx>
                <c:spPr>
                  <a:ln w="28575" cap="rnd">
                    <a:solidFill>
                      <a:schemeClr val="accent4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Hoja1!$A$2:$A$267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Hoja1!$C$2:$C$267</c15:sqref>
                        </c15:formulaRef>
                      </c:ext>
                    </c:extLst>
                    <c:numCache>
                      <c:formatCode>0.00</c:formatCode>
                      <c:ptCount val="266"/>
                      <c:pt idx="0">
                        <c:v>0.70035547336289916</c:v>
                      </c:pt>
                      <c:pt idx="1">
                        <c:v>-0.13175144668750249</c:v>
                      </c:pt>
                      <c:pt idx="2">
                        <c:v>4.7367770471698378E-2</c:v>
                      </c:pt>
                      <c:pt idx="3">
                        <c:v>0.76322886566081571</c:v>
                      </c:pt>
                      <c:pt idx="4">
                        <c:v>1.408078498991598</c:v>
                      </c:pt>
                      <c:pt idx="5">
                        <c:v>1.9627607466112984</c:v>
                      </c:pt>
                      <c:pt idx="6">
                        <c:v>2.522206157412322</c:v>
                      </c:pt>
                      <c:pt idx="7">
                        <c:v>3.6576567878208976</c:v>
                      </c:pt>
                      <c:pt idx="8">
                        <c:v>3.6523583220084372</c:v>
                      </c:pt>
                      <c:pt idx="9">
                        <c:v>3.7705027753187785</c:v>
                      </c:pt>
                      <c:pt idx="10">
                        <c:v>4.7519957830288764</c:v>
                      </c:pt>
                      <c:pt idx="11">
                        <c:v>4.2899482128148829</c:v>
                      </c:pt>
                      <c:pt idx="12">
                        <c:v>4.3444918277460722</c:v>
                      </c:pt>
                      <c:pt idx="13">
                        <c:v>6.0009811264219355</c:v>
                      </c:pt>
                      <c:pt idx="14">
                        <c:v>6.8569427341706533</c:v>
                      </c:pt>
                      <c:pt idx="15">
                        <c:v>5.590871566766074</c:v>
                      </c:pt>
                      <c:pt idx="16">
                        <c:v>4.575611550964215</c:v>
                      </c:pt>
                      <c:pt idx="17">
                        <c:v>4.3600742268501094</c:v>
                      </c:pt>
                      <c:pt idx="18">
                        <c:v>3.9719676394163432</c:v>
                      </c:pt>
                      <c:pt idx="19">
                        <c:v>4.6221506995133339</c:v>
                      </c:pt>
                      <c:pt idx="20">
                        <c:v>4.8721399112029165</c:v>
                      </c:pt>
                      <c:pt idx="21">
                        <c:v>5.1508712592890351</c:v>
                      </c:pt>
                      <c:pt idx="22">
                        <c:v>5.6336008611426749</c:v>
                      </c:pt>
                      <c:pt idx="23">
                        <c:v>6.0847708722045741</c:v>
                      </c:pt>
                      <c:pt idx="24">
                        <c:v>6.2269612645090984</c:v>
                      </c:pt>
                      <c:pt idx="25">
                        <c:v>6.452313722787089</c:v>
                      </c:pt>
                      <c:pt idx="26">
                        <c:v>5.4704984178609148</c:v>
                      </c:pt>
                      <c:pt idx="27">
                        <c:v>6.2967866153564724</c:v>
                      </c:pt>
                      <c:pt idx="28">
                        <c:v>6.7802041327043643</c:v>
                      </c:pt>
                      <c:pt idx="29">
                        <c:v>7.76926147520226</c:v>
                      </c:pt>
                      <c:pt idx="30">
                        <c:v>8.0453841625461582</c:v>
                      </c:pt>
                      <c:pt idx="31">
                        <c:v>8.1082392130050494</c:v>
                      </c:pt>
                      <c:pt idx="32">
                        <c:v>9.6232804905434897</c:v>
                      </c:pt>
                      <c:pt idx="33">
                        <c:v>8.5211387387777719</c:v>
                      </c:pt>
                      <c:pt idx="34">
                        <c:v>8.7133253671778359</c:v>
                      </c:pt>
                      <c:pt idx="35">
                        <c:v>9.2850854682856347</c:v>
                      </c:pt>
                      <c:pt idx="36">
                        <c:v>9.2426173601830754</c:v>
                      </c:pt>
                      <c:pt idx="37">
                        <c:v>10.031267069581208</c:v>
                      </c:pt>
                      <c:pt idx="38">
                        <c:v>8.9082155647617665</c:v>
                      </c:pt>
                      <c:pt idx="39">
                        <c:v>6.4999158586003656</c:v>
                      </c:pt>
                      <c:pt idx="40">
                        <c:v>5.1856763316383017</c:v>
                      </c:pt>
                      <c:pt idx="41">
                        <c:v>3.4302150430470153</c:v>
                      </c:pt>
                      <c:pt idx="42">
                        <c:v>4.3279141476817493</c:v>
                      </c:pt>
                      <c:pt idx="43">
                        <c:v>4.5649638724963211</c:v>
                      </c:pt>
                      <c:pt idx="44">
                        <c:v>4.2024099136006594</c:v>
                      </c:pt>
                      <c:pt idx="45">
                        <c:v>4.4067193716326454</c:v>
                      </c:pt>
                      <c:pt idx="46">
                        <c:v>4.5059141074546698</c:v>
                      </c:pt>
                      <c:pt idx="47">
                        <c:v>4.7748136068109392</c:v>
                      </c:pt>
                      <c:pt idx="48">
                        <c:v>4.2023172273855334</c:v>
                      </c:pt>
                      <c:pt idx="49">
                        <c:v>4.2187079560406531</c:v>
                      </c:pt>
                      <c:pt idx="50">
                        <c:v>4.1611089270659516</c:v>
                      </c:pt>
                      <c:pt idx="51">
                        <c:v>3.9970722108966115</c:v>
                      </c:pt>
                      <c:pt idx="52">
                        <c:v>4.827788433155014</c:v>
                      </c:pt>
                      <c:pt idx="53">
                        <c:v>5.4246932028234074</c:v>
                      </c:pt>
                      <c:pt idx="54">
                        <c:v>5.3592887071844419</c:v>
                      </c:pt>
                      <c:pt idx="55">
                        <c:v>4.9612664244036146</c:v>
                      </c:pt>
                      <c:pt idx="56">
                        <c:v>5.2579816111473736</c:v>
                      </c:pt>
                      <c:pt idx="57">
                        <c:v>5.1790928306046009</c:v>
                      </c:pt>
                      <c:pt idx="58">
                        <c:v>5.5026294235198137</c:v>
                      </c:pt>
                      <c:pt idx="59">
                        <c:v>5.4724345336899347</c:v>
                      </c:pt>
                      <c:pt idx="60">
                        <c:v>4.8447745153790063</c:v>
                      </c:pt>
                      <c:pt idx="61">
                        <c:v>4.684803207018259</c:v>
                      </c:pt>
                      <c:pt idx="62">
                        <c:v>4.6373549857472085</c:v>
                      </c:pt>
                      <c:pt idx="63">
                        <c:v>5.3326259798169815</c:v>
                      </c:pt>
                      <c:pt idx="64">
                        <c:v>4.925517765852403</c:v>
                      </c:pt>
                      <c:pt idx="65">
                        <c:v>3.611683800280252</c:v>
                      </c:pt>
                      <c:pt idx="66">
                        <c:v>3.6847935802808944</c:v>
                      </c:pt>
                      <c:pt idx="67">
                        <c:v>5.3391384320300936</c:v>
                      </c:pt>
                      <c:pt idx="68">
                        <c:v>4.80862824806254</c:v>
                      </c:pt>
                      <c:pt idx="69">
                        <c:v>4.2354903821146408</c:v>
                      </c:pt>
                      <c:pt idx="70">
                        <c:v>5.5162221763935975</c:v>
                      </c:pt>
                      <c:pt idx="71">
                        <c:v>6.8756633297215934</c:v>
                      </c:pt>
                      <c:pt idx="72">
                        <c:v>7.5583679517178037</c:v>
                      </c:pt>
                      <c:pt idx="73">
                        <c:v>7.3220795369908718</c:v>
                      </c:pt>
                      <c:pt idx="74">
                        <c:v>7.3983974180559198</c:v>
                      </c:pt>
                      <c:pt idx="75">
                        <c:v>8.3623371073546746</c:v>
                      </c:pt>
                      <c:pt idx="76">
                        <c:v>7.606869311853842</c:v>
                      </c:pt>
                      <c:pt idx="77">
                        <c:v>6.1798713695019156</c:v>
                      </c:pt>
                      <c:pt idx="78">
                        <c:v>5.9506321763971908</c:v>
                      </c:pt>
                      <c:pt idx="79">
                        <c:v>5.494211170085741</c:v>
                      </c:pt>
                      <c:pt idx="80">
                        <c:v>5.7488181730396661</c:v>
                      </c:pt>
                      <c:pt idx="81">
                        <c:v>6.418956321556947</c:v>
                      </c:pt>
                      <c:pt idx="82">
                        <c:v>7.2150841947054074</c:v>
                      </c:pt>
                      <c:pt idx="83">
                        <c:v>6.5007804338073267</c:v>
                      </c:pt>
                      <c:pt idx="84">
                        <c:v>5.2158414814320544</c:v>
                      </c:pt>
                      <c:pt idx="85">
                        <c:v>4.83939882847055</c:v>
                      </c:pt>
                      <c:pt idx="86">
                        <c:v>4.9651929480326498</c:v>
                      </c:pt>
                      <c:pt idx="87">
                        <c:v>5.2127771494254169</c:v>
                      </c:pt>
                      <c:pt idx="88">
                        <c:v>5.2919312949367985</c:v>
                      </c:pt>
                      <c:pt idx="89">
                        <c:v>5.3552449767134052</c:v>
                      </c:pt>
                      <c:pt idx="90">
                        <c:v>5.7663089688535756</c:v>
                      </c:pt>
                      <c:pt idx="91">
                        <c:v>6.1035367841024195</c:v>
                      </c:pt>
                      <c:pt idx="92">
                        <c:v>6.1349355669057068</c:v>
                      </c:pt>
                      <c:pt idx="93">
                        <c:v>6.3798656329419305</c:v>
                      </c:pt>
                      <c:pt idx="94">
                        <c:v>5.8474340837846501</c:v>
                      </c:pt>
                      <c:pt idx="95">
                        <c:v>5.5664869246328585</c:v>
                      </c:pt>
                      <c:pt idx="96">
                        <c:v>5.2186786184962548</c:v>
                      </c:pt>
                      <c:pt idx="97">
                        <c:v>4.7990419561320383</c:v>
                      </c:pt>
                      <c:pt idx="98">
                        <c:v>4.9422132472295264</c:v>
                      </c:pt>
                      <c:pt idx="99">
                        <c:v>5.0860056687538107</c:v>
                      </c:pt>
                      <c:pt idx="100">
                        <c:v>5.2607679537248693</c:v>
                      </c:pt>
                      <c:pt idx="101">
                        <c:v>5.6999792478443245</c:v>
                      </c:pt>
                      <c:pt idx="102">
                        <c:v>6.1176067016413169</c:v>
                      </c:pt>
                      <c:pt idx="103">
                        <c:v>6.4233290418191746</c:v>
                      </c:pt>
                      <c:pt idx="104">
                        <c:v>6.4879473615900434</c:v>
                      </c:pt>
                      <c:pt idx="105">
                        <c:v>6.4030492372244039</c:v>
                      </c:pt>
                      <c:pt idx="106">
                        <c:v>6.1494507739637161</c:v>
                      </c:pt>
                      <c:pt idx="107">
                        <c:v>5.883102377358191</c:v>
                      </c:pt>
                      <c:pt idx="108">
                        <c:v>6.5111272939602101</c:v>
                      </c:pt>
                      <c:pt idx="109">
                        <c:v>6.54404924050597</c:v>
                      </c:pt>
                      <c:pt idx="110">
                        <c:v>6.7930214908695579</c:v>
                      </c:pt>
                      <c:pt idx="111">
                        <c:v>6.8695928933472707</c:v>
                      </c:pt>
                      <c:pt idx="112">
                        <c:v>6.7700847262172346</c:v>
                      </c:pt>
                      <c:pt idx="113">
                        <c:v>6.8133169247622316</c:v>
                      </c:pt>
                      <c:pt idx="114">
                        <c:v>7.0984168462490667</c:v>
                      </c:pt>
                      <c:pt idx="115">
                        <c:v>7.4409803580821707</c:v>
                      </c:pt>
                      <c:pt idx="116">
                        <c:v>7.5566891301372205</c:v>
                      </c:pt>
                      <c:pt idx="117">
                        <c:v>7.5357489584048549</c:v>
                      </c:pt>
                      <c:pt idx="118">
                        <c:v>7.5393281832380001</c:v>
                      </c:pt>
                      <c:pt idx="119">
                        <c:v>7.7488876303728542</c:v>
                      </c:pt>
                      <c:pt idx="120">
                        <c:v>7.9410030836869838</c:v>
                      </c:pt>
                      <c:pt idx="121">
                        <c:v>8.1355990686671298</c:v>
                      </c:pt>
                      <c:pt idx="122">
                        <c:v>7.8828306813532123</c:v>
                      </c:pt>
                      <c:pt idx="123">
                        <c:v>7.5606204295794734</c:v>
                      </c:pt>
                      <c:pt idx="124">
                        <c:v>5.9983190637748285</c:v>
                      </c:pt>
                      <c:pt idx="125">
                        <c:v>4.7023244070128936</c:v>
                      </c:pt>
                      <c:pt idx="126">
                        <c:v>4.6401056136510368</c:v>
                      </c:pt>
                      <c:pt idx="127">
                        <c:v>4.412191043810795</c:v>
                      </c:pt>
                      <c:pt idx="128">
                        <c:v>4.811617045249287</c:v>
                      </c:pt>
                      <c:pt idx="129">
                        <c:v>5.115027751548606</c:v>
                      </c:pt>
                      <c:pt idx="130">
                        <c:v>4.9110915567847782</c:v>
                      </c:pt>
                      <c:pt idx="131">
                        <c:v>4.97996128064643</c:v>
                      </c:pt>
                      <c:pt idx="132">
                        <c:v>4.7207192704124123</c:v>
                      </c:pt>
                      <c:pt idx="133">
                        <c:v>4.756597923186475</c:v>
                      </c:pt>
                      <c:pt idx="134">
                        <c:v>5.4768335413780749</c:v>
                      </c:pt>
                      <c:pt idx="135">
                        <c:v>5.4645863526963163</c:v>
                      </c:pt>
                      <c:pt idx="136">
                        <c:v>5.4667491616774049</c:v>
                      </c:pt>
                      <c:pt idx="137">
                        <c:v>5.3632038138446285</c:v>
                      </c:pt>
                      <c:pt idx="138">
                        <c:v>5.3552640216596306</c:v>
                      </c:pt>
                      <c:pt idx="139">
                        <c:v>5.6531176070660401</c:v>
                      </c:pt>
                      <c:pt idx="140">
                        <c:v>5.2042574075164687</c:v>
                      </c:pt>
                      <c:pt idx="141">
                        <c:v>5.5703208096158132</c:v>
                      </c:pt>
                      <c:pt idx="142">
                        <c:v>5.7032905965669229</c:v>
                      </c:pt>
                      <c:pt idx="143">
                        <c:v>5.0433850503972781</c:v>
                      </c:pt>
                      <c:pt idx="144">
                        <c:v>5.6993314447957397</c:v>
                      </c:pt>
                      <c:pt idx="145">
                        <c:v>5.8420663639212957</c:v>
                      </c:pt>
                      <c:pt idx="146">
                        <c:v>5.2343271837595218</c:v>
                      </c:pt>
                      <c:pt idx="147">
                        <c:v>5.4451449174749049</c:v>
                      </c:pt>
                      <c:pt idx="148">
                        <c:v>5.4083848901246228</c:v>
                      </c:pt>
                      <c:pt idx="149">
                        <c:v>5.0229240636585519</c:v>
                      </c:pt>
                      <c:pt idx="150">
                        <c:v>4.9280205246827382</c:v>
                      </c:pt>
                      <c:pt idx="151">
                        <c:v>4.3079886632133206</c:v>
                      </c:pt>
                      <c:pt idx="152">
                        <c:v>3.6560704567325093</c:v>
                      </c:pt>
                      <c:pt idx="153">
                        <c:v>3.9165538483892135</c:v>
                      </c:pt>
                      <c:pt idx="154">
                        <c:v>3.7860474333144403</c:v>
                      </c:pt>
                      <c:pt idx="155">
                        <c:v>3.5953210477895752</c:v>
                      </c:pt>
                      <c:pt idx="156">
                        <c:v>3.5020300992234237</c:v>
                      </c:pt>
                      <c:pt idx="157">
                        <c:v>3.5051841172257205</c:v>
                      </c:pt>
                      <c:pt idx="158">
                        <c:v>4.3664070137930056</c:v>
                      </c:pt>
                      <c:pt idx="159">
                        <c:v>4.5532276506116638</c:v>
                      </c:pt>
                      <c:pt idx="160">
                        <c:v>4.7399210494764716</c:v>
                      </c:pt>
                      <c:pt idx="161">
                        <c:v>5.4355387656594907</c:v>
                      </c:pt>
                      <c:pt idx="162">
                        <c:v>5.2345366975621186</c:v>
                      </c:pt>
                      <c:pt idx="163">
                        <c:v>5.4025748089851593</c:v>
                      </c:pt>
                      <c:pt idx="164">
                        <c:v>5.9969593563352834</c:v>
                      </c:pt>
                      <c:pt idx="165">
                        <c:v>5.7814205968203805</c:v>
                      </c:pt>
                      <c:pt idx="166">
                        <c:v>5.8309661808588471</c:v>
                      </c:pt>
                      <c:pt idx="167">
                        <c:v>5.9735865574514797</c:v>
                      </c:pt>
                      <c:pt idx="168">
                        <c:v>5.9552491071868703</c:v>
                      </c:pt>
                      <c:pt idx="169">
                        <c:v>6.0425703562917681</c:v>
                      </c:pt>
                      <c:pt idx="170">
                        <c:v>6.2896933058793811</c:v>
                      </c:pt>
                      <c:pt idx="171">
                        <c:v>6.6435486396155738</c:v>
                      </c:pt>
                      <c:pt idx="172">
                        <c:v>6.7273852909419514</c:v>
                      </c:pt>
                      <c:pt idx="173">
                        <c:v>6.2363933495380204</c:v>
                      </c:pt>
                      <c:pt idx="174">
                        <c:v>5.5882332116148374</c:v>
                      </c:pt>
                      <c:pt idx="175">
                        <c:v>5.4098719434171887</c:v>
                      </c:pt>
                      <c:pt idx="176">
                        <c:v>5.3624089771981094</c:v>
                      </c:pt>
                      <c:pt idx="177">
                        <c:v>5.1563270622242801</c:v>
                      </c:pt>
                      <c:pt idx="178">
                        <c:v>5.4208867278466357</c:v>
                      </c:pt>
                      <c:pt idx="179">
                        <c:v>5.2671577471041298</c:v>
                      </c:pt>
                      <c:pt idx="180">
                        <c:v>5.1991199005615805</c:v>
                      </c:pt>
                      <c:pt idx="181">
                        <c:v>5.1433134117969983</c:v>
                      </c:pt>
                      <c:pt idx="182">
                        <c:v>5.2438155534521567</c:v>
                      </c:pt>
                      <c:pt idx="183">
                        <c:v>5.2935263345654207</c:v>
                      </c:pt>
                      <c:pt idx="184">
                        <c:v>5.0358939489679697</c:v>
                      </c:pt>
                      <c:pt idx="185">
                        <c:v>4.8366781533533807</c:v>
                      </c:pt>
                      <c:pt idx="186">
                        <c:v>4.7820725139609852</c:v>
                      </c:pt>
                      <c:pt idx="187">
                        <c:v>4.7588630959521829</c:v>
                      </c:pt>
                      <c:pt idx="188">
                        <c:v>4.7319082745377825</c:v>
                      </c:pt>
                      <c:pt idx="189">
                        <c:v>4.487482257476489</c:v>
                      </c:pt>
                      <c:pt idx="190">
                        <c:v>4.6001015615972509</c:v>
                      </c:pt>
                      <c:pt idx="191">
                        <c:v>4.699696225885317</c:v>
                      </c:pt>
                      <c:pt idx="192">
                        <c:v>4.8306741821687336</c:v>
                      </c:pt>
                      <c:pt idx="193">
                        <c:v>4.9026889645025005</c:v>
                      </c:pt>
                      <c:pt idx="194">
                        <c:v>5.1030754660993409</c:v>
                      </c:pt>
                      <c:pt idx="195">
                        <c:v>4.90404774040669</c:v>
                      </c:pt>
                      <c:pt idx="196">
                        <c:v>5.1226641039950094</c:v>
                      </c:pt>
                      <c:pt idx="197">
                        <c:v>5.5622806953765869</c:v>
                      </c:pt>
                      <c:pt idx="198">
                        <c:v>5.5572402284668705</c:v>
                      </c:pt>
                      <c:pt idx="199">
                        <c:v>5.4600107909743025</c:v>
                      </c:pt>
                      <c:pt idx="200">
                        <c:v>5.5249970612478325</c:v>
                      </c:pt>
                      <c:pt idx="201">
                        <c:v>5.3852550398649335</c:v>
                      </c:pt>
                      <c:pt idx="202">
                        <c:v>4.9789233754479367</c:v>
                      </c:pt>
                      <c:pt idx="203">
                        <c:v>5.1495315679772675</c:v>
                      </c:pt>
                      <c:pt idx="204">
                        <c:v>5.4793119134408368</c:v>
                      </c:pt>
                      <c:pt idx="205">
                        <c:v>5.50710103260207</c:v>
                      </c:pt>
                      <c:pt idx="206">
                        <c:v>4.3852252337556621</c:v>
                      </c:pt>
                      <c:pt idx="207">
                        <c:v>4.9744885633979381</c:v>
                      </c:pt>
                      <c:pt idx="208">
                        <c:v>6.2878558356504017</c:v>
                      </c:pt>
                      <c:pt idx="209">
                        <c:v>6.279260212141117</c:v>
                      </c:pt>
                      <c:pt idx="210">
                        <c:v>6.6926890734013949</c:v>
                      </c:pt>
                      <c:pt idx="211">
                        <c:v>6.4509917862980419</c:v>
                      </c:pt>
                      <c:pt idx="212">
                        <c:v>6.2676791777503311</c:v>
                      </c:pt>
                      <c:pt idx="213">
                        <c:v>5.9115984122309291</c:v>
                      </c:pt>
                      <c:pt idx="214">
                        <c:v>5.9957049504253401</c:v>
                      </c:pt>
                      <c:pt idx="215">
                        <c:v>5.933301941163621</c:v>
                      </c:pt>
                      <c:pt idx="216">
                        <c:v>5.9348479478236795</c:v>
                      </c:pt>
                      <c:pt idx="217">
                        <c:v>5.1268035607831113</c:v>
                      </c:pt>
                      <c:pt idx="218">
                        <c:v>3.9809192393468447</c:v>
                      </c:pt>
                      <c:pt idx="219">
                        <c:v>3.9656227344511938</c:v>
                      </c:pt>
                      <c:pt idx="220">
                        <c:v>3.6225936884603591</c:v>
                      </c:pt>
                      <c:pt idx="221">
                        <c:v>3.3401192831161142</c:v>
                      </c:pt>
                      <c:pt idx="222">
                        <c:v>3.3955026866468501</c:v>
                      </c:pt>
                      <c:pt idx="223">
                        <c:v>3.3763305919881965</c:v>
                      </c:pt>
                      <c:pt idx="224">
                        <c:v>2.8383475824097584</c:v>
                      </c:pt>
                      <c:pt idx="225">
                        <c:v>2.2630818633525394</c:v>
                      </c:pt>
                      <c:pt idx="226">
                        <c:v>2.1040268366322472</c:v>
                      </c:pt>
                      <c:pt idx="227">
                        <c:v>2.1684565412512704</c:v>
                      </c:pt>
                      <c:pt idx="228">
                        <c:v>1.3047028092125963</c:v>
                      </c:pt>
                      <c:pt idx="229">
                        <c:v>0.83878181829163267</c:v>
                      </c:pt>
                      <c:pt idx="230">
                        <c:v>1.127597758130074</c:v>
                      </c:pt>
                      <c:pt idx="231">
                        <c:v>1.0441044113123361</c:v>
                      </c:pt>
                      <c:pt idx="232">
                        <c:v>1.2856496861850975</c:v>
                      </c:pt>
                      <c:pt idx="233">
                        <c:v>0.83651763434028403</c:v>
                      </c:pt>
                      <c:pt idx="234">
                        <c:v>0.49562873904127791</c:v>
                      </c:pt>
                      <c:pt idx="235">
                        <c:v>1.6543565247151779</c:v>
                      </c:pt>
                      <c:pt idx="236">
                        <c:v>1.9913274293608048</c:v>
                      </c:pt>
                      <c:pt idx="237">
                        <c:v>1.8534110473959604</c:v>
                      </c:pt>
                      <c:pt idx="238">
                        <c:v>2.8404127473411691</c:v>
                      </c:pt>
                      <c:pt idx="239">
                        <c:v>3.6780154004881371</c:v>
                      </c:pt>
                      <c:pt idx="240">
                        <c:v>4.9683077125371913</c:v>
                      </c:pt>
                      <c:pt idx="241">
                        <c:v>4.6100891922375045</c:v>
                      </c:pt>
                      <c:pt idx="242">
                        <c:v>5.7763335837654477</c:v>
                      </c:pt>
                      <c:pt idx="243">
                        <c:v>5.5541913106348542</c:v>
                      </c:pt>
                      <c:pt idx="244">
                        <c:v>5.7477710751480071</c:v>
                      </c:pt>
                      <c:pt idx="245">
                        <c:v>6.606463976934565</c:v>
                      </c:pt>
                      <c:pt idx="246">
                        <c:v>6.3812607531843781</c:v>
                      </c:pt>
                      <c:pt idx="247">
                        <c:v>6.1138449868738078</c:v>
                      </c:pt>
                      <c:pt idx="248">
                        <c:v>4.7336798267745834</c:v>
                      </c:pt>
                      <c:pt idx="249">
                        <c:v>4.7170047084795126</c:v>
                      </c:pt>
                      <c:pt idx="250">
                        <c:v>5.6352334317305797</c:v>
                      </c:pt>
                      <c:pt idx="251">
                        <c:v>6.2728675429514631</c:v>
                      </c:pt>
                      <c:pt idx="252">
                        <c:v>6.78</c:v>
                      </c:pt>
                      <c:pt idx="253">
                        <c:v>6.18</c:v>
                      </c:pt>
                      <c:pt idx="254">
                        <c:v>5.38</c:v>
                      </c:pt>
                      <c:pt idx="255">
                        <c:v>4.34</c:v>
                      </c:pt>
                      <c:pt idx="256">
                        <c:v>3.66</c:v>
                      </c:pt>
                      <c:pt idx="257">
                        <c:v>3.88</c:v>
                      </c:pt>
                      <c:pt idx="258">
                        <c:v>3.04</c:v>
                      </c:pt>
                      <c:pt idx="259">
                        <c:v>2.5499999999999998</c:v>
                      </c:pt>
                      <c:pt idx="260">
                        <c:v>2.2799999999999998</c:v>
                      </c:pt>
                      <c:pt idx="261">
                        <c:v>1.37</c:v>
                      </c:pt>
                      <c:pt idx="262">
                        <c:v>1.17</c:v>
                      </c:pt>
                      <c:pt idx="263">
                        <c:v>0.18</c:v>
                      </c:pt>
                      <c:pt idx="264">
                        <c:v>0.65</c:v>
                      </c:pt>
                      <c:pt idx="265" formatCode="General">
                        <c:v>0.68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1-61CA-4472-BA4E-ACE0806C4BD6}"/>
                  </c:ext>
                </c:extLst>
              </c15:ser>
            </c15:filteredLineSeries>
          </c:ext>
        </c:extLst>
      </c:lineChart>
      <c:dateAx>
        <c:axId val="907327647"/>
        <c:scaling>
          <c:orientation val="minMax"/>
          <c:max val="45689"/>
          <c:min val="38018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907316607"/>
        <c:crosses val="autoZero"/>
        <c:auto val="1"/>
        <c:lblOffset val="100"/>
        <c:baseTimeUnit val="months"/>
        <c:majorUnit val="12"/>
        <c:majorTimeUnit val="months"/>
      </c:dateAx>
      <c:valAx>
        <c:axId val="907316607"/>
        <c:scaling>
          <c:orientation val="minMax"/>
          <c:min val="-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907327647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200">
          <a:solidFill>
            <a:schemeClr val="tx1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6469816272965873E-2"/>
          <c:y val="9.7222222222222224E-2"/>
          <c:w val="0.91686351706036739"/>
          <c:h val="0.74454469233012543"/>
        </c:manualLayout>
      </c:layout>
      <c:lineChart>
        <c:grouping val="standard"/>
        <c:varyColors val="0"/>
        <c:ser>
          <c:idx val="0"/>
          <c:order val="0"/>
          <c:tx>
            <c:strRef>
              <c:f>Hoja3!$B$2</c:f>
              <c:strCache>
                <c:ptCount val="1"/>
                <c:pt idx="0">
                  <c:v>No VIS</c:v>
                </c:pt>
              </c:strCache>
            </c:strRef>
          </c:tx>
          <c:spPr>
            <a:ln w="28575" cap="rnd">
              <a:solidFill>
                <a:schemeClr val="accent6">
                  <a:lumMod val="40000"/>
                  <a:lumOff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Hoja3!$A$3:$A$34</c:f>
              <c:numCache>
                <c:formatCode>mmm\-yy</c:formatCode>
                <c:ptCount val="32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  <c:pt idx="10">
                  <c:v>45047</c:v>
                </c:pt>
                <c:pt idx="11">
                  <c:v>45078</c:v>
                </c:pt>
                <c:pt idx="12">
                  <c:v>45108</c:v>
                </c:pt>
                <c:pt idx="13">
                  <c:v>45139</c:v>
                </c:pt>
                <c:pt idx="14">
                  <c:v>45170</c:v>
                </c:pt>
                <c:pt idx="15">
                  <c:v>45200</c:v>
                </c:pt>
                <c:pt idx="16">
                  <c:v>45231</c:v>
                </c:pt>
                <c:pt idx="17">
                  <c:v>45261</c:v>
                </c:pt>
                <c:pt idx="18">
                  <c:v>45292</c:v>
                </c:pt>
                <c:pt idx="19">
                  <c:v>45323</c:v>
                </c:pt>
                <c:pt idx="20">
                  <c:v>45352</c:v>
                </c:pt>
                <c:pt idx="21">
                  <c:v>45383</c:v>
                </c:pt>
                <c:pt idx="22">
                  <c:v>45413</c:v>
                </c:pt>
                <c:pt idx="23">
                  <c:v>45444</c:v>
                </c:pt>
                <c:pt idx="24">
                  <c:v>45474</c:v>
                </c:pt>
                <c:pt idx="25">
                  <c:v>45505</c:v>
                </c:pt>
                <c:pt idx="26">
                  <c:v>45536</c:v>
                </c:pt>
                <c:pt idx="27">
                  <c:v>45566</c:v>
                </c:pt>
                <c:pt idx="28">
                  <c:v>45597</c:v>
                </c:pt>
                <c:pt idx="29">
                  <c:v>45627</c:v>
                </c:pt>
                <c:pt idx="30">
                  <c:v>45658</c:v>
                </c:pt>
                <c:pt idx="31">
                  <c:v>45689</c:v>
                </c:pt>
              </c:numCache>
            </c:numRef>
          </c:cat>
          <c:val>
            <c:numRef>
              <c:f>Hoja3!$B$3:$B$34</c:f>
              <c:numCache>
                <c:formatCode>General</c:formatCode>
                <c:ptCount val="32"/>
                <c:pt idx="0">
                  <c:v>10.918421052631583</c:v>
                </c:pt>
                <c:pt idx="1">
                  <c:v>11.697666666666663</c:v>
                </c:pt>
                <c:pt idx="2">
                  <c:v>11.830625000000005</c:v>
                </c:pt>
                <c:pt idx="3">
                  <c:v>11.919310344827585</c:v>
                </c:pt>
                <c:pt idx="4">
                  <c:v>12.043636363636361</c:v>
                </c:pt>
                <c:pt idx="5">
                  <c:v>12.937115384615387</c:v>
                </c:pt>
                <c:pt idx="6">
                  <c:v>13.922222222222219</c:v>
                </c:pt>
                <c:pt idx="7">
                  <c:v>15.468787878787879</c:v>
                </c:pt>
                <c:pt idx="8">
                  <c:v>14.394444444444442</c:v>
                </c:pt>
                <c:pt idx="9">
                  <c:v>14.755454545454544</c:v>
                </c:pt>
                <c:pt idx="10">
                  <c:v>15.289714285714288</c:v>
                </c:pt>
                <c:pt idx="11">
                  <c:v>14.946590909090913</c:v>
                </c:pt>
                <c:pt idx="12">
                  <c:v>15.136315789473686</c:v>
                </c:pt>
                <c:pt idx="13">
                  <c:v>14.724838709677419</c:v>
                </c:pt>
                <c:pt idx="14">
                  <c:v>16.455166666666667</c:v>
                </c:pt>
                <c:pt idx="15">
                  <c:v>16.194875</c:v>
                </c:pt>
                <c:pt idx="16">
                  <c:v>16.534054054054046</c:v>
                </c:pt>
                <c:pt idx="17">
                  <c:v>16.924363636363626</c:v>
                </c:pt>
                <c:pt idx="18">
                  <c:v>16.583255813953489</c:v>
                </c:pt>
                <c:pt idx="19">
                  <c:v>16.260843373493977</c:v>
                </c:pt>
                <c:pt idx="20">
                  <c:v>17.198921568627458</c:v>
                </c:pt>
                <c:pt idx="21">
                  <c:v>16.803333333333327</c:v>
                </c:pt>
                <c:pt idx="22">
                  <c:v>16.724260869565217</c:v>
                </c:pt>
                <c:pt idx="23">
                  <c:v>16.674225352112678</c:v>
                </c:pt>
                <c:pt idx="24">
                  <c:v>15.969571428571433</c:v>
                </c:pt>
                <c:pt idx="25">
                  <c:v>16.055350877192978</c:v>
                </c:pt>
                <c:pt idx="26">
                  <c:v>15.68220930232558</c:v>
                </c:pt>
                <c:pt idx="27">
                  <c:v>15.741395348837212</c:v>
                </c:pt>
                <c:pt idx="28">
                  <c:v>15.126241610738255</c:v>
                </c:pt>
                <c:pt idx="29">
                  <c:v>15.121009174311922</c:v>
                </c:pt>
                <c:pt idx="30">
                  <c:v>14.05858823529412</c:v>
                </c:pt>
                <c:pt idx="31">
                  <c:v>14.960571428571425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B2F-430F-BA98-452BDCF8F717}"/>
            </c:ext>
          </c:extLst>
        </c:ser>
        <c:ser>
          <c:idx val="1"/>
          <c:order val="1"/>
          <c:tx>
            <c:strRef>
              <c:f>Hoja3!$C$2</c:f>
              <c:strCache>
                <c:ptCount val="1"/>
                <c:pt idx="0">
                  <c:v>VIS</c:v>
                </c:pt>
              </c:strCache>
            </c:strRef>
          </c:tx>
          <c:spPr>
            <a:ln w="28575" cap="rnd">
              <a:solidFill>
                <a:schemeClr val="accent3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Hoja3!$A$3:$A$34</c:f>
              <c:numCache>
                <c:formatCode>mmm\-yy</c:formatCode>
                <c:ptCount val="32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  <c:pt idx="10">
                  <c:v>45047</c:v>
                </c:pt>
                <c:pt idx="11">
                  <c:v>45078</c:v>
                </c:pt>
                <c:pt idx="12">
                  <c:v>45108</c:v>
                </c:pt>
                <c:pt idx="13">
                  <c:v>45139</c:v>
                </c:pt>
                <c:pt idx="14">
                  <c:v>45170</c:v>
                </c:pt>
                <c:pt idx="15">
                  <c:v>45200</c:v>
                </c:pt>
                <c:pt idx="16">
                  <c:v>45231</c:v>
                </c:pt>
                <c:pt idx="17">
                  <c:v>45261</c:v>
                </c:pt>
                <c:pt idx="18">
                  <c:v>45292</c:v>
                </c:pt>
                <c:pt idx="19">
                  <c:v>45323</c:v>
                </c:pt>
                <c:pt idx="20">
                  <c:v>45352</c:v>
                </c:pt>
                <c:pt idx="21">
                  <c:v>45383</c:v>
                </c:pt>
                <c:pt idx="22">
                  <c:v>45413</c:v>
                </c:pt>
                <c:pt idx="23">
                  <c:v>45444</c:v>
                </c:pt>
                <c:pt idx="24">
                  <c:v>45474</c:v>
                </c:pt>
                <c:pt idx="25">
                  <c:v>45505</c:v>
                </c:pt>
                <c:pt idx="26">
                  <c:v>45536</c:v>
                </c:pt>
                <c:pt idx="27">
                  <c:v>45566</c:v>
                </c:pt>
                <c:pt idx="28">
                  <c:v>45597</c:v>
                </c:pt>
                <c:pt idx="29">
                  <c:v>45627</c:v>
                </c:pt>
                <c:pt idx="30">
                  <c:v>45658</c:v>
                </c:pt>
                <c:pt idx="31">
                  <c:v>45689</c:v>
                </c:pt>
              </c:numCache>
            </c:numRef>
          </c:cat>
          <c:val>
            <c:numRef>
              <c:f>Hoja3!$C$3:$C$34</c:f>
              <c:numCache>
                <c:formatCode>General</c:formatCode>
                <c:ptCount val="32"/>
                <c:pt idx="0">
                  <c:v>9.7212903225806482</c:v>
                </c:pt>
                <c:pt idx="1">
                  <c:v>10.929047619047619</c:v>
                </c:pt>
                <c:pt idx="2">
                  <c:v>10.811935483870968</c:v>
                </c:pt>
                <c:pt idx="3">
                  <c:v>12.249583333333332</c:v>
                </c:pt>
                <c:pt idx="4">
                  <c:v>11.664347826086958</c:v>
                </c:pt>
                <c:pt idx="5">
                  <c:v>12.887631578947365</c:v>
                </c:pt>
                <c:pt idx="6">
                  <c:v>14.737894736842104</c:v>
                </c:pt>
                <c:pt idx="7">
                  <c:v>14.013913043478258</c:v>
                </c:pt>
                <c:pt idx="8">
                  <c:v>14.360606060606063</c:v>
                </c:pt>
                <c:pt idx="9">
                  <c:v>15.886800000000001</c:v>
                </c:pt>
                <c:pt idx="10">
                  <c:v>14.586315789473684</c:v>
                </c:pt>
                <c:pt idx="11">
                  <c:v>15.31875</c:v>
                </c:pt>
                <c:pt idx="12">
                  <c:v>14.884782608695653</c:v>
                </c:pt>
                <c:pt idx="13">
                  <c:v>15.248636363636365</c:v>
                </c:pt>
                <c:pt idx="14">
                  <c:v>16.154102564102566</c:v>
                </c:pt>
                <c:pt idx="15">
                  <c:v>16.692040816326536</c:v>
                </c:pt>
                <c:pt idx="16">
                  <c:v>16.18945945945946</c:v>
                </c:pt>
                <c:pt idx="17">
                  <c:v>17.570416666666674</c:v>
                </c:pt>
                <c:pt idx="18">
                  <c:v>17.040000000000006</c:v>
                </c:pt>
                <c:pt idx="19">
                  <c:v>17.010000000000005</c:v>
                </c:pt>
                <c:pt idx="20">
                  <c:v>17.124821428571426</c:v>
                </c:pt>
                <c:pt idx="21">
                  <c:v>17.199600000000004</c:v>
                </c:pt>
                <c:pt idx="22">
                  <c:v>15.592542372881358</c:v>
                </c:pt>
                <c:pt idx="23">
                  <c:v>15.979821428571432</c:v>
                </c:pt>
                <c:pt idx="24">
                  <c:v>15.839245283018874</c:v>
                </c:pt>
                <c:pt idx="25">
                  <c:v>15.268720930232563</c:v>
                </c:pt>
                <c:pt idx="26">
                  <c:v>14.641818181818183</c:v>
                </c:pt>
                <c:pt idx="27">
                  <c:v>14.510958904109591</c:v>
                </c:pt>
                <c:pt idx="28">
                  <c:v>14.107931034482762</c:v>
                </c:pt>
                <c:pt idx="29">
                  <c:v>14.141204819277107</c:v>
                </c:pt>
                <c:pt idx="30">
                  <c:v>13.729342105263155</c:v>
                </c:pt>
                <c:pt idx="31">
                  <c:v>13.855925925925924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B2F-430F-BA98-452BDCF8F7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40015264"/>
        <c:axId val="1240012864"/>
      </c:lineChart>
      <c:dateAx>
        <c:axId val="1240015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40012864"/>
        <c:crosses val="autoZero"/>
        <c:auto val="1"/>
        <c:lblOffset val="100"/>
        <c:baseTimeUnit val="months"/>
        <c:majorUnit val="1"/>
        <c:majorTimeUnit val="months"/>
      </c:dateAx>
      <c:valAx>
        <c:axId val="1240012864"/>
        <c:scaling>
          <c:orientation val="minMax"/>
          <c:max val="18"/>
          <c:min val="9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40015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672200349956263"/>
          <c:y val="5.2077865266841649E-3"/>
          <c:w val="0.27766710411198603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0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6469816272965873E-2"/>
          <c:y val="9.7222222222222224E-2"/>
          <c:w val="0.91686351706036739"/>
          <c:h val="0.75084486502808545"/>
        </c:manualLayout>
      </c:layout>
      <c:lineChart>
        <c:grouping val="standard"/>
        <c:varyColors val="0"/>
        <c:ser>
          <c:idx val="0"/>
          <c:order val="0"/>
          <c:tx>
            <c:strRef>
              <c:f>uvr!$B$2</c:f>
              <c:strCache>
                <c:ptCount val="1"/>
                <c:pt idx="0">
                  <c:v>No VIS (UVR)</c:v>
                </c:pt>
              </c:strCache>
            </c:strRef>
          </c:tx>
          <c:spPr>
            <a:ln w="28575" cap="rnd">
              <a:solidFill>
                <a:schemeClr val="accent6">
                  <a:lumMod val="40000"/>
                  <a:lumOff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uvr!$A$3:$A$34</c:f>
              <c:numCache>
                <c:formatCode>mmm\-yy</c:formatCode>
                <c:ptCount val="32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  <c:pt idx="10">
                  <c:v>45047</c:v>
                </c:pt>
                <c:pt idx="11">
                  <c:v>45078</c:v>
                </c:pt>
                <c:pt idx="12">
                  <c:v>45108</c:v>
                </c:pt>
                <c:pt idx="13">
                  <c:v>45139</c:v>
                </c:pt>
                <c:pt idx="14">
                  <c:v>45170</c:v>
                </c:pt>
                <c:pt idx="15">
                  <c:v>45200</c:v>
                </c:pt>
                <c:pt idx="16">
                  <c:v>45231</c:v>
                </c:pt>
                <c:pt idx="17">
                  <c:v>45261</c:v>
                </c:pt>
                <c:pt idx="18">
                  <c:v>45292</c:v>
                </c:pt>
                <c:pt idx="19">
                  <c:v>45323</c:v>
                </c:pt>
                <c:pt idx="20">
                  <c:v>45352</c:v>
                </c:pt>
                <c:pt idx="21">
                  <c:v>45383</c:v>
                </c:pt>
                <c:pt idx="22">
                  <c:v>45413</c:v>
                </c:pt>
                <c:pt idx="23">
                  <c:v>45444</c:v>
                </c:pt>
                <c:pt idx="24">
                  <c:v>45474</c:v>
                </c:pt>
                <c:pt idx="25">
                  <c:v>45505</c:v>
                </c:pt>
                <c:pt idx="26">
                  <c:v>45536</c:v>
                </c:pt>
                <c:pt idx="27">
                  <c:v>45566</c:v>
                </c:pt>
                <c:pt idx="28">
                  <c:v>45597</c:v>
                </c:pt>
                <c:pt idx="29">
                  <c:v>45627</c:v>
                </c:pt>
                <c:pt idx="30">
                  <c:v>45658</c:v>
                </c:pt>
                <c:pt idx="31">
                  <c:v>45689</c:v>
                </c:pt>
              </c:numCache>
            </c:numRef>
          </c:cat>
          <c:val>
            <c:numRef>
              <c:f>uvr!$B$3:$B$34</c:f>
              <c:numCache>
                <c:formatCode>General</c:formatCode>
                <c:ptCount val="32"/>
                <c:pt idx="0">
                  <c:v>4.3708023817256603</c:v>
                </c:pt>
                <c:pt idx="1">
                  <c:v>6.0364905583203496</c:v>
                </c:pt>
                <c:pt idx="2">
                  <c:v>5.7791704078678103</c:v>
                </c:pt>
                <c:pt idx="3">
                  <c:v>5.5044576065809903</c:v>
                </c:pt>
                <c:pt idx="4">
                  <c:v>6.4367243669249401</c:v>
                </c:pt>
                <c:pt idx="5">
                  <c:v>6.8934962282805099</c:v>
                </c:pt>
                <c:pt idx="6">
                  <c:v>6.4961165831746097</c:v>
                </c:pt>
                <c:pt idx="7">
                  <c:v>8.1887774761121808</c:v>
                </c:pt>
                <c:pt idx="8">
                  <c:v>6.9292754218174499</c:v>
                </c:pt>
                <c:pt idx="9">
                  <c:v>6.9941189039741998</c:v>
                </c:pt>
                <c:pt idx="10">
                  <c:v>7.8512565580772904</c:v>
                </c:pt>
                <c:pt idx="11">
                  <c:v>7.054208559558</c:v>
                </c:pt>
                <c:pt idx="12">
                  <c:v>7.3134374338606598</c:v>
                </c:pt>
                <c:pt idx="13">
                  <c:v>7.3868560996783001</c:v>
                </c:pt>
                <c:pt idx="14">
                  <c:v>7.5486030424177804</c:v>
                </c:pt>
                <c:pt idx="15">
                  <c:v>7.4626552127261601</c:v>
                </c:pt>
                <c:pt idx="16">
                  <c:v>7.3223215786020504</c:v>
                </c:pt>
                <c:pt idx="17">
                  <c:v>6.9332686608948997</c:v>
                </c:pt>
                <c:pt idx="18">
                  <c:v>7.4094304989933999</c:v>
                </c:pt>
                <c:pt idx="19">
                  <c:v>7.2071384315527398</c:v>
                </c:pt>
                <c:pt idx="20">
                  <c:v>7.2138803009649202</c:v>
                </c:pt>
                <c:pt idx="21">
                  <c:v>7.25370311782277</c:v>
                </c:pt>
                <c:pt idx="22">
                  <c:v>7.2684251316160404</c:v>
                </c:pt>
                <c:pt idx="23">
                  <c:v>7.16643454068931</c:v>
                </c:pt>
                <c:pt idx="24">
                  <c:v>7.3081138611465102</c:v>
                </c:pt>
                <c:pt idx="25">
                  <c:v>7.3389745559596404</c:v>
                </c:pt>
                <c:pt idx="26">
                  <c:v>7.1716703665953698</c:v>
                </c:pt>
                <c:pt idx="27">
                  <c:v>7.0907384669578999</c:v>
                </c:pt>
                <c:pt idx="28">
                  <c:v>7.0094472403056196</c:v>
                </c:pt>
                <c:pt idx="29">
                  <c:v>6.7973200907292401</c:v>
                </c:pt>
                <c:pt idx="30">
                  <c:v>6.8362112815192102</c:v>
                </c:pt>
                <c:pt idx="31">
                  <c:v>7.0066770502700599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34A-42CE-85E2-F922E076FE3F}"/>
            </c:ext>
          </c:extLst>
        </c:ser>
        <c:ser>
          <c:idx val="1"/>
          <c:order val="1"/>
          <c:tx>
            <c:strRef>
              <c:f>uvr!$C$2</c:f>
              <c:strCache>
                <c:ptCount val="1"/>
                <c:pt idx="0">
                  <c:v>VIS (UVR)</c:v>
                </c:pt>
              </c:strCache>
            </c:strRef>
          </c:tx>
          <c:spPr>
            <a:ln w="28575" cap="rnd">
              <a:solidFill>
                <a:schemeClr val="accent3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uvr!$A$3:$A$34</c:f>
              <c:numCache>
                <c:formatCode>mmm\-yy</c:formatCode>
                <c:ptCount val="32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  <c:pt idx="10">
                  <c:v>45047</c:v>
                </c:pt>
                <c:pt idx="11">
                  <c:v>45078</c:v>
                </c:pt>
                <c:pt idx="12">
                  <c:v>45108</c:v>
                </c:pt>
                <c:pt idx="13">
                  <c:v>45139</c:v>
                </c:pt>
                <c:pt idx="14">
                  <c:v>45170</c:v>
                </c:pt>
                <c:pt idx="15">
                  <c:v>45200</c:v>
                </c:pt>
                <c:pt idx="16">
                  <c:v>45231</c:v>
                </c:pt>
                <c:pt idx="17">
                  <c:v>45261</c:v>
                </c:pt>
                <c:pt idx="18">
                  <c:v>45292</c:v>
                </c:pt>
                <c:pt idx="19">
                  <c:v>45323</c:v>
                </c:pt>
                <c:pt idx="20">
                  <c:v>45352</c:v>
                </c:pt>
                <c:pt idx="21">
                  <c:v>45383</c:v>
                </c:pt>
                <c:pt idx="22">
                  <c:v>45413</c:v>
                </c:pt>
                <c:pt idx="23">
                  <c:v>45444</c:v>
                </c:pt>
                <c:pt idx="24">
                  <c:v>45474</c:v>
                </c:pt>
                <c:pt idx="25">
                  <c:v>45505</c:v>
                </c:pt>
                <c:pt idx="26">
                  <c:v>45536</c:v>
                </c:pt>
                <c:pt idx="27">
                  <c:v>45566</c:v>
                </c:pt>
                <c:pt idx="28">
                  <c:v>45597</c:v>
                </c:pt>
                <c:pt idx="29">
                  <c:v>45627</c:v>
                </c:pt>
                <c:pt idx="30">
                  <c:v>45658</c:v>
                </c:pt>
                <c:pt idx="31">
                  <c:v>45689</c:v>
                </c:pt>
              </c:numCache>
            </c:numRef>
          </c:cat>
          <c:val>
            <c:numRef>
              <c:f>uvr!$C$3:$C$34</c:f>
              <c:numCache>
                <c:formatCode>General</c:formatCode>
                <c:ptCount val="32"/>
                <c:pt idx="0">
                  <c:v>4.1969202339505296</c:v>
                </c:pt>
                <c:pt idx="1">
                  <c:v>4.9946053142736897</c:v>
                </c:pt>
                <c:pt idx="2">
                  <c:v>5.2637972600367497</c:v>
                </c:pt>
                <c:pt idx="3">
                  <c:v>5.2558484441057001</c:v>
                </c:pt>
                <c:pt idx="4">
                  <c:v>5.9231770778374999</c:v>
                </c:pt>
                <c:pt idx="5">
                  <c:v>6.6846795348086596</c:v>
                </c:pt>
                <c:pt idx="6">
                  <c:v>6.6200051610993604</c:v>
                </c:pt>
                <c:pt idx="7">
                  <c:v>7.5666834616954404</c:v>
                </c:pt>
                <c:pt idx="8">
                  <c:v>7.1149028267704004</c:v>
                </c:pt>
                <c:pt idx="9">
                  <c:v>6.9259029772938296</c:v>
                </c:pt>
                <c:pt idx="10">
                  <c:v>6.6940754427849898</c:v>
                </c:pt>
                <c:pt idx="11">
                  <c:v>6.9142321478529896</c:v>
                </c:pt>
                <c:pt idx="12">
                  <c:v>6.8580345741046198</c:v>
                </c:pt>
                <c:pt idx="13">
                  <c:v>7.1027051710551499</c:v>
                </c:pt>
                <c:pt idx="14">
                  <c:v>6.7665548878201003</c:v>
                </c:pt>
                <c:pt idx="15">
                  <c:v>6.6419779863562898</c:v>
                </c:pt>
                <c:pt idx="16">
                  <c:v>6.7580244357250701</c:v>
                </c:pt>
                <c:pt idx="17">
                  <c:v>6.6921272246891297</c:v>
                </c:pt>
                <c:pt idx="18">
                  <c:v>6.9551342496674797</c:v>
                </c:pt>
                <c:pt idx="19">
                  <c:v>6.7391973753521102</c:v>
                </c:pt>
                <c:pt idx="20">
                  <c:v>6.4246455240534699</c:v>
                </c:pt>
                <c:pt idx="21">
                  <c:v>6.4761340783386201</c:v>
                </c:pt>
                <c:pt idx="22">
                  <c:v>6.5867119309876996</c:v>
                </c:pt>
                <c:pt idx="23">
                  <c:v>6.6792496350401702</c:v>
                </c:pt>
                <c:pt idx="24">
                  <c:v>6.7019319054083404</c:v>
                </c:pt>
                <c:pt idx="25">
                  <c:v>6.6983338139438997</c:v>
                </c:pt>
                <c:pt idx="26">
                  <c:v>6.6244791013468101</c:v>
                </c:pt>
                <c:pt idx="27">
                  <c:v>6.6111522377185201</c:v>
                </c:pt>
                <c:pt idx="28">
                  <c:v>6.44027313195663</c:v>
                </c:pt>
                <c:pt idx="29">
                  <c:v>6.6344255986137899</c:v>
                </c:pt>
                <c:pt idx="30">
                  <c:v>6.6031341369663403</c:v>
                </c:pt>
                <c:pt idx="31">
                  <c:v>6.6310522106839098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34A-42CE-85E2-F922E076FE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40015264"/>
        <c:axId val="1240012864"/>
      </c:lineChart>
      <c:dateAx>
        <c:axId val="1240015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40012864"/>
        <c:crosses val="autoZero"/>
        <c:auto val="1"/>
        <c:lblOffset val="100"/>
        <c:baseTimeUnit val="months"/>
        <c:majorUnit val="1"/>
        <c:majorTimeUnit val="months"/>
      </c:dateAx>
      <c:valAx>
        <c:axId val="1240012864"/>
        <c:scaling>
          <c:orientation val="minMax"/>
          <c:max val="9"/>
          <c:min val="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4001526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9388541267827777"/>
          <c:y val="5.2077865266841649E-3"/>
          <c:w val="0.65687583851379561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>
          <a:solidFill>
            <a:sysClr val="windowText" lastClr="000000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Adquisición No VIS</c:v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cat>
            <c:numRef>
              <c:f>'Tasas interés - Adquisición'!$A$8:$A$15</c:f>
              <c:numCache>
                <c:formatCode>m/d/yyyy</c:formatCode>
                <c:ptCount val="8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</c:numCache>
            </c:numRef>
          </c:cat>
          <c:val>
            <c:numRef>
              <c:f>'Tasas interés - Adquisición'!$B$8:$B$15</c:f>
              <c:numCache>
                <c:formatCode>_(* #.##000_);_(* \(#.##000\);_(* "-"??_);_(@_)</c:formatCode>
                <c:ptCount val="8"/>
                <c:pt idx="0">
                  <c:v>11.355975482412401</c:v>
                </c:pt>
                <c:pt idx="1">
                  <c:v>11.2993861942899</c:v>
                </c:pt>
                <c:pt idx="2">
                  <c:v>11.243964658371199</c:v>
                </c:pt>
                <c:pt idx="3">
                  <c:v>11.157440645079999</c:v>
                </c:pt>
                <c:pt idx="4">
                  <c:v>11.3093197131818</c:v>
                </c:pt>
                <c:pt idx="5">
                  <c:v>11.374290546739701</c:v>
                </c:pt>
                <c:pt idx="6">
                  <c:v>11.400296249239499</c:v>
                </c:pt>
                <c:pt idx="7">
                  <c:v>11.5810874291641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4B1-4D73-9BEF-D7801B6CD09C}"/>
            </c:ext>
          </c:extLst>
        </c:ser>
        <c:ser>
          <c:idx val="2"/>
          <c:order val="1"/>
          <c:tx>
            <c:v>Adquisición VIS</c:v>
          </c:tx>
          <c:spPr>
            <a:ln w="28575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cat>
            <c:numRef>
              <c:f>'Tasas interés - Adquisición'!$A$8:$A$15</c:f>
              <c:numCache>
                <c:formatCode>m/d/yyyy</c:formatCode>
                <c:ptCount val="8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</c:numCache>
            </c:numRef>
          </c:cat>
          <c:val>
            <c:numRef>
              <c:f>'Tasas interés - Adquisición'!$D$8:$D$15</c:f>
              <c:numCache>
                <c:formatCode>_(* #.##000_);_(* \(#.##000\);_(* "-"??_);_(@_)</c:formatCode>
                <c:ptCount val="8"/>
                <c:pt idx="0">
                  <c:v>11.2590355667007</c:v>
                </c:pt>
                <c:pt idx="1">
                  <c:v>11.1766463433346</c:v>
                </c:pt>
                <c:pt idx="2">
                  <c:v>11.209461452878701</c:v>
                </c:pt>
                <c:pt idx="3">
                  <c:v>11.1455660909294</c:v>
                </c:pt>
                <c:pt idx="4">
                  <c:v>11.217073367739699</c:v>
                </c:pt>
                <c:pt idx="5">
                  <c:v>11.220539764950299</c:v>
                </c:pt>
                <c:pt idx="6">
                  <c:v>11.287511773703599</c:v>
                </c:pt>
                <c:pt idx="7">
                  <c:v>11.329178893222201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54B1-4D73-9BEF-D7801B6CD0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Adquisición'!$A$5:$A$15</c:f>
              <c:numCache>
                <c:formatCode>m/d/yyyy</c:formatCode>
                <c:ptCount val="11"/>
                <c:pt idx="0">
                  <c:v>45632</c:v>
                </c:pt>
                <c:pt idx="1">
                  <c:v>45639</c:v>
                </c:pt>
                <c:pt idx="2">
                  <c:v>45646</c:v>
                </c:pt>
                <c:pt idx="3">
                  <c:v>45653</c:v>
                </c:pt>
                <c:pt idx="4">
                  <c:v>45660</c:v>
                </c:pt>
                <c:pt idx="5">
                  <c:v>45667</c:v>
                </c:pt>
                <c:pt idx="6">
                  <c:v>45674</c:v>
                </c:pt>
                <c:pt idx="7">
                  <c:v>45681</c:v>
                </c:pt>
                <c:pt idx="8">
                  <c:v>45688</c:v>
                </c:pt>
                <c:pt idx="9">
                  <c:v>45695</c:v>
                </c:pt>
                <c:pt idx="10">
                  <c:v>45702</c:v>
                </c:pt>
              </c:numCache>
            </c:numRef>
          </c:cat>
          <c:val>
            <c:numRef>
              <c:f>'Tasas interés - Adquisición'!$C$5:$C$15</c:f>
              <c:numCache>
                <c:formatCode>_(* #.##000_);_(* \(#.##000\);_(* "-"??_);_(@_)</c:formatCode>
                <c:ptCount val="11"/>
                <c:pt idx="0">
                  <c:v>7.62100095403924</c:v>
                </c:pt>
                <c:pt idx="1">
                  <c:v>7.3109255730522396</c:v>
                </c:pt>
                <c:pt idx="2">
                  <c:v>7.3275641443073098</c:v>
                </c:pt>
                <c:pt idx="3">
                  <c:v>7.3917090133223198</c:v>
                </c:pt>
                <c:pt idx="4">
                  <c:v>7.3209599548483704</c:v>
                </c:pt>
                <c:pt idx="5">
                  <c:v>7.4468898795109801</c:v>
                </c:pt>
                <c:pt idx="6">
                  <c:v>7.64463703660177</c:v>
                </c:pt>
                <c:pt idx="7">
                  <c:v>7.63109591714543</c:v>
                </c:pt>
                <c:pt idx="8">
                  <c:v>7.4522502487895697</c:v>
                </c:pt>
                <c:pt idx="9">
                  <c:v>7.6834762926493996</c:v>
                </c:pt>
                <c:pt idx="10">
                  <c:v>7.3799694819336299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128-4279-A7E6-0138F27DE6AB}"/>
            </c:ext>
          </c:extLst>
        </c:ser>
        <c:ser>
          <c:idx val="2"/>
          <c:order val="1"/>
          <c:tx>
            <c:v>VIS</c:v>
          </c:tx>
          <c:spPr>
            <a:ln w="28575" cap="rnd">
              <a:solidFill>
                <a:srgbClr val="0070C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Adquisición'!$A$5:$A$15</c:f>
              <c:numCache>
                <c:formatCode>m/d/yyyy</c:formatCode>
                <c:ptCount val="11"/>
                <c:pt idx="0">
                  <c:v>45632</c:v>
                </c:pt>
                <c:pt idx="1">
                  <c:v>45639</c:v>
                </c:pt>
                <c:pt idx="2">
                  <c:v>45646</c:v>
                </c:pt>
                <c:pt idx="3">
                  <c:v>45653</c:v>
                </c:pt>
                <c:pt idx="4">
                  <c:v>45660</c:v>
                </c:pt>
                <c:pt idx="5">
                  <c:v>45667</c:v>
                </c:pt>
                <c:pt idx="6">
                  <c:v>45674</c:v>
                </c:pt>
                <c:pt idx="7">
                  <c:v>45681</c:v>
                </c:pt>
                <c:pt idx="8">
                  <c:v>45688</c:v>
                </c:pt>
                <c:pt idx="9">
                  <c:v>45695</c:v>
                </c:pt>
                <c:pt idx="10">
                  <c:v>45702</c:v>
                </c:pt>
              </c:numCache>
            </c:numRef>
          </c:cat>
          <c:val>
            <c:numRef>
              <c:f>'Tasas interés - Adquisición'!$E$5:$E$15</c:f>
              <c:numCache>
                <c:formatCode>_(* #.##000_);_(* \(#.##000\);_(* "-"??_);_(@_)</c:formatCode>
                <c:ptCount val="11"/>
                <c:pt idx="0">
                  <c:v>6.0073642391681696</c:v>
                </c:pt>
                <c:pt idx="1">
                  <c:v>5.9765911203238797</c:v>
                </c:pt>
                <c:pt idx="2">
                  <c:v>6.0335598610801897</c:v>
                </c:pt>
                <c:pt idx="3">
                  <c:v>5.9818484646670003</c:v>
                </c:pt>
                <c:pt idx="4">
                  <c:v>6.4245621839563496</c:v>
                </c:pt>
                <c:pt idx="5">
                  <c:v>5.8380085336861498</c:v>
                </c:pt>
                <c:pt idx="6">
                  <c:v>5.8648341093945504</c:v>
                </c:pt>
                <c:pt idx="7">
                  <c:v>6.0596190124909901</c:v>
                </c:pt>
                <c:pt idx="8">
                  <c:v>6.2580768337314998</c:v>
                </c:pt>
                <c:pt idx="9">
                  <c:v>5.8861902914566402</c:v>
                </c:pt>
                <c:pt idx="10">
                  <c:v>5.9633881644334501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128-4279-A7E6-0138F27DE6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  <c:min val="45653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  <c:min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* #.##000_);_(* \(#.##000\);_(* &quot;-&quot;??_);_(@_)" sourceLinked="1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4353252056337517E-2"/>
          <c:y val="0.11166737948520515"/>
          <c:w val="0.84526574317952841"/>
          <c:h val="0.71770152950492117"/>
        </c:manualLayout>
      </c:layout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dLbls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BB7-44DD-8DF6-BAF523C134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Adquisición'!$A$5:$A$13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Adquisición'!$B$5:$B$13</c:f>
              <c:numCache>
                <c:formatCode>_(* #,##0.00_);_(* \(#,##0.00\);_(* "-"??_);_(@_)</c:formatCode>
                <c:ptCount val="9"/>
                <c:pt idx="0">
                  <c:v>14.185</c:v>
                </c:pt>
                <c:pt idx="1">
                  <c:v>12</c:v>
                </c:pt>
                <c:pt idx="2">
                  <c:v>14.9583333</c:v>
                </c:pt>
                <c:pt idx="3">
                  <c:v>14.5163636</c:v>
                </c:pt>
                <c:pt idx="4">
                  <c:v>13.550454500000001</c:v>
                </c:pt>
                <c:pt idx="5">
                  <c:v>13.6880769</c:v>
                </c:pt>
                <c:pt idx="6">
                  <c:v>14.6038462</c:v>
                </c:pt>
                <c:pt idx="7">
                  <c:v>13.250769200000001</c:v>
                </c:pt>
                <c:pt idx="8">
                  <c:v>13.4621739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BB7-44DD-8DF6-BAF523C13420}"/>
            </c:ext>
          </c:extLst>
        </c:ser>
        <c:ser>
          <c:idx val="2"/>
          <c:order val="1"/>
          <c:tx>
            <c:v>VIS</c:v>
          </c:tx>
          <c:spPr>
            <a:ln w="28575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dLbls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BB7-44DD-8DF6-BAF523C134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70C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Adquisición'!$A$5:$A$13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Adquisición'!$D$5:$D$13</c:f>
              <c:numCache>
                <c:formatCode>_(* #,##0.00_);_(* \(#,##0.00\);_(* "-"??_);_(@_)</c:formatCode>
                <c:ptCount val="9"/>
                <c:pt idx="0">
                  <c:v>14.4795</c:v>
                </c:pt>
                <c:pt idx="1">
                  <c:v>13.748888900000001</c:v>
                </c:pt>
                <c:pt idx="2">
                  <c:v>13.465</c:v>
                </c:pt>
                <c:pt idx="3">
                  <c:v>12.8842857</c:v>
                </c:pt>
                <c:pt idx="4">
                  <c:v>14.4825926</c:v>
                </c:pt>
                <c:pt idx="5">
                  <c:v>14.2416</c:v>
                </c:pt>
                <c:pt idx="6">
                  <c:v>14.8825</c:v>
                </c:pt>
                <c:pt idx="7">
                  <c:v>14.920769200000001</c:v>
                </c:pt>
                <c:pt idx="8">
                  <c:v>13.853636399999999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BB7-44DD-8DF6-BAF523C134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  <c:max val="45709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  <c:min val="1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4353252056337517E-2"/>
          <c:y val="0.11166737948520515"/>
          <c:w val="0.84526574317952841"/>
          <c:h val="0.71770152950492117"/>
        </c:manualLayout>
      </c:layout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543-A4CD-A49CD4C3954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Adquisición'!$A$5:$A$13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Adquisición'!$B$5:$B$13</c:f>
              <c:numCache>
                <c:formatCode>_(* #,##0.00_);_(* \(#,##0.00\);_(* "-"??_);_(@_)</c:formatCode>
                <c:ptCount val="9"/>
                <c:pt idx="0">
                  <c:v>7.2450000000000001</c:v>
                </c:pt>
                <c:pt idx="1">
                  <c:v>7.65</c:v>
                </c:pt>
                <c:pt idx="2">
                  <c:v>6.9883333299999997</c:v>
                </c:pt>
                <c:pt idx="3">
                  <c:v>7.5910714300000004</c:v>
                </c:pt>
                <c:pt idx="4">
                  <c:v>6.8802631600000002</c:v>
                </c:pt>
                <c:pt idx="5">
                  <c:v>6.8953333299999997</c:v>
                </c:pt>
                <c:pt idx="6">
                  <c:v>7.1859999999999999</c:v>
                </c:pt>
                <c:pt idx="7">
                  <c:v>7.0957142900000001</c:v>
                </c:pt>
                <c:pt idx="8">
                  <c:v>6.851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13F-4543-A4CD-A49CD4C3954E}"/>
            </c:ext>
          </c:extLst>
        </c:ser>
        <c:ser>
          <c:idx val="2"/>
          <c:order val="1"/>
          <c:tx>
            <c:v>VIS</c:v>
          </c:tx>
          <c:spPr>
            <a:ln w="28575" cap="rnd">
              <a:solidFill>
                <a:srgbClr val="0070C0"/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13F-4543-A4CD-A49CD4C3954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70C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Adquisición'!$A$5:$A$13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Adquisición'!$D$5:$D$13</c:f>
              <c:numCache>
                <c:formatCode>_(* #,##0.00_);_(* \(#,##0.00\);_(* "-"??_);_(@_)</c:formatCode>
                <c:ptCount val="9"/>
                <c:pt idx="0">
                  <c:v>8.0823529399999998</c:v>
                </c:pt>
                <c:pt idx="1">
                  <c:v>7.9</c:v>
                </c:pt>
                <c:pt idx="2">
                  <c:v>8.7799999999999994</c:v>
                </c:pt>
                <c:pt idx="3">
                  <c:v>7.6617857100000002</c:v>
                </c:pt>
                <c:pt idx="4">
                  <c:v>8.1089473699999992</c:v>
                </c:pt>
                <c:pt idx="5">
                  <c:v>7.4019354799999997</c:v>
                </c:pt>
                <c:pt idx="6">
                  <c:v>8.5755555599999997</c:v>
                </c:pt>
                <c:pt idx="7">
                  <c:v>8.0669230800000005</c:v>
                </c:pt>
                <c:pt idx="8">
                  <c:v>7.3731818200000001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E13F-4543-A4CD-A49CD4C395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  <c:max val="45709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  <c:min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6188900787189989"/>
          <c:y val="1.8697684210836264E-2"/>
          <c:w val="0.54408727699671189"/>
          <c:h val="5.769339772992446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Adquisición No VIS</c:v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cat>
            <c:numRef>
              <c:f>'Tasas interés - Adquisición'!$A$8:$A$15</c:f>
              <c:numCache>
                <c:formatCode>m/d/yyyy</c:formatCode>
                <c:ptCount val="8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</c:numCache>
            </c:numRef>
          </c:cat>
          <c:val>
            <c:numRef>
              <c:f>'Tasas interés - Adquisición'!$B$8:$B$15</c:f>
              <c:numCache>
                <c:formatCode>_(* #.##000_);_(* \(#.##000\);_(* "-"??_);_(@_)</c:formatCode>
                <c:ptCount val="8"/>
                <c:pt idx="0">
                  <c:v>11.355975482412401</c:v>
                </c:pt>
                <c:pt idx="1">
                  <c:v>11.2993861942899</c:v>
                </c:pt>
                <c:pt idx="2">
                  <c:v>11.243964658371199</c:v>
                </c:pt>
                <c:pt idx="3">
                  <c:v>11.157440645079999</c:v>
                </c:pt>
                <c:pt idx="4">
                  <c:v>11.3093197131818</c:v>
                </c:pt>
                <c:pt idx="5">
                  <c:v>11.374290546739701</c:v>
                </c:pt>
                <c:pt idx="6">
                  <c:v>11.400296249239499</c:v>
                </c:pt>
                <c:pt idx="7">
                  <c:v>11.5810874291641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4B1-4D73-9BEF-D7801B6CD09C}"/>
            </c:ext>
          </c:extLst>
        </c:ser>
        <c:ser>
          <c:idx val="2"/>
          <c:order val="1"/>
          <c:tx>
            <c:v>Adquisición VIS</c:v>
          </c:tx>
          <c:spPr>
            <a:ln w="28575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cat>
            <c:numRef>
              <c:f>'Tasas interés - Adquisición'!$A$8:$A$15</c:f>
              <c:numCache>
                <c:formatCode>m/d/yyyy</c:formatCode>
                <c:ptCount val="8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</c:numCache>
            </c:numRef>
          </c:cat>
          <c:val>
            <c:numRef>
              <c:f>'Tasas interés - Adquisición'!$D$8:$D$15</c:f>
              <c:numCache>
                <c:formatCode>_(* #.##000_);_(* \(#.##000\);_(* "-"??_);_(@_)</c:formatCode>
                <c:ptCount val="8"/>
                <c:pt idx="0">
                  <c:v>11.2590355667007</c:v>
                </c:pt>
                <c:pt idx="1">
                  <c:v>11.1766463433346</c:v>
                </c:pt>
                <c:pt idx="2">
                  <c:v>11.209461452878701</c:v>
                </c:pt>
                <c:pt idx="3">
                  <c:v>11.1455660909294</c:v>
                </c:pt>
                <c:pt idx="4">
                  <c:v>11.217073367739699</c:v>
                </c:pt>
                <c:pt idx="5">
                  <c:v>11.220539764950299</c:v>
                </c:pt>
                <c:pt idx="6">
                  <c:v>11.287511773703599</c:v>
                </c:pt>
                <c:pt idx="7">
                  <c:v>11.329178893222201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54B1-4D73-9BEF-D7801B6CD0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Adquisición'!$A$5:$A$15</c:f>
              <c:numCache>
                <c:formatCode>m/d/yyyy</c:formatCode>
                <c:ptCount val="11"/>
                <c:pt idx="0">
                  <c:v>45632</c:v>
                </c:pt>
                <c:pt idx="1">
                  <c:v>45639</c:v>
                </c:pt>
                <c:pt idx="2">
                  <c:v>45646</c:v>
                </c:pt>
                <c:pt idx="3">
                  <c:v>45653</c:v>
                </c:pt>
                <c:pt idx="4">
                  <c:v>45660</c:v>
                </c:pt>
                <c:pt idx="5">
                  <c:v>45667</c:v>
                </c:pt>
                <c:pt idx="6">
                  <c:v>45674</c:v>
                </c:pt>
                <c:pt idx="7">
                  <c:v>45681</c:v>
                </c:pt>
                <c:pt idx="8">
                  <c:v>45688</c:v>
                </c:pt>
                <c:pt idx="9">
                  <c:v>45695</c:v>
                </c:pt>
                <c:pt idx="10">
                  <c:v>45702</c:v>
                </c:pt>
              </c:numCache>
            </c:numRef>
          </c:cat>
          <c:val>
            <c:numRef>
              <c:f>'Tasas interés - Adquisición'!$C$5:$C$15</c:f>
              <c:numCache>
                <c:formatCode>_(* #.##000_);_(* \(#.##000\);_(* "-"??_);_(@_)</c:formatCode>
                <c:ptCount val="11"/>
                <c:pt idx="0">
                  <c:v>7.62100095403924</c:v>
                </c:pt>
                <c:pt idx="1">
                  <c:v>7.3109255730522396</c:v>
                </c:pt>
                <c:pt idx="2">
                  <c:v>7.3275641443073098</c:v>
                </c:pt>
                <c:pt idx="3">
                  <c:v>7.3917090133223198</c:v>
                </c:pt>
                <c:pt idx="4">
                  <c:v>7.3209599548483704</c:v>
                </c:pt>
                <c:pt idx="5">
                  <c:v>7.4468898795109801</c:v>
                </c:pt>
                <c:pt idx="6">
                  <c:v>7.64463703660177</c:v>
                </c:pt>
                <c:pt idx="7">
                  <c:v>7.63109591714543</c:v>
                </c:pt>
                <c:pt idx="8">
                  <c:v>7.4522502487895697</c:v>
                </c:pt>
                <c:pt idx="9">
                  <c:v>7.6834762926493996</c:v>
                </c:pt>
                <c:pt idx="10">
                  <c:v>7.3799694819336299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128-4279-A7E6-0138F27DE6AB}"/>
            </c:ext>
          </c:extLst>
        </c:ser>
        <c:ser>
          <c:idx val="2"/>
          <c:order val="1"/>
          <c:tx>
            <c:v>VIS</c:v>
          </c:tx>
          <c:spPr>
            <a:ln w="28575" cap="rnd">
              <a:solidFill>
                <a:srgbClr val="0070C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Adquisición'!$A$5:$A$15</c:f>
              <c:numCache>
                <c:formatCode>m/d/yyyy</c:formatCode>
                <c:ptCount val="11"/>
                <c:pt idx="0">
                  <c:v>45632</c:v>
                </c:pt>
                <c:pt idx="1">
                  <c:v>45639</c:v>
                </c:pt>
                <c:pt idx="2">
                  <c:v>45646</c:v>
                </c:pt>
                <c:pt idx="3">
                  <c:v>45653</c:v>
                </c:pt>
                <c:pt idx="4">
                  <c:v>45660</c:v>
                </c:pt>
                <c:pt idx="5">
                  <c:v>45667</c:v>
                </c:pt>
                <c:pt idx="6">
                  <c:v>45674</c:v>
                </c:pt>
                <c:pt idx="7">
                  <c:v>45681</c:v>
                </c:pt>
                <c:pt idx="8">
                  <c:v>45688</c:v>
                </c:pt>
                <c:pt idx="9">
                  <c:v>45695</c:v>
                </c:pt>
                <c:pt idx="10">
                  <c:v>45702</c:v>
                </c:pt>
              </c:numCache>
            </c:numRef>
          </c:cat>
          <c:val>
            <c:numRef>
              <c:f>'Tasas interés - Adquisición'!$E$5:$E$15</c:f>
              <c:numCache>
                <c:formatCode>_(* #.##000_);_(* \(#.##000\);_(* "-"??_);_(@_)</c:formatCode>
                <c:ptCount val="11"/>
                <c:pt idx="0">
                  <c:v>6.0073642391681696</c:v>
                </c:pt>
                <c:pt idx="1">
                  <c:v>5.9765911203238797</c:v>
                </c:pt>
                <c:pt idx="2">
                  <c:v>6.0335598610801897</c:v>
                </c:pt>
                <c:pt idx="3">
                  <c:v>5.9818484646670003</c:v>
                </c:pt>
                <c:pt idx="4">
                  <c:v>6.4245621839563496</c:v>
                </c:pt>
                <c:pt idx="5">
                  <c:v>5.8380085336861498</c:v>
                </c:pt>
                <c:pt idx="6">
                  <c:v>5.8648341093945504</c:v>
                </c:pt>
                <c:pt idx="7">
                  <c:v>6.0596190124909901</c:v>
                </c:pt>
                <c:pt idx="8">
                  <c:v>6.2580768337314998</c:v>
                </c:pt>
                <c:pt idx="9">
                  <c:v>5.8861902914566402</c:v>
                </c:pt>
                <c:pt idx="10">
                  <c:v>5.9633881644334501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128-4279-A7E6-0138F27DE6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  <c:min val="45653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  <c:min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* #.##000_);_(* \(#.##000\);_(* &quot;-&quot;??_);_(@_)" sourceLinked="1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4353252056337517E-2"/>
          <c:y val="0.11166737948520515"/>
          <c:w val="0.84526574317952841"/>
          <c:h val="0.71770152950492117"/>
        </c:manualLayout>
      </c:layout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dLbls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BB7-44DD-8DF6-BAF523C134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Adquisición'!$A$5:$A$13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Adquisición'!$B$5:$B$13</c:f>
              <c:numCache>
                <c:formatCode>_(* #,##0.00_);_(* \(#,##0.00\);_(* "-"??_);_(@_)</c:formatCode>
                <c:ptCount val="9"/>
                <c:pt idx="0">
                  <c:v>14.185</c:v>
                </c:pt>
                <c:pt idx="1">
                  <c:v>12</c:v>
                </c:pt>
                <c:pt idx="2">
                  <c:v>14.9583333</c:v>
                </c:pt>
                <c:pt idx="3">
                  <c:v>14.5163636</c:v>
                </c:pt>
                <c:pt idx="4">
                  <c:v>13.550454500000001</c:v>
                </c:pt>
                <c:pt idx="5">
                  <c:v>13.6880769</c:v>
                </c:pt>
                <c:pt idx="6">
                  <c:v>14.6038462</c:v>
                </c:pt>
                <c:pt idx="7">
                  <c:v>13.250769200000001</c:v>
                </c:pt>
                <c:pt idx="8">
                  <c:v>13.4621739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BB7-44DD-8DF6-BAF523C13420}"/>
            </c:ext>
          </c:extLst>
        </c:ser>
        <c:ser>
          <c:idx val="2"/>
          <c:order val="1"/>
          <c:tx>
            <c:v>VIS</c:v>
          </c:tx>
          <c:spPr>
            <a:ln w="28575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dLbls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BB7-44DD-8DF6-BAF523C134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70C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Adquisición'!$A$5:$A$13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Adquisición'!$D$5:$D$13</c:f>
              <c:numCache>
                <c:formatCode>_(* #,##0.00_);_(* \(#,##0.00\);_(* "-"??_);_(@_)</c:formatCode>
                <c:ptCount val="9"/>
                <c:pt idx="0">
                  <c:v>14.4795</c:v>
                </c:pt>
                <c:pt idx="1">
                  <c:v>13.748888900000001</c:v>
                </c:pt>
                <c:pt idx="2">
                  <c:v>13.465</c:v>
                </c:pt>
                <c:pt idx="3">
                  <c:v>12.8842857</c:v>
                </c:pt>
                <c:pt idx="4">
                  <c:v>14.4825926</c:v>
                </c:pt>
                <c:pt idx="5">
                  <c:v>14.2416</c:v>
                </c:pt>
                <c:pt idx="6">
                  <c:v>14.8825</c:v>
                </c:pt>
                <c:pt idx="7">
                  <c:v>14.920769200000001</c:v>
                </c:pt>
                <c:pt idx="8">
                  <c:v>13.853636399999999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BB7-44DD-8DF6-BAF523C134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  <c:max val="45709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  <c:min val="1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4353252056337517E-2"/>
          <c:y val="0.11166737948520515"/>
          <c:w val="0.84526574317952841"/>
          <c:h val="0.71770152950492117"/>
        </c:manualLayout>
      </c:layout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543-A4CD-A49CD4C3954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Adquisición'!$A$5:$A$13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Adquisición'!$B$5:$B$13</c:f>
              <c:numCache>
                <c:formatCode>_(* #,##0.00_);_(* \(#,##0.00\);_(* "-"??_);_(@_)</c:formatCode>
                <c:ptCount val="9"/>
                <c:pt idx="0">
                  <c:v>7.2450000000000001</c:v>
                </c:pt>
                <c:pt idx="1">
                  <c:v>7.65</c:v>
                </c:pt>
                <c:pt idx="2">
                  <c:v>6.9883333299999997</c:v>
                </c:pt>
                <c:pt idx="3">
                  <c:v>7.5910714300000004</c:v>
                </c:pt>
                <c:pt idx="4">
                  <c:v>6.8802631600000002</c:v>
                </c:pt>
                <c:pt idx="5">
                  <c:v>6.8953333299999997</c:v>
                </c:pt>
                <c:pt idx="6">
                  <c:v>7.1859999999999999</c:v>
                </c:pt>
                <c:pt idx="7">
                  <c:v>7.0957142900000001</c:v>
                </c:pt>
                <c:pt idx="8">
                  <c:v>6.851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13F-4543-A4CD-A49CD4C3954E}"/>
            </c:ext>
          </c:extLst>
        </c:ser>
        <c:ser>
          <c:idx val="2"/>
          <c:order val="1"/>
          <c:tx>
            <c:v>VIS</c:v>
          </c:tx>
          <c:spPr>
            <a:ln w="28575" cap="rnd">
              <a:solidFill>
                <a:srgbClr val="0070C0"/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13F-4543-A4CD-A49CD4C3954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70C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Adquisición'!$A$5:$A$13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Adquisición'!$D$5:$D$13</c:f>
              <c:numCache>
                <c:formatCode>_(* #,##0.00_);_(* \(#,##0.00\);_(* "-"??_);_(@_)</c:formatCode>
                <c:ptCount val="9"/>
                <c:pt idx="0">
                  <c:v>8.0823529399999998</c:v>
                </c:pt>
                <c:pt idx="1">
                  <c:v>7.9</c:v>
                </c:pt>
                <c:pt idx="2">
                  <c:v>8.7799999999999994</c:v>
                </c:pt>
                <c:pt idx="3">
                  <c:v>7.6617857100000002</c:v>
                </c:pt>
                <c:pt idx="4">
                  <c:v>8.1089473699999992</c:v>
                </c:pt>
                <c:pt idx="5">
                  <c:v>7.4019354799999997</c:v>
                </c:pt>
                <c:pt idx="6">
                  <c:v>8.5755555599999997</c:v>
                </c:pt>
                <c:pt idx="7">
                  <c:v>8.0669230800000005</c:v>
                </c:pt>
                <c:pt idx="8">
                  <c:v>7.3731818200000001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E13F-4543-A4CD-A49CD4C395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  <c:max val="45709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  <c:min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6188900787189989"/>
          <c:y val="1.8697684210836264E-2"/>
          <c:w val="0.54408727699671189"/>
          <c:h val="5.769339772992446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cat>
            <c:numRef>
              <c:f>'Tasas interés - Adquisición'!$A$8:$A$16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Adquisición'!$B$8:$B$16</c:f>
              <c:numCache>
                <c:formatCode>_(* #,##0.00_);_(* \(#,##0.00\);_(* "-"??_);_(@_)</c:formatCode>
                <c:ptCount val="9"/>
                <c:pt idx="0">
                  <c:v>11.41</c:v>
                </c:pt>
                <c:pt idx="1">
                  <c:v>11.33</c:v>
                </c:pt>
                <c:pt idx="2">
                  <c:v>11.28</c:v>
                </c:pt>
                <c:pt idx="3">
                  <c:v>11.18</c:v>
                </c:pt>
                <c:pt idx="4">
                  <c:v>11.37</c:v>
                </c:pt>
                <c:pt idx="5">
                  <c:v>11.45</c:v>
                </c:pt>
                <c:pt idx="6">
                  <c:v>11.5</c:v>
                </c:pt>
                <c:pt idx="7">
                  <c:v>11.65</c:v>
                </c:pt>
                <c:pt idx="8">
                  <c:v>11.87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228-4943-AC80-A31581FD41F4}"/>
            </c:ext>
          </c:extLst>
        </c:ser>
        <c:ser>
          <c:idx val="2"/>
          <c:order val="1"/>
          <c:tx>
            <c:v>VIS</c:v>
          </c:tx>
          <c:spPr>
            <a:ln w="28575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cat>
            <c:numRef>
              <c:f>'Tasas interés - Adquisición'!$A$8:$A$16</c:f>
              <c:numCache>
                <c:formatCode>m/d/yyyy</c:formatCode>
                <c:ptCount val="9"/>
                <c:pt idx="0">
                  <c:v>45653</c:v>
                </c:pt>
                <c:pt idx="1">
                  <c:v>45660</c:v>
                </c:pt>
                <c:pt idx="2">
                  <c:v>45667</c:v>
                </c:pt>
                <c:pt idx="3">
                  <c:v>45674</c:v>
                </c:pt>
                <c:pt idx="4">
                  <c:v>45681</c:v>
                </c:pt>
                <c:pt idx="5">
                  <c:v>45688</c:v>
                </c:pt>
                <c:pt idx="6">
                  <c:v>45695</c:v>
                </c:pt>
                <c:pt idx="7">
                  <c:v>45702</c:v>
                </c:pt>
                <c:pt idx="8">
                  <c:v>45709</c:v>
                </c:pt>
              </c:numCache>
            </c:numRef>
          </c:cat>
          <c:val>
            <c:numRef>
              <c:f>'Tasas interés - Adquisición'!$D$8:$D$16</c:f>
              <c:numCache>
                <c:formatCode>_(* #,##0.00_);_(* \(#,##0.00\);_(* "-"??_);_(@_)</c:formatCode>
                <c:ptCount val="9"/>
                <c:pt idx="0">
                  <c:v>11.26</c:v>
                </c:pt>
                <c:pt idx="1">
                  <c:v>11.16</c:v>
                </c:pt>
                <c:pt idx="2">
                  <c:v>11.22</c:v>
                </c:pt>
                <c:pt idx="3">
                  <c:v>11.14</c:v>
                </c:pt>
                <c:pt idx="4">
                  <c:v>11.22</c:v>
                </c:pt>
                <c:pt idx="5">
                  <c:v>11.24</c:v>
                </c:pt>
                <c:pt idx="6">
                  <c:v>11.3</c:v>
                </c:pt>
                <c:pt idx="7">
                  <c:v>11.34</c:v>
                </c:pt>
                <c:pt idx="8">
                  <c:v>11.45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228-4943-AC80-A31581FD41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25836863"/>
        <c:axId val="1325835423"/>
      </c:lineChart>
      <c:dateAx>
        <c:axId val="1325836863"/>
        <c:scaling>
          <c:orientation val="minMax"/>
          <c:max val="45709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5423"/>
        <c:crosses val="autoZero"/>
        <c:auto val="1"/>
        <c:lblOffset val="100"/>
        <c:baseTimeUnit val="days"/>
        <c:majorUnit val="7"/>
        <c:majorTimeUnit val="days"/>
      </c:dateAx>
      <c:valAx>
        <c:axId val="1325835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25836863"/>
        <c:crosses val="autoZero"/>
        <c:crossBetween val="between"/>
        <c:majorUnit val="0.25"/>
      </c:valAx>
      <c:spPr>
        <a:noFill/>
        <a:ln w="25400"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7FFFDC1C_B5FB24D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5A6C68B-19C2-44C5-B2EF-EA6689DE2BB4}" authorId="{F2F4BE36-0DEC-3D40-5F59-B14AB562BD62}" status="resolved" created="2025-03-03T22:13:27.996">
    <pc:sldMkLst xmlns:pc="http://schemas.microsoft.com/office/powerpoint/2013/main/command">
      <pc:docMk/>
      <pc:sldMk cId="4201272232" sldId="2147474458"/>
    </pc:sldMkLst>
    <p188:txBody>
      <a:bodyPr/>
      <a:lstStyle/>
      <a:p>
        <a:r>
          <a:rPr lang="es-CO"/>
          <a:t>[@Nathaly Castro] 
Porfa esto mismo, pero zoom semanal desde diciembre. En recuadros ponemos cuántos bancos han subido, bajado o mantenido tasas respecto a la última semana de diciembre</a:t>
        </a:r>
      </a:p>
    </p188:txBody>
  </p188:cm>
</p188:cmLst>
</file>

<file path=ppt/comments/modernComment_39D3_10E78A7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AF727BB-E34A-493A-BFFA-75C76D399F3E}" authorId="{F2F4BE36-0DEC-3D40-5F59-B14AB562BD62}" status="resolved" created="2025-03-03T22:14:55.962" complete="100000">
    <pc:sldMkLst xmlns:pc="http://schemas.microsoft.com/office/powerpoint/2013/main/command">
      <pc:docMk/>
      <pc:sldMk cId="283609727" sldId="14803"/>
    </pc:sldMkLst>
    <p188:txBody>
      <a:bodyPr/>
      <a:lstStyle/>
      <a:p>
        <a:r>
          <a:rPr lang="es-CO"/>
          <a:t>[@Nathaly Castro] 
No me convence la fuente de BanRep para esto. Nota que su volumen de desembolsos es extremadamente pequeño si lo compara con “construcción - proyectos” de los microdatos de las superfinanciera. 
Porfa usemos Superfinanciera para esta diapo, así las series nos queden más cortas.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0E6888-768C-424B-850D-088978235CAF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2A94C7-541F-412A-A121-51DEBDA7407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97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52946453-90C6-0B30-ED0E-21A4733C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94480536-C66E-DB80-26C5-71BA78996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F7109D-2A91-6E8F-DC52-6674720606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8931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3A22478-6DD5-C796-E3E5-09F87EAB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0574FF66-0980-6491-3A50-D51A03D1A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09E41AAA-4828-6769-DC05-8BFB95ED4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66503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52946453-90C6-0B30-ED0E-21A4733C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94480536-C66E-DB80-26C5-71BA78996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F7109D-2A91-6E8F-DC52-6674720606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8931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2F8FBB65-FC6E-E894-2C53-48362EFD7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64CCB014-FB96-AA3C-4934-AA31301488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68DB0018-551A-4721-F53E-0AAC5B48E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5624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52946453-90C6-0B30-ED0E-21A4733C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94480536-C66E-DB80-26C5-71BA78996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F7109D-2A91-6E8F-DC52-6674720606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893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2F8FBB65-FC6E-E894-2C53-48362EFD7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64CCB014-FB96-AA3C-4934-AA31301488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68DB0018-551A-4721-F53E-0AAC5B48E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5624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8DFEF3-BDA1-F4BA-5892-6693B02001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4405A11-C218-ACAF-9528-0B48D01E6F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C1A7FD-2D84-F322-CD6B-CB5030FD4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8402EA-73D5-09B8-C8F7-ECDA96C0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85A3C1-7CFC-B7A9-8E67-6B81E605F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1795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6D079D-EA92-89BC-8154-D9CB591AF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E05B9F-A73D-AEDC-C175-7EDD94E06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A0D2C55-6BE7-A4E3-F542-9BF4D386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0590160-9C09-A782-E423-C26135D7A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799AC4-C584-F6EF-62C5-EE8DCA12C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105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070D43-DD91-C4BB-E4A9-C63E1EAD3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CC9122-2992-2121-63E0-0DA4006AC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AFC056-965D-8DE0-A3AB-35704BD37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118D66B-4267-20EF-96EA-8D9EA2DAD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3301B0-F947-06CB-82D2-FFD17EB6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3987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F1A8AF-EAC2-114B-232D-1FDB87C1E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DD85CA0-E9EF-EE45-4CF8-6225785282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659892-908D-472C-B697-7484E1570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9D6CB9C-EB1E-CD97-319A-9B2F46209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746391-C9C1-7E20-5CC8-A9909E93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8EB8435-8FCC-FDAB-91DD-8FB1A4D7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51913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23E9BB-2459-26E8-82DF-75BD00650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802E36-654F-B5AC-91F6-71CA2E434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47FC3BC-4BA2-CA65-AF43-689CE728BB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CB2D2BA-DC30-7219-965D-7CA6416D4D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CEA9951-1265-879F-0C1E-F70AA67EB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FF43031-BE67-FBD6-B2C1-B8B1808A7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6EF2D21-9723-BA02-79A4-F8A341A37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D137BE8-DC9F-10D1-42BF-8E5E0D7D1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4226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80610B-ABA7-AFB0-B42F-1501A5CCC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C19519-F903-476C-C0FD-B7DD22F8F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0661FC2-9513-79D5-D601-5C72C38C9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1A1317-8D26-3B61-E15F-4AACBE5D3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1860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BD49DBF-6B7E-A900-3825-F7C777C94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A8A746D-2252-2DFD-1BBA-6EB8D0C59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72F58F3-1691-3648-971A-86E9DF651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67888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9C0CC9-DC4B-4D33-4F5D-A471CFD37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44CCE4-3FC6-35C0-C4F3-5790518A9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52A4AF-E864-0B60-B6DE-10F1C602C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D6FB218-4300-06C5-8384-3499DA41B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4E8BA66-DFC0-866B-BCD4-48A4B2797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F120418-94ED-DD04-EFCC-C39B79E49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2890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C4C8A-9D4F-C2F8-CC2E-42FB2DCBA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6ACFB68-2D8F-C92D-8FE1-0AC7282C2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9CF42FA-B87F-CB32-D429-A978B2517D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3034EF2-EAB3-94EC-1CDA-1487A8435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E6BE30-3829-C332-5245-5EF571CBF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C55BF73-3B84-1530-83F8-370B014A7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498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2A276B-D4B7-87CE-3C1F-C85225CF0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61084DE-4A1B-40C2-A673-41029F1342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680D3A8-197D-FF79-D17E-A989C3723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05B081-C172-D2AA-12A3-44C36A38E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3B7C34C-5803-32FD-83E9-969FC31C6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33269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C1DAEB8-9CCB-67A9-132D-DFF52CC9A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5A8EBEF-894D-0BD5-8035-3D983BF5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65D9F5-5A74-47A3-1C9F-F7DD3D988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67E3197-C10E-60C2-F8D3-4C2D142FD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3FB185-7D34-0D0B-3CD1-5DDF94631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12083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BEAA054-0ECD-B586-FE26-E22D256E2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3F1585D-EFDF-858F-FE6A-452A29C92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7697B6-01A4-C5FA-4B94-729BA24760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1C7B43-CD06-474C-8E70-AF772FAD41E1}" type="datetimeFigureOut">
              <a:rPr lang="es-CO" smtClean="0"/>
              <a:t>19/03/2025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B5C7EE-DA55-E6F0-6915-175F490A7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7C7B642-60A2-366B-F2D1-A9898818E0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8FB43-088F-42E4-9F69-EA043530F02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49023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39D3_10E78A7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8.xml"/><Relationship Id="rId5" Type="http://schemas.openxmlformats.org/officeDocument/2006/relationships/chart" Target="../charts/char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FFFDC1C_B5FB24DB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0.xml"/><Relationship Id="rId5" Type="http://schemas.openxmlformats.org/officeDocument/2006/relationships/chart" Target="../charts/chart9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4.xml"/><Relationship Id="rId4" Type="http://schemas.openxmlformats.org/officeDocument/2006/relationships/chart" Target="../charts/char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6.xml"/><Relationship Id="rId4" Type="http://schemas.openxmlformats.org/officeDocument/2006/relationships/chart" Target="../charts/char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CE56F-B8EB-45BF-C782-739D8993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3;p2">
            <a:extLst>
              <a:ext uri="{FF2B5EF4-FFF2-40B4-BE49-F238E27FC236}">
                <a16:creationId xmlns:a16="http://schemas.microsoft.com/office/drawing/2014/main" id="{C181004D-C20B-8544-59A9-B231B09FB53F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5" name="Google Shape;94;p2">
              <a:extLst>
                <a:ext uri="{FF2B5EF4-FFF2-40B4-BE49-F238E27FC236}">
                  <a16:creationId xmlns:a16="http://schemas.microsoft.com/office/drawing/2014/main" id="{D40D7469-04E5-DFC7-3E6D-819BFE88F451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6" name="Google Shape;95;p2">
              <a:extLst>
                <a:ext uri="{FF2B5EF4-FFF2-40B4-BE49-F238E27FC236}">
                  <a16:creationId xmlns:a16="http://schemas.microsoft.com/office/drawing/2014/main" id="{7ECDC10C-58F2-E159-06AC-5D7C34D77C8C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" name="Google Shape;101;p2">
            <a:extLst>
              <a:ext uri="{FF2B5EF4-FFF2-40B4-BE49-F238E27FC236}">
                <a16:creationId xmlns:a16="http://schemas.microsoft.com/office/drawing/2014/main" id="{27D3CB84-8D73-AF7F-20B7-C28F13BCF176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796023F-BBD8-3ACC-5D45-7767B9F80A7B}"/>
              </a:ext>
            </a:extLst>
          </p:cNvPr>
          <p:cNvSpPr txBox="1"/>
          <p:nvPr/>
        </p:nvSpPr>
        <p:spPr>
          <a:xfrm>
            <a:off x="831760" y="-4029"/>
            <a:ext cx="113602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TES a 10 años y </a:t>
            </a:r>
            <a:r>
              <a:rPr lang="es-MX" sz="2000" b="1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t</a:t>
            </a: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asa </a:t>
            </a:r>
            <a:r>
              <a:rPr lang="es-MX" sz="2000" b="1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hipotecaria en pesos</a:t>
            </a:r>
            <a:endParaRPr kumimoji="0" lang="es-MX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98F7335-2F0F-7ABA-76B0-0AE08A93477C}"/>
              </a:ext>
            </a:extLst>
          </p:cNvPr>
          <p:cNvSpPr txBox="1"/>
          <p:nvPr/>
        </p:nvSpPr>
        <p:spPr>
          <a:xfrm>
            <a:off x="831760" y="6489210"/>
            <a:ext cx="1123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– Cálculos Camacol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Nota La tasa hipotecaria de calcula con el promedio ponderado entre tasa de adquisición VIS y no VIS en pesos respecto al monto de forma mensual a 14 de febrero 2025. De los TES diarios se toma el promedio mensual.  </a:t>
            </a:r>
            <a:r>
              <a:rPr lang="es-MX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Información a 28  febrero de 2025. </a:t>
            </a: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16EFED8-41D7-A70C-9876-644F83724B8C}"/>
              </a:ext>
            </a:extLst>
          </p:cNvPr>
          <p:cNvSpPr txBox="1"/>
          <p:nvPr/>
        </p:nvSpPr>
        <p:spPr>
          <a:xfrm>
            <a:off x="1077000" y="5937588"/>
            <a:ext cx="10620185" cy="4154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1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Hay una estrecha relación entre la tase TES a 10 años y la tasa de adquisición</a:t>
            </a:r>
            <a:endParaRPr kumimoji="0" lang="es-CO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C8A15A4A-0052-48DD-847A-A14D6758CD2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6666466"/>
              </p:ext>
            </p:extLst>
          </p:nvPr>
        </p:nvGraphicFramePr>
        <p:xfrm>
          <a:off x="1023430" y="648002"/>
          <a:ext cx="11044554" cy="50660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28544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F0687-C07B-FA1F-69E8-900F2457E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D2A03B06-E989-FF8B-226A-474370C1DB58}"/>
              </a:ext>
            </a:extLst>
          </p:cNvPr>
          <p:cNvSpPr txBox="1"/>
          <p:nvPr/>
        </p:nvSpPr>
        <p:spPr>
          <a:xfrm>
            <a:off x="0" y="6350169"/>
            <a:ext cx="1098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– Cálculos Camacol</a:t>
            </a:r>
          </a:p>
          <a:p>
            <a:pPr defTabSz="914492"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Nota: Datos construidos a partir de datos semanales. Corte 14 de marzo 2025 para los TES a 10 años, se toma promedio mensual, excepto para el último valor que se toma el dato más actual.  Corte 28 de febrero de 2025 para las tasas de adquisición</a:t>
            </a: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A91E2797-B159-F9D2-B5C2-18329494BD3D}"/>
              </a:ext>
            </a:extLst>
          </p:cNvPr>
          <p:cNvGraphicFramePr>
            <a:graphicFrameLocks/>
          </p:cNvGraphicFramePr>
          <p:nvPr/>
        </p:nvGraphicFramePr>
        <p:xfrm>
          <a:off x="487680" y="616651"/>
          <a:ext cx="11216640" cy="50934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9D60A9C2-B006-19D0-EBD5-D8EC722E3BC3}"/>
              </a:ext>
            </a:extLst>
          </p:cNvPr>
          <p:cNvSpPr txBox="1"/>
          <p:nvPr/>
        </p:nvSpPr>
        <p:spPr>
          <a:xfrm>
            <a:off x="10470370" y="6508199"/>
            <a:ext cx="1457608" cy="270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20009"/>
              </a:lnSpc>
            </a:pPr>
            <a:r>
              <a:rPr lang="en-US" sz="1466">
                <a:solidFill>
                  <a:srgbClr val="00227C"/>
                </a:solidFill>
                <a:latin typeface="Dosis"/>
                <a:ea typeface="Dosis"/>
                <a:cs typeface="Dosis"/>
                <a:sym typeface="Dosis"/>
              </a:rPr>
              <a:t>www.camacol.co</a:t>
            </a:r>
            <a:endParaRPr sz="120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802B09C-1075-6F5E-C88B-DC1576CFE179}"/>
              </a:ext>
            </a:extLst>
          </p:cNvPr>
          <p:cNvSpPr txBox="1"/>
          <p:nvPr/>
        </p:nvSpPr>
        <p:spPr>
          <a:xfrm>
            <a:off x="71120" y="-4029"/>
            <a:ext cx="12120880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cs typeface="Arial"/>
                <a:sym typeface="Arial"/>
              </a:rPr>
              <a:t>Tasas de interés</a:t>
            </a:r>
            <a:r>
              <a:rPr lang="es-MX" sz="2800" b="1">
                <a:solidFill>
                  <a:prstClr val="black"/>
                </a:solidFill>
                <a:latin typeface="Dosis"/>
                <a:cs typeface="Arial"/>
                <a:sym typeface="Arial"/>
              </a:rPr>
              <a:t> para adquisición de vivienda y tasa de los TES</a:t>
            </a:r>
            <a:endParaRPr lang="es-MX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cs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cs typeface="Arial"/>
                <a:sym typeface="Arial"/>
              </a:rPr>
              <a:t>Porcentaje</a:t>
            </a:r>
            <a:endParaRPr lang="es-CO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cs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411DACD-BCBA-A2EF-37FF-35A776DDA866}"/>
              </a:ext>
            </a:extLst>
          </p:cNvPr>
          <p:cNvSpPr txBox="1"/>
          <p:nvPr/>
        </p:nvSpPr>
        <p:spPr>
          <a:xfrm>
            <a:off x="0" y="5492536"/>
            <a:ext cx="12120880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 defTabSz="914492"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Las tasas de colocación de créditos hipotecarios se mantienen en niveles favorables. No obstante, el indicador presentó incrementos en febrero. Las entidades financieras se enfrentan a una coyuntura con presiones sobre los costos de fondeo</a:t>
            </a:r>
            <a:endParaRPr kumimoji="0" lang="es-CO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10253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23E20-BE17-21A4-6F28-ADDABC09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3;p2">
            <a:extLst>
              <a:ext uri="{FF2B5EF4-FFF2-40B4-BE49-F238E27FC236}">
                <a16:creationId xmlns:a16="http://schemas.microsoft.com/office/drawing/2014/main" id="{19AF631C-B5D1-1BEC-1CE5-0A95889032C9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5" name="Google Shape;94;p2">
              <a:extLst>
                <a:ext uri="{FF2B5EF4-FFF2-40B4-BE49-F238E27FC236}">
                  <a16:creationId xmlns:a16="http://schemas.microsoft.com/office/drawing/2014/main" id="{9138EF0D-675D-72DE-7645-3C04C822D904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6" name="Google Shape;95;p2">
              <a:extLst>
                <a:ext uri="{FF2B5EF4-FFF2-40B4-BE49-F238E27FC236}">
                  <a16:creationId xmlns:a16="http://schemas.microsoft.com/office/drawing/2014/main" id="{D359C29B-AB9E-FC0D-7F6E-002373FE105E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" name="Google Shape;101;p2">
            <a:extLst>
              <a:ext uri="{FF2B5EF4-FFF2-40B4-BE49-F238E27FC236}">
                <a16:creationId xmlns:a16="http://schemas.microsoft.com/office/drawing/2014/main" id="{7DF67F0E-2AC9-7E2D-325B-89EC05639AED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1D0881-DDC0-66A2-C07F-A1EB57B04F0B}"/>
              </a:ext>
            </a:extLst>
          </p:cNvPr>
          <p:cNvSpPr txBox="1"/>
          <p:nvPr/>
        </p:nvSpPr>
        <p:spPr>
          <a:xfrm>
            <a:off x="831760" y="-4029"/>
            <a:ext cx="113602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Diferencia entre la tasa de los TES a 10 años y la tasa hipotecaria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 (Tasa - TES)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35BABD7-6CEA-F405-7111-7A7D51B701A7}"/>
              </a:ext>
            </a:extLst>
          </p:cNvPr>
          <p:cNvSpPr txBox="1"/>
          <p:nvPr/>
        </p:nvSpPr>
        <p:spPr>
          <a:xfrm>
            <a:off x="1077000" y="5693748"/>
            <a:ext cx="10620185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1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En los últimos 20 años la tasa hipotecaria ha estado, en la mayor parte del tiempo, entre 300 y 600 </a:t>
            </a:r>
            <a:r>
              <a:rPr lang="es-ES" sz="2100" dirty="0" err="1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pbs</a:t>
            </a:r>
            <a:r>
              <a:rPr lang="es-ES" sz="21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 por encima de la tasa TES a 10 años</a:t>
            </a:r>
            <a:endParaRPr kumimoji="0" lang="es-CO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3AA18961-D994-AA4A-44B9-988ACF1A71B7}"/>
              </a:ext>
            </a:extLst>
          </p:cNvPr>
          <p:cNvGraphicFramePr>
            <a:graphicFrameLocks/>
          </p:cNvGraphicFramePr>
          <p:nvPr/>
        </p:nvGraphicFramePr>
        <p:xfrm>
          <a:off x="955040" y="668322"/>
          <a:ext cx="11044554" cy="49686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E30A528B-7E91-9B6D-E094-F39C5CDB863A}"/>
              </a:ext>
            </a:extLst>
          </p:cNvPr>
          <p:cNvSpPr txBox="1"/>
          <p:nvPr/>
        </p:nvSpPr>
        <p:spPr>
          <a:xfrm>
            <a:off x="831760" y="6489210"/>
            <a:ext cx="11167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– Cálculos Camacol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Nota La tasa hipotecaria de calcula con el promedio ponderado entre tasa de adquisición VIS y no VIS en pesos respecto al monto de forma mensual a 14 febrero 2025. De los TES diarios se toma el promedio mensual.  </a:t>
            </a:r>
            <a:r>
              <a:rPr lang="es-MX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Información a  28 de febrero de 2025. </a:t>
            </a: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8120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E05134B7-9A4D-D19F-FB1F-02DDD0C04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A567733-4E46-3226-9EB0-BB420F06CC2C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23C1F511-26E8-9D79-3378-0E1CF921B634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/>
                <a:ea typeface="+mn-ea"/>
                <a:cs typeface="+mn-cs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69534597-ECD9-6483-E26F-0F783B586735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9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2221A35D-864A-051B-466F-23A8329BF46E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A9F61845-3DEB-B80E-78DD-60B5985A6EE7}"/>
              </a:ext>
            </a:extLst>
          </p:cNvPr>
          <p:cNvSpPr txBox="1"/>
          <p:nvPr/>
        </p:nvSpPr>
        <p:spPr>
          <a:xfrm>
            <a:off x="9483125" y="6566449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9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4" name="1 Título">
            <a:extLst>
              <a:ext uri="{FF2B5EF4-FFF2-40B4-BE49-F238E27FC236}">
                <a16:creationId xmlns:a16="http://schemas.microsoft.com/office/drawing/2014/main" id="{2FEF8D2D-53CB-AA5B-986A-2EB0787E2026}"/>
              </a:ext>
            </a:extLst>
          </p:cNvPr>
          <p:cNvSpPr txBox="1">
            <a:spLocks/>
          </p:cNvSpPr>
          <p:nvPr/>
        </p:nvSpPr>
        <p:spPr>
          <a:xfrm>
            <a:off x="3935200" y="188640"/>
            <a:ext cx="4896544" cy="507832"/>
          </a:xfrm>
          <a:prstGeom prst="rect">
            <a:avLst/>
          </a:prstGeom>
          <a:noFill/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0D0D0D"/>
                </a:solidFill>
                <a:latin typeface="Cambria" pitchFamily="18" charset="0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j-ea"/>
                <a:cs typeface="+mj-cs"/>
              </a:rPr>
              <a:t>Tasa de interés de adquisición</a:t>
            </a:r>
          </a:p>
        </p:txBody>
      </p:sp>
      <p:sp>
        <p:nvSpPr>
          <p:cNvPr id="6" name="5 Rectángulo redondeado">
            <a:extLst>
              <a:ext uri="{FF2B5EF4-FFF2-40B4-BE49-F238E27FC236}">
                <a16:creationId xmlns:a16="http://schemas.microsoft.com/office/drawing/2014/main" id="{64E2ED46-53A6-CD29-1F63-C9AC26865256}"/>
              </a:ext>
            </a:extLst>
          </p:cNvPr>
          <p:cNvSpPr/>
          <p:nvPr/>
        </p:nvSpPr>
        <p:spPr>
          <a:xfrm>
            <a:off x="1121229" y="5555731"/>
            <a:ext cx="10651899" cy="783193"/>
          </a:xfrm>
          <a:prstGeom prst="roundRect">
            <a:avLst/>
          </a:prstGeom>
          <a:noFill/>
          <a:ln w="12700">
            <a:noFill/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Durante el mes de enero de 2025, la tasa de interés promedio en pesos para adquisición de vivienda se ubicó en 11,24% en febrero va en 11,38%</a:t>
            </a:r>
            <a:r>
              <a:rPr lang="es-CO" sz="2000" dirty="0">
                <a:solidFill>
                  <a:prstClr val="black"/>
                </a:solidFill>
                <a:latin typeface="Dosis"/>
              </a:rPr>
              <a:t>.</a:t>
            </a:r>
            <a:endParaRPr kumimoji="0" lang="es-CO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sp>
        <p:nvSpPr>
          <p:cNvPr id="7" name="14 CuadroTexto">
            <a:extLst>
              <a:ext uri="{FF2B5EF4-FFF2-40B4-BE49-F238E27FC236}">
                <a16:creationId xmlns:a16="http://schemas.microsoft.com/office/drawing/2014/main" id="{7767827D-5967-359B-C82C-2935AE4DB8AD}"/>
              </a:ext>
            </a:extLst>
          </p:cNvPr>
          <p:cNvSpPr txBox="1"/>
          <p:nvPr/>
        </p:nvSpPr>
        <p:spPr>
          <a:xfrm>
            <a:off x="1768619" y="1020975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pesos</a:t>
            </a:r>
          </a:p>
        </p:txBody>
      </p:sp>
      <p:sp>
        <p:nvSpPr>
          <p:cNvPr id="8" name="16 CuadroTexto">
            <a:extLst>
              <a:ext uri="{FF2B5EF4-FFF2-40B4-BE49-F238E27FC236}">
                <a16:creationId xmlns:a16="http://schemas.microsoft.com/office/drawing/2014/main" id="{C270F87C-E80F-DC09-0D3B-FF3FAEBB87A5}"/>
              </a:ext>
            </a:extLst>
          </p:cNvPr>
          <p:cNvSpPr txBox="1"/>
          <p:nvPr/>
        </p:nvSpPr>
        <p:spPr>
          <a:xfrm>
            <a:off x="7500156" y="944724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UVR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3E36EE0-5E9F-A5A2-AA68-E542AE43D460}"/>
              </a:ext>
            </a:extLst>
          </p:cNvPr>
          <p:cNvSpPr txBox="1"/>
          <p:nvPr/>
        </p:nvSpPr>
        <p:spPr>
          <a:xfrm>
            <a:off x="843279" y="6484016"/>
            <a:ext cx="7675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Fuente: Banco de la República, Cálculos Camacol </a:t>
            </a:r>
          </a:p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Nota: </a:t>
            </a:r>
            <a:r>
              <a:rPr lang="es-CO" sz="900" dirty="0">
                <a:solidFill>
                  <a:prstClr val="black"/>
                </a:solidFill>
                <a:latin typeface="Dosis" pitchFamily="2" charset="0"/>
              </a:rPr>
              <a:t>La t</a:t>
            </a: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asas de interés en UVR corresponde al margen adicional a la variación de la UVR. Información con corte al 14 de febrero de 2025.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C1E4E0B4-1B4D-7293-42B5-95CB1881EC20}"/>
              </a:ext>
            </a:extLst>
          </p:cNvPr>
          <p:cNvGraphicFramePr>
            <a:graphicFrameLocks/>
          </p:cNvGraphicFramePr>
          <p:nvPr/>
        </p:nvGraphicFramePr>
        <p:xfrm>
          <a:off x="1084823" y="1505678"/>
          <a:ext cx="5040000" cy="39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C1E4E0B4-1B4D-7293-42B5-95CB1881EC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2070747"/>
              </p:ext>
            </p:extLst>
          </p:nvPr>
        </p:nvGraphicFramePr>
        <p:xfrm>
          <a:off x="6816360" y="1505678"/>
          <a:ext cx="5040000" cy="39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201272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23E20-BE17-21A4-6F28-ADDABC09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3;p2">
            <a:extLst>
              <a:ext uri="{FF2B5EF4-FFF2-40B4-BE49-F238E27FC236}">
                <a16:creationId xmlns:a16="http://schemas.microsoft.com/office/drawing/2014/main" id="{19AF631C-B5D1-1BEC-1CE5-0A95889032C9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5" name="Google Shape;94;p2">
              <a:extLst>
                <a:ext uri="{FF2B5EF4-FFF2-40B4-BE49-F238E27FC236}">
                  <a16:creationId xmlns:a16="http://schemas.microsoft.com/office/drawing/2014/main" id="{9138EF0D-675D-72DE-7645-3C04C822D904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6" name="Google Shape;95;p2">
              <a:extLst>
                <a:ext uri="{FF2B5EF4-FFF2-40B4-BE49-F238E27FC236}">
                  <a16:creationId xmlns:a16="http://schemas.microsoft.com/office/drawing/2014/main" id="{D359C29B-AB9E-FC0D-7F6E-002373FE105E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" name="Google Shape;101;p2">
            <a:extLst>
              <a:ext uri="{FF2B5EF4-FFF2-40B4-BE49-F238E27FC236}">
                <a16:creationId xmlns:a16="http://schemas.microsoft.com/office/drawing/2014/main" id="{7DF67F0E-2AC9-7E2D-325B-89EC05639AED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1D0881-DDC0-66A2-C07F-A1EB57B04F0B}"/>
              </a:ext>
            </a:extLst>
          </p:cNvPr>
          <p:cNvSpPr txBox="1"/>
          <p:nvPr/>
        </p:nvSpPr>
        <p:spPr>
          <a:xfrm>
            <a:off x="831760" y="-4029"/>
            <a:ext cx="113602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Diferencia entre la tasa de los TES a 10 años y la tasa hipotecaria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 (Tasa - TES)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35BABD7-6CEA-F405-7111-7A7D51B701A7}"/>
              </a:ext>
            </a:extLst>
          </p:cNvPr>
          <p:cNvSpPr txBox="1"/>
          <p:nvPr/>
        </p:nvSpPr>
        <p:spPr>
          <a:xfrm>
            <a:off x="1077000" y="5693748"/>
            <a:ext cx="10620185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1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En los últimos 20 años la tasa hipotecaria ha estado, en la mayor parte del tiempo, entre 300 y 600 </a:t>
            </a:r>
            <a:r>
              <a:rPr lang="es-ES" sz="2100" err="1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pbs</a:t>
            </a:r>
            <a:r>
              <a:rPr lang="es-ES" sz="21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 por encima de la tasa TES a 10 años</a:t>
            </a:r>
            <a:endParaRPr kumimoji="0" lang="es-CO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3AA18961-D994-AA4A-44B9-988ACF1A71B7}"/>
              </a:ext>
            </a:extLst>
          </p:cNvPr>
          <p:cNvGraphicFramePr>
            <a:graphicFrameLocks/>
          </p:cNvGraphicFramePr>
          <p:nvPr/>
        </p:nvGraphicFramePr>
        <p:xfrm>
          <a:off x="955040" y="668322"/>
          <a:ext cx="11044554" cy="49686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E30A528B-7E91-9B6D-E094-F39C5CDB863A}"/>
              </a:ext>
            </a:extLst>
          </p:cNvPr>
          <p:cNvSpPr txBox="1"/>
          <p:nvPr/>
        </p:nvSpPr>
        <p:spPr>
          <a:xfrm>
            <a:off x="831760" y="6489210"/>
            <a:ext cx="11167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– Cálculos Camacol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9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Nota La tasa hipotecaria de calcula con el promedio ponderado entre tasa de adquisición VIS y no VIS en pesos respecto al monto de forma mensual a 14 febrero 2025. De los TES diarios se toma el promedio mensual.  </a:t>
            </a:r>
            <a:r>
              <a:rPr lang="es-MX" sz="9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Información a  28 de febrero de 2025. </a:t>
            </a: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99440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41ED564-2BC1-0AAA-F208-480410D6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0FC3DAD-7E22-CE2C-96A3-BB7DC86ECF1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1627B33A-7F79-FF01-5CC5-EBA9C387BDF7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/>
                <a:ea typeface="+mn-ea"/>
                <a:cs typeface="+mn-cs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73B3BAA-0AE7-55BF-D00F-DC7137E8838E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9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1B024B16-8644-FF0F-BDA1-3087AC867077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0C71390-DE15-E1E8-3867-B5D8967F0297}"/>
              </a:ext>
            </a:extLst>
          </p:cNvPr>
          <p:cNvSpPr txBox="1"/>
          <p:nvPr/>
        </p:nvSpPr>
        <p:spPr>
          <a:xfrm>
            <a:off x="9483125" y="6566449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9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4" name="1 Título">
            <a:extLst>
              <a:ext uri="{FF2B5EF4-FFF2-40B4-BE49-F238E27FC236}">
                <a16:creationId xmlns:a16="http://schemas.microsoft.com/office/drawing/2014/main" id="{745CBCB2-A6EC-2755-6D62-0632207E72C2}"/>
              </a:ext>
            </a:extLst>
          </p:cNvPr>
          <p:cNvSpPr txBox="1">
            <a:spLocks/>
          </p:cNvSpPr>
          <p:nvPr/>
        </p:nvSpPr>
        <p:spPr>
          <a:xfrm>
            <a:off x="3058885" y="188640"/>
            <a:ext cx="7021285" cy="507832"/>
          </a:xfrm>
          <a:prstGeom prst="rect">
            <a:avLst/>
          </a:prstGeom>
          <a:noFill/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0D0D0D"/>
                </a:solidFill>
                <a:latin typeface="Cambria" pitchFamily="18" charset="0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j-ea"/>
                <a:cs typeface="+mj-cs"/>
              </a:rPr>
              <a:t>Tasas de interés de construcción de proyectos de vivienda</a:t>
            </a:r>
          </a:p>
        </p:txBody>
      </p:sp>
      <p:sp>
        <p:nvSpPr>
          <p:cNvPr id="3" name="20 CuadroTexto">
            <a:extLst>
              <a:ext uri="{FF2B5EF4-FFF2-40B4-BE49-F238E27FC236}">
                <a16:creationId xmlns:a16="http://schemas.microsoft.com/office/drawing/2014/main" id="{85A335AB-5BBD-4372-9F0B-84BEA8B62830}"/>
              </a:ext>
            </a:extLst>
          </p:cNvPr>
          <p:cNvSpPr txBox="1"/>
          <p:nvPr/>
        </p:nvSpPr>
        <p:spPr>
          <a:xfrm>
            <a:off x="2135560" y="944724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pesos</a:t>
            </a:r>
          </a:p>
        </p:txBody>
      </p:sp>
      <p:sp>
        <p:nvSpPr>
          <p:cNvPr id="11" name="21 CuadroTexto">
            <a:extLst>
              <a:ext uri="{FF2B5EF4-FFF2-40B4-BE49-F238E27FC236}">
                <a16:creationId xmlns:a16="http://schemas.microsoft.com/office/drawing/2014/main" id="{B314CF0A-139B-A2F8-4D4F-507EB2B0BDE6}"/>
              </a:ext>
            </a:extLst>
          </p:cNvPr>
          <p:cNvSpPr txBox="1"/>
          <p:nvPr/>
        </p:nvSpPr>
        <p:spPr>
          <a:xfrm>
            <a:off x="7492488" y="944724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UVR</a:t>
            </a:r>
          </a:p>
        </p:txBody>
      </p:sp>
      <p:sp>
        <p:nvSpPr>
          <p:cNvPr id="8" name="5 Rectángulo redondeado">
            <a:extLst>
              <a:ext uri="{FF2B5EF4-FFF2-40B4-BE49-F238E27FC236}">
                <a16:creationId xmlns:a16="http://schemas.microsoft.com/office/drawing/2014/main" id="{C31CDC78-7BF6-D40E-69AE-F48D502D29FC}"/>
              </a:ext>
            </a:extLst>
          </p:cNvPr>
          <p:cNvSpPr/>
          <p:nvPr/>
        </p:nvSpPr>
        <p:spPr>
          <a:xfrm>
            <a:off x="1468463" y="5498186"/>
            <a:ext cx="10202128" cy="783193"/>
          </a:xfrm>
          <a:prstGeom prst="roundRect">
            <a:avLst/>
          </a:prstGeom>
          <a:noFill/>
          <a:ln w="12700">
            <a:noFill/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Durante el mes de enero de 2025, la tasa de interés promedio en pesos para construcción de vivienda VIS se ubicó en 13,7%</a:t>
            </a:r>
            <a:r>
              <a:rPr lang="es-CO" sz="2000">
                <a:solidFill>
                  <a:prstClr val="black"/>
                </a:solidFill>
                <a:latin typeface="Dosis"/>
              </a:rPr>
              <a:t> y para no VIS en 14,9%.</a:t>
            </a:r>
            <a:endParaRPr kumimoji="0" lang="es-CO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784781E-CD70-0ED8-44A4-02D43B5BC23B}"/>
              </a:ext>
            </a:extLst>
          </p:cNvPr>
          <p:cNvSpPr txBox="1"/>
          <p:nvPr/>
        </p:nvSpPr>
        <p:spPr>
          <a:xfrm>
            <a:off x="843279" y="6484016"/>
            <a:ext cx="9529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Fuente: Superintendencia Financiera de Colombia, Cálculos Camacol </a:t>
            </a:r>
          </a:p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Nota: </a:t>
            </a:r>
            <a:r>
              <a:rPr lang="es-CO" sz="900">
                <a:solidFill>
                  <a:prstClr val="black"/>
                </a:solidFill>
                <a:latin typeface="Dosis" pitchFamily="2" charset="0"/>
              </a:rPr>
              <a:t>La t</a:t>
            </a: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asas de interés en UVR corresponde al margen adicional a la variación de la UVR. La tasa en pesos se toma el margen de la tasa, por como está construida la serie en </a:t>
            </a:r>
            <a:r>
              <a:rPr kumimoji="0" lang="es-CO" sz="9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SuperFinanciera</a:t>
            </a: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.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30080BE6-1079-D068-303A-22ADC8546D8A}"/>
              </a:ext>
            </a:extLst>
          </p:cNvPr>
          <p:cNvGraphicFramePr>
            <a:graphicFrameLocks/>
          </p:cNvGraphicFramePr>
          <p:nvPr/>
        </p:nvGraphicFramePr>
        <p:xfrm>
          <a:off x="1046723" y="1562308"/>
          <a:ext cx="5567240" cy="3728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4D2C5395-8236-4EB6-BD0C-6864090E5E2E}"/>
              </a:ext>
            </a:extLst>
          </p:cNvPr>
          <p:cNvGraphicFramePr>
            <a:graphicFrameLocks/>
          </p:cNvGraphicFramePr>
          <p:nvPr/>
        </p:nvGraphicFramePr>
        <p:xfrm>
          <a:off x="6747446" y="1599126"/>
          <a:ext cx="5235004" cy="3728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28360972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E05134B7-9A4D-D19F-FB1F-02DDD0C04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A567733-4E46-3226-9EB0-BB420F06CC2C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23C1F511-26E8-9D79-3378-0E1CF921B634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/>
                <a:ea typeface="+mn-ea"/>
                <a:cs typeface="+mn-cs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69534597-ECD9-6483-E26F-0F783B586735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9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2221A35D-864A-051B-466F-23A8329BF46E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A9F61845-3DEB-B80E-78DD-60B5985A6EE7}"/>
              </a:ext>
            </a:extLst>
          </p:cNvPr>
          <p:cNvSpPr txBox="1"/>
          <p:nvPr/>
        </p:nvSpPr>
        <p:spPr>
          <a:xfrm>
            <a:off x="9483125" y="6566449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9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4" name="1 Título">
            <a:extLst>
              <a:ext uri="{FF2B5EF4-FFF2-40B4-BE49-F238E27FC236}">
                <a16:creationId xmlns:a16="http://schemas.microsoft.com/office/drawing/2014/main" id="{2FEF8D2D-53CB-AA5B-986A-2EB0787E2026}"/>
              </a:ext>
            </a:extLst>
          </p:cNvPr>
          <p:cNvSpPr txBox="1">
            <a:spLocks/>
          </p:cNvSpPr>
          <p:nvPr/>
        </p:nvSpPr>
        <p:spPr>
          <a:xfrm>
            <a:off x="3935200" y="188640"/>
            <a:ext cx="4896544" cy="507832"/>
          </a:xfrm>
          <a:prstGeom prst="rect">
            <a:avLst/>
          </a:prstGeom>
          <a:noFill/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0D0D0D"/>
                </a:solidFill>
                <a:latin typeface="Cambria" pitchFamily="18" charset="0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j-ea"/>
                <a:cs typeface="+mj-cs"/>
              </a:rPr>
              <a:t>Tasa de interés de adquisición</a:t>
            </a:r>
          </a:p>
        </p:txBody>
      </p:sp>
      <p:sp>
        <p:nvSpPr>
          <p:cNvPr id="6" name="5 Rectángulo redondeado">
            <a:extLst>
              <a:ext uri="{FF2B5EF4-FFF2-40B4-BE49-F238E27FC236}">
                <a16:creationId xmlns:a16="http://schemas.microsoft.com/office/drawing/2014/main" id="{64E2ED46-53A6-CD29-1F63-C9AC26865256}"/>
              </a:ext>
            </a:extLst>
          </p:cNvPr>
          <p:cNvSpPr/>
          <p:nvPr/>
        </p:nvSpPr>
        <p:spPr>
          <a:xfrm>
            <a:off x="843280" y="5609630"/>
            <a:ext cx="11279098" cy="783193"/>
          </a:xfrm>
          <a:prstGeom prst="roundRect">
            <a:avLst/>
          </a:prstGeom>
          <a:noFill/>
          <a:ln w="12700">
            <a:noFill/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La tasa de interés promedio en pesos para adquisición de vivienda se ubicó en 11,24% en enero 2025, mientras que en febrero va en 11,38%</a:t>
            </a:r>
            <a:r>
              <a:rPr lang="es-CO" sz="2000">
                <a:solidFill>
                  <a:prstClr val="black"/>
                </a:solidFill>
                <a:latin typeface="Dosis"/>
              </a:rPr>
              <a:t>. </a:t>
            </a:r>
            <a:r>
              <a:rPr lang="es-MX" sz="2000">
                <a:solidFill>
                  <a:prstClr val="black"/>
                </a:solidFill>
                <a:latin typeface="Dosis"/>
              </a:rPr>
              <a:t>mientras que la tasa promedio en modalidad UVR se encontró en 6,81%.</a:t>
            </a:r>
            <a:endParaRPr kumimoji="0" lang="es-CO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sp>
        <p:nvSpPr>
          <p:cNvPr id="7" name="14 CuadroTexto">
            <a:extLst>
              <a:ext uri="{FF2B5EF4-FFF2-40B4-BE49-F238E27FC236}">
                <a16:creationId xmlns:a16="http://schemas.microsoft.com/office/drawing/2014/main" id="{7767827D-5967-359B-C82C-2935AE4DB8AD}"/>
              </a:ext>
            </a:extLst>
          </p:cNvPr>
          <p:cNvSpPr txBox="1"/>
          <p:nvPr/>
        </p:nvSpPr>
        <p:spPr>
          <a:xfrm>
            <a:off x="1768619" y="1020975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pesos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3E36EE0-5E9F-A5A2-AA68-E542AE43D460}"/>
              </a:ext>
            </a:extLst>
          </p:cNvPr>
          <p:cNvSpPr txBox="1"/>
          <p:nvPr/>
        </p:nvSpPr>
        <p:spPr>
          <a:xfrm>
            <a:off x="843279" y="6484016"/>
            <a:ext cx="10358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Fuente: Banco de la República, y Superintendencia Financiera de Colombia, Cálculos Camacol </a:t>
            </a:r>
          </a:p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Nota: </a:t>
            </a:r>
            <a:r>
              <a:rPr lang="es-CO" sz="900">
                <a:solidFill>
                  <a:prstClr val="black"/>
                </a:solidFill>
                <a:latin typeface="Dosis" pitchFamily="2" charset="0"/>
              </a:rPr>
              <a:t>La t</a:t>
            </a: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asas de interés en UVR corresponde al margen adicional a la variación de la UVR. Información con corte al 14 de febrero de 2025. Las tasas de Superfinanciera con corte al 21 de febrero de 2025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C1E4E0B4-1B4D-7293-42B5-95CB1881EC20}"/>
              </a:ext>
            </a:extLst>
          </p:cNvPr>
          <p:cNvGraphicFramePr>
            <a:graphicFrameLocks/>
          </p:cNvGraphicFramePr>
          <p:nvPr/>
        </p:nvGraphicFramePr>
        <p:xfrm>
          <a:off x="1084823" y="1390307"/>
          <a:ext cx="5011178" cy="40753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FB214EE2-94A0-BD32-88F8-33C4FC765AA2}"/>
              </a:ext>
            </a:extLst>
          </p:cNvPr>
          <p:cNvGraphicFramePr>
            <a:graphicFrameLocks/>
          </p:cNvGraphicFramePr>
          <p:nvPr/>
        </p:nvGraphicFramePr>
        <p:xfrm>
          <a:off x="6576301" y="1450475"/>
          <a:ext cx="5239776" cy="39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5" name="14 CuadroTexto">
            <a:extLst>
              <a:ext uri="{FF2B5EF4-FFF2-40B4-BE49-F238E27FC236}">
                <a16:creationId xmlns:a16="http://schemas.microsoft.com/office/drawing/2014/main" id="{1D9475BB-8699-FA52-0E64-5CCC22ABEE5F}"/>
              </a:ext>
            </a:extLst>
          </p:cNvPr>
          <p:cNvSpPr txBox="1"/>
          <p:nvPr/>
        </p:nvSpPr>
        <p:spPr>
          <a:xfrm>
            <a:off x="7546062" y="998710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UVR</a:t>
            </a:r>
          </a:p>
        </p:txBody>
      </p:sp>
    </p:spTree>
    <p:extLst>
      <p:ext uri="{BB962C8B-B14F-4D97-AF65-F5344CB8AC3E}">
        <p14:creationId xmlns:p14="http://schemas.microsoft.com/office/powerpoint/2010/main" val="305313506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FDE0EA10-31B0-5A63-753E-4AC3E6B08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9D87EC99-4AD9-D7B1-0E6B-0994F156829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CA5D3532-ADFD-614C-CCDB-9B8F2D80DA63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/>
                <a:ea typeface="+mn-ea"/>
                <a:cs typeface="+mn-cs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B1E64CE0-9FE6-0FA3-1258-DB41438E958D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9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58567F3F-1437-3B3A-F2D2-897662370B40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8F17F90-D918-6E9E-CD65-A7B5529D5426}"/>
              </a:ext>
            </a:extLst>
          </p:cNvPr>
          <p:cNvSpPr txBox="1"/>
          <p:nvPr/>
        </p:nvSpPr>
        <p:spPr>
          <a:xfrm>
            <a:off x="9483125" y="6566449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9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4" name="1 Título">
            <a:extLst>
              <a:ext uri="{FF2B5EF4-FFF2-40B4-BE49-F238E27FC236}">
                <a16:creationId xmlns:a16="http://schemas.microsoft.com/office/drawing/2014/main" id="{D11759E3-BD8E-BA5B-F79C-E3D5D3E38FBC}"/>
              </a:ext>
            </a:extLst>
          </p:cNvPr>
          <p:cNvSpPr txBox="1">
            <a:spLocks/>
          </p:cNvSpPr>
          <p:nvPr/>
        </p:nvSpPr>
        <p:spPr>
          <a:xfrm>
            <a:off x="3791744" y="188640"/>
            <a:ext cx="4896544" cy="507832"/>
          </a:xfrm>
          <a:prstGeom prst="rect">
            <a:avLst/>
          </a:prstGeom>
          <a:noFill/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0D0D0D"/>
                </a:solidFill>
                <a:latin typeface="Cambria" pitchFamily="18" charset="0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j-ea"/>
                <a:cs typeface="+mj-cs"/>
              </a:rPr>
              <a:t>Tasas de interés de construcción</a:t>
            </a:r>
          </a:p>
        </p:txBody>
      </p:sp>
      <p:sp>
        <p:nvSpPr>
          <p:cNvPr id="3" name="20 CuadroTexto">
            <a:extLst>
              <a:ext uri="{FF2B5EF4-FFF2-40B4-BE49-F238E27FC236}">
                <a16:creationId xmlns:a16="http://schemas.microsoft.com/office/drawing/2014/main" id="{BDF24793-F855-D068-0164-10F3AC808797}"/>
              </a:ext>
            </a:extLst>
          </p:cNvPr>
          <p:cNvSpPr txBox="1"/>
          <p:nvPr/>
        </p:nvSpPr>
        <p:spPr>
          <a:xfrm>
            <a:off x="2135560" y="944724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pesos</a:t>
            </a:r>
          </a:p>
        </p:txBody>
      </p:sp>
      <p:sp>
        <p:nvSpPr>
          <p:cNvPr id="11" name="21 CuadroTexto">
            <a:extLst>
              <a:ext uri="{FF2B5EF4-FFF2-40B4-BE49-F238E27FC236}">
                <a16:creationId xmlns:a16="http://schemas.microsoft.com/office/drawing/2014/main" id="{187FAF91-4954-DADF-60BA-2C26EAFE86C8}"/>
              </a:ext>
            </a:extLst>
          </p:cNvPr>
          <p:cNvSpPr txBox="1"/>
          <p:nvPr/>
        </p:nvSpPr>
        <p:spPr>
          <a:xfrm>
            <a:off x="7320136" y="944724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UVR</a:t>
            </a:r>
          </a:p>
        </p:txBody>
      </p:sp>
      <p:sp>
        <p:nvSpPr>
          <p:cNvPr id="8" name="5 Rectángulo redondeado">
            <a:extLst>
              <a:ext uri="{FF2B5EF4-FFF2-40B4-BE49-F238E27FC236}">
                <a16:creationId xmlns:a16="http://schemas.microsoft.com/office/drawing/2014/main" id="{DAEDAEB8-86F2-1538-3AD2-B5CDF4D34AA5}"/>
              </a:ext>
            </a:extLst>
          </p:cNvPr>
          <p:cNvSpPr/>
          <p:nvPr/>
        </p:nvSpPr>
        <p:spPr>
          <a:xfrm>
            <a:off x="1571000" y="5615143"/>
            <a:ext cx="10202128" cy="1123712"/>
          </a:xfrm>
          <a:prstGeom prst="roundRect">
            <a:avLst/>
          </a:prstGeom>
          <a:noFill/>
          <a:ln w="12700">
            <a:noFill/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Durante el mes de enero de 2025, la tasa de interés promedio en pesos para construcción de vivienda VIS se ubicó en 13,76% y la No VIS 13,74%</a:t>
            </a:r>
            <a:r>
              <a:rPr kumimoji="0" lang="es-CO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, mientras que la tasa promedio en modalidad UVR se encontró en 6,74%.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129EC1D-2687-4E8E-E771-3DBE96F7D135}"/>
              </a:ext>
            </a:extLst>
          </p:cNvPr>
          <p:cNvSpPr txBox="1"/>
          <p:nvPr/>
        </p:nvSpPr>
        <p:spPr>
          <a:xfrm>
            <a:off x="843279" y="6484016"/>
            <a:ext cx="7675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Fuente: Banco de la República, Cálculos Camacol </a:t>
            </a:r>
          </a:p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Nota: </a:t>
            </a:r>
            <a:r>
              <a:rPr lang="es-CO" sz="900">
                <a:solidFill>
                  <a:prstClr val="black"/>
                </a:solidFill>
                <a:latin typeface="Dosis" pitchFamily="2" charset="0"/>
              </a:rPr>
              <a:t>La t</a:t>
            </a: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asas de interés en UVR corresponde al margen adicional a la variación de la UVR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32BCC41-BEF3-3F8A-CC4F-F6E30C2AE725}"/>
              </a:ext>
            </a:extLst>
          </p:cNvPr>
          <p:cNvGraphicFramePr>
            <a:graphicFrameLocks/>
          </p:cNvGraphicFramePr>
          <p:nvPr/>
        </p:nvGraphicFramePr>
        <p:xfrm>
          <a:off x="1171855" y="1454092"/>
          <a:ext cx="5239777" cy="40753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FBAF647A-D10D-38B6-F756-52FDFB214E8F}"/>
              </a:ext>
            </a:extLst>
          </p:cNvPr>
          <p:cNvGraphicFramePr>
            <a:graphicFrameLocks/>
          </p:cNvGraphicFramePr>
          <p:nvPr/>
        </p:nvGraphicFramePr>
        <p:xfrm>
          <a:off x="6572758" y="1454092"/>
          <a:ext cx="5239777" cy="40753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35507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E05134B7-9A4D-D19F-FB1F-02DDD0C04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A567733-4E46-3226-9EB0-BB420F06CC2C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23C1F511-26E8-9D79-3378-0E1CF921B634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/>
                <a:ea typeface="+mn-ea"/>
                <a:cs typeface="+mn-cs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69534597-ECD9-6483-E26F-0F783B586735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9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2221A35D-864A-051B-466F-23A8329BF46E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A9F61845-3DEB-B80E-78DD-60B5985A6EE7}"/>
              </a:ext>
            </a:extLst>
          </p:cNvPr>
          <p:cNvSpPr txBox="1"/>
          <p:nvPr/>
        </p:nvSpPr>
        <p:spPr>
          <a:xfrm>
            <a:off x="9483125" y="6566449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9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4" name="1 Título">
            <a:extLst>
              <a:ext uri="{FF2B5EF4-FFF2-40B4-BE49-F238E27FC236}">
                <a16:creationId xmlns:a16="http://schemas.microsoft.com/office/drawing/2014/main" id="{2FEF8D2D-53CB-AA5B-986A-2EB0787E2026}"/>
              </a:ext>
            </a:extLst>
          </p:cNvPr>
          <p:cNvSpPr txBox="1">
            <a:spLocks/>
          </p:cNvSpPr>
          <p:nvPr/>
        </p:nvSpPr>
        <p:spPr>
          <a:xfrm>
            <a:off x="3935200" y="188640"/>
            <a:ext cx="4896544" cy="507832"/>
          </a:xfrm>
          <a:prstGeom prst="rect">
            <a:avLst/>
          </a:prstGeom>
          <a:noFill/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0D0D0D"/>
                </a:solidFill>
                <a:latin typeface="Cambria" pitchFamily="18" charset="0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j-ea"/>
                <a:cs typeface="+mj-cs"/>
              </a:rPr>
              <a:t>Tasa de interés de adquisición</a:t>
            </a:r>
          </a:p>
        </p:txBody>
      </p:sp>
      <p:sp>
        <p:nvSpPr>
          <p:cNvPr id="6" name="5 Rectángulo redondeado">
            <a:extLst>
              <a:ext uri="{FF2B5EF4-FFF2-40B4-BE49-F238E27FC236}">
                <a16:creationId xmlns:a16="http://schemas.microsoft.com/office/drawing/2014/main" id="{64E2ED46-53A6-CD29-1F63-C9AC26865256}"/>
              </a:ext>
            </a:extLst>
          </p:cNvPr>
          <p:cNvSpPr/>
          <p:nvPr/>
        </p:nvSpPr>
        <p:spPr>
          <a:xfrm>
            <a:off x="843280" y="5609630"/>
            <a:ext cx="11279098" cy="783193"/>
          </a:xfrm>
          <a:prstGeom prst="roundRect">
            <a:avLst/>
          </a:prstGeom>
          <a:noFill/>
          <a:ln w="12700">
            <a:noFill/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La tasa de interés promedio en pesos para adquisición de vivienda se ubicó en 11,24% en enero 2025, mientras que en febrero va en 11,38%</a:t>
            </a:r>
            <a:r>
              <a:rPr lang="es-CO" sz="2000">
                <a:solidFill>
                  <a:prstClr val="black"/>
                </a:solidFill>
                <a:latin typeface="Dosis"/>
              </a:rPr>
              <a:t>. </a:t>
            </a:r>
            <a:r>
              <a:rPr lang="es-MX" sz="2000">
                <a:solidFill>
                  <a:prstClr val="black"/>
                </a:solidFill>
                <a:latin typeface="Dosis"/>
              </a:rPr>
              <a:t>mientras que la tasa promedio en modalidad UVR se encontró en 6,81%.</a:t>
            </a:r>
            <a:endParaRPr kumimoji="0" lang="es-CO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sp>
        <p:nvSpPr>
          <p:cNvPr id="7" name="14 CuadroTexto">
            <a:extLst>
              <a:ext uri="{FF2B5EF4-FFF2-40B4-BE49-F238E27FC236}">
                <a16:creationId xmlns:a16="http://schemas.microsoft.com/office/drawing/2014/main" id="{7767827D-5967-359B-C82C-2935AE4DB8AD}"/>
              </a:ext>
            </a:extLst>
          </p:cNvPr>
          <p:cNvSpPr txBox="1"/>
          <p:nvPr/>
        </p:nvSpPr>
        <p:spPr>
          <a:xfrm>
            <a:off x="1768619" y="1020975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pesos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3E36EE0-5E9F-A5A2-AA68-E542AE43D460}"/>
              </a:ext>
            </a:extLst>
          </p:cNvPr>
          <p:cNvSpPr txBox="1"/>
          <p:nvPr/>
        </p:nvSpPr>
        <p:spPr>
          <a:xfrm>
            <a:off x="843279" y="6484016"/>
            <a:ext cx="10358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Fuente: Banco de la República, y Superintendencia Financiera de Colombia, Cálculos Camacol </a:t>
            </a:r>
          </a:p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Nota: </a:t>
            </a:r>
            <a:r>
              <a:rPr lang="es-CO" sz="900">
                <a:solidFill>
                  <a:prstClr val="black"/>
                </a:solidFill>
                <a:latin typeface="Dosis" pitchFamily="2" charset="0"/>
              </a:rPr>
              <a:t>La t</a:t>
            </a: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asas de interés en UVR corresponde al margen adicional a la variación de la UVR. Información con corte al 14 de febrero de 2025. Las tasas de Superfinanciera con corte al 21 de febrero de 2025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C1E4E0B4-1B4D-7293-42B5-95CB1881EC20}"/>
              </a:ext>
            </a:extLst>
          </p:cNvPr>
          <p:cNvGraphicFramePr>
            <a:graphicFrameLocks/>
          </p:cNvGraphicFramePr>
          <p:nvPr/>
        </p:nvGraphicFramePr>
        <p:xfrm>
          <a:off x="1084823" y="1390307"/>
          <a:ext cx="5011178" cy="40753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FB214EE2-94A0-BD32-88F8-33C4FC765AA2}"/>
              </a:ext>
            </a:extLst>
          </p:cNvPr>
          <p:cNvGraphicFramePr>
            <a:graphicFrameLocks/>
          </p:cNvGraphicFramePr>
          <p:nvPr/>
        </p:nvGraphicFramePr>
        <p:xfrm>
          <a:off x="6576301" y="1450475"/>
          <a:ext cx="5239776" cy="39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14 CuadroTexto">
            <a:extLst>
              <a:ext uri="{FF2B5EF4-FFF2-40B4-BE49-F238E27FC236}">
                <a16:creationId xmlns:a16="http://schemas.microsoft.com/office/drawing/2014/main" id="{1D9475BB-8699-FA52-0E64-5CCC22ABEE5F}"/>
              </a:ext>
            </a:extLst>
          </p:cNvPr>
          <p:cNvSpPr txBox="1"/>
          <p:nvPr/>
        </p:nvSpPr>
        <p:spPr>
          <a:xfrm>
            <a:off x="7546062" y="998710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UVR</a:t>
            </a:r>
          </a:p>
        </p:txBody>
      </p:sp>
    </p:spTree>
    <p:extLst>
      <p:ext uri="{BB962C8B-B14F-4D97-AF65-F5344CB8AC3E}">
        <p14:creationId xmlns:p14="http://schemas.microsoft.com/office/powerpoint/2010/main" val="304634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FDE0EA10-31B0-5A63-753E-4AC3E6B08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9D87EC99-4AD9-D7B1-0E6B-0994F156829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CA5D3532-ADFD-614C-CCDB-9B8F2D80DA63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/>
                <a:ea typeface="+mn-ea"/>
                <a:cs typeface="+mn-cs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B1E64CE0-9FE6-0FA3-1258-DB41438E958D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9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58567F3F-1437-3B3A-F2D2-897662370B40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8F17F90-D918-6E9E-CD65-A7B5529D5426}"/>
              </a:ext>
            </a:extLst>
          </p:cNvPr>
          <p:cNvSpPr txBox="1"/>
          <p:nvPr/>
        </p:nvSpPr>
        <p:spPr>
          <a:xfrm>
            <a:off x="9483125" y="6566449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9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  <p:sp>
        <p:nvSpPr>
          <p:cNvPr id="4" name="1 Título">
            <a:extLst>
              <a:ext uri="{FF2B5EF4-FFF2-40B4-BE49-F238E27FC236}">
                <a16:creationId xmlns:a16="http://schemas.microsoft.com/office/drawing/2014/main" id="{D11759E3-BD8E-BA5B-F79C-E3D5D3E38FBC}"/>
              </a:ext>
            </a:extLst>
          </p:cNvPr>
          <p:cNvSpPr txBox="1">
            <a:spLocks/>
          </p:cNvSpPr>
          <p:nvPr/>
        </p:nvSpPr>
        <p:spPr>
          <a:xfrm>
            <a:off x="3791744" y="188640"/>
            <a:ext cx="4896544" cy="507832"/>
          </a:xfrm>
          <a:prstGeom prst="rect">
            <a:avLst/>
          </a:prstGeom>
          <a:noFill/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0D0D0D"/>
                </a:solidFill>
                <a:latin typeface="Cambria" pitchFamily="18" charset="0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0D0D0D"/>
                </a:solidFill>
                <a:latin typeface="Cambria" pitchFamily="18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j-ea"/>
                <a:cs typeface="+mj-cs"/>
              </a:rPr>
              <a:t>Tasas de interés de construcción</a:t>
            </a:r>
          </a:p>
        </p:txBody>
      </p:sp>
      <p:sp>
        <p:nvSpPr>
          <p:cNvPr id="3" name="20 CuadroTexto">
            <a:extLst>
              <a:ext uri="{FF2B5EF4-FFF2-40B4-BE49-F238E27FC236}">
                <a16:creationId xmlns:a16="http://schemas.microsoft.com/office/drawing/2014/main" id="{BDF24793-F855-D068-0164-10F3AC808797}"/>
              </a:ext>
            </a:extLst>
          </p:cNvPr>
          <p:cNvSpPr txBox="1"/>
          <p:nvPr/>
        </p:nvSpPr>
        <p:spPr>
          <a:xfrm>
            <a:off x="2135560" y="944724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pesos</a:t>
            </a:r>
          </a:p>
        </p:txBody>
      </p:sp>
      <p:sp>
        <p:nvSpPr>
          <p:cNvPr id="11" name="21 CuadroTexto">
            <a:extLst>
              <a:ext uri="{FF2B5EF4-FFF2-40B4-BE49-F238E27FC236}">
                <a16:creationId xmlns:a16="http://schemas.microsoft.com/office/drawing/2014/main" id="{187FAF91-4954-DADF-60BA-2C26EAFE86C8}"/>
              </a:ext>
            </a:extLst>
          </p:cNvPr>
          <p:cNvSpPr txBox="1"/>
          <p:nvPr/>
        </p:nvSpPr>
        <p:spPr>
          <a:xfrm>
            <a:off x="7320136" y="944724"/>
            <a:ext cx="36724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Tasa en UVR</a:t>
            </a:r>
          </a:p>
        </p:txBody>
      </p:sp>
      <p:sp>
        <p:nvSpPr>
          <p:cNvPr id="8" name="5 Rectángulo redondeado">
            <a:extLst>
              <a:ext uri="{FF2B5EF4-FFF2-40B4-BE49-F238E27FC236}">
                <a16:creationId xmlns:a16="http://schemas.microsoft.com/office/drawing/2014/main" id="{DAEDAEB8-86F2-1538-3AD2-B5CDF4D34AA5}"/>
              </a:ext>
            </a:extLst>
          </p:cNvPr>
          <p:cNvSpPr/>
          <p:nvPr/>
        </p:nvSpPr>
        <p:spPr>
          <a:xfrm>
            <a:off x="1571000" y="5615143"/>
            <a:ext cx="10202128" cy="1123712"/>
          </a:xfrm>
          <a:prstGeom prst="roundRect">
            <a:avLst/>
          </a:prstGeom>
          <a:noFill/>
          <a:ln w="12700">
            <a:noFill/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Durante el mes de enero de 2025, la tasa de interés promedio en pesos para construcción de vivienda VIS se ubicó en 13,76% y la No VIS 13,74%</a:t>
            </a:r>
            <a:r>
              <a:rPr kumimoji="0" lang="es-CO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, mientras que la tasa promedio en modalidad UVR se encontró en 6,74%.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129EC1D-2687-4E8E-E771-3DBE96F7D135}"/>
              </a:ext>
            </a:extLst>
          </p:cNvPr>
          <p:cNvSpPr txBox="1"/>
          <p:nvPr/>
        </p:nvSpPr>
        <p:spPr>
          <a:xfrm>
            <a:off x="843279" y="6484016"/>
            <a:ext cx="7675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Fuente: Banco de la República, Cálculos Camacol </a:t>
            </a:r>
          </a:p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Nota: </a:t>
            </a:r>
            <a:r>
              <a:rPr lang="es-CO" sz="900">
                <a:solidFill>
                  <a:prstClr val="black"/>
                </a:solidFill>
                <a:latin typeface="Dosis" pitchFamily="2" charset="0"/>
              </a:rPr>
              <a:t>La t</a:t>
            </a: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asas de interés en UVR corresponde al margen adicional a la variación de la UVR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32BCC41-BEF3-3F8A-CC4F-F6E30C2AE725}"/>
              </a:ext>
            </a:extLst>
          </p:cNvPr>
          <p:cNvGraphicFramePr>
            <a:graphicFrameLocks/>
          </p:cNvGraphicFramePr>
          <p:nvPr/>
        </p:nvGraphicFramePr>
        <p:xfrm>
          <a:off x="1171855" y="1454092"/>
          <a:ext cx="5239777" cy="40753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FBAF647A-D10D-38B6-F756-52FDFB214E8F}"/>
              </a:ext>
            </a:extLst>
          </p:cNvPr>
          <p:cNvGraphicFramePr>
            <a:graphicFrameLocks/>
          </p:cNvGraphicFramePr>
          <p:nvPr/>
        </p:nvGraphicFramePr>
        <p:xfrm>
          <a:off x="6572758" y="1454092"/>
          <a:ext cx="5239777" cy="40753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13378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CD3A2-3C63-6E1F-68F9-238D4CD49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3;p2">
            <a:extLst>
              <a:ext uri="{FF2B5EF4-FFF2-40B4-BE49-F238E27FC236}">
                <a16:creationId xmlns:a16="http://schemas.microsoft.com/office/drawing/2014/main" id="{67F21C8D-3831-B158-1AC7-935568EECDCA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5" name="Google Shape;94;p2">
              <a:extLst>
                <a:ext uri="{FF2B5EF4-FFF2-40B4-BE49-F238E27FC236}">
                  <a16:creationId xmlns:a16="http://schemas.microsoft.com/office/drawing/2014/main" id="{F645C944-6325-A95E-DCC6-930C354512D2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6" name="Google Shape;95;p2">
              <a:extLst>
                <a:ext uri="{FF2B5EF4-FFF2-40B4-BE49-F238E27FC236}">
                  <a16:creationId xmlns:a16="http://schemas.microsoft.com/office/drawing/2014/main" id="{3311DB23-9582-993C-6278-0CC72C610B1B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" name="Google Shape;101;p2">
            <a:extLst>
              <a:ext uri="{FF2B5EF4-FFF2-40B4-BE49-F238E27FC236}">
                <a16:creationId xmlns:a16="http://schemas.microsoft.com/office/drawing/2014/main" id="{268CEED5-481B-6B1E-8D4F-AB506A277138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3AF2D85-09DA-3A21-DA58-B79EDBD7836C}"/>
              </a:ext>
            </a:extLst>
          </p:cNvPr>
          <p:cNvSpPr txBox="1"/>
          <p:nvPr/>
        </p:nvSpPr>
        <p:spPr>
          <a:xfrm>
            <a:off x="831760" y="-4029"/>
            <a:ext cx="113602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j-ea"/>
                <a:cs typeface="+mj-cs"/>
              </a:rPr>
              <a:t>Tasa de interés de adquisición en pesos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Serie Semanal - Porcentaje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5474500-9CEB-D08C-A3F8-B1F58B7862C6}"/>
              </a:ext>
            </a:extLst>
          </p:cNvPr>
          <p:cNvSpPr txBox="1"/>
          <p:nvPr/>
        </p:nvSpPr>
        <p:spPr>
          <a:xfrm>
            <a:off x="831760" y="6489210"/>
            <a:ext cx="10300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Fuente: Superintendencia Financiera de Colombia, Cálculos Camacol 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Nota: </a:t>
            </a: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La tasa en pesos se toma el margen de la tasa, por como está construida la serie en </a:t>
            </a:r>
            <a:r>
              <a:rPr kumimoji="0" lang="es-CO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SuperFinanciera</a:t>
            </a: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 con corte hasta el 21 de febrero de 2025.</a:t>
            </a: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573C6BE-0430-66A5-3F1B-0F7BBD6620FE}"/>
              </a:ext>
            </a:extLst>
          </p:cNvPr>
          <p:cNvSpPr txBox="1"/>
          <p:nvPr/>
        </p:nvSpPr>
        <p:spPr>
          <a:xfrm>
            <a:off x="831760" y="5723233"/>
            <a:ext cx="515106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La tasa de adquisición promedio en pesos viene subiendo las últimas semanas tanto para VIS como no VIS</a:t>
            </a:r>
            <a:endParaRPr kumimoji="0" lang="es-CO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F9C07310-8D1D-1D5A-3AB1-5507F2A89ED5}"/>
              </a:ext>
            </a:extLst>
          </p:cNvPr>
          <p:cNvGraphicFramePr>
            <a:graphicFrameLocks/>
          </p:cNvGraphicFramePr>
          <p:nvPr/>
        </p:nvGraphicFramePr>
        <p:xfrm>
          <a:off x="971651" y="1134767"/>
          <a:ext cx="5011178" cy="45643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42C58087-EADA-8750-59E0-02502E6E94C8}"/>
              </a:ext>
            </a:extLst>
          </p:cNvPr>
          <p:cNvCxnSpPr>
            <a:cxnSpLocks/>
          </p:cNvCxnSpPr>
          <p:nvPr/>
        </p:nvCxnSpPr>
        <p:spPr>
          <a:xfrm flipV="1">
            <a:off x="3037529" y="1912304"/>
            <a:ext cx="2677471" cy="1916687"/>
          </a:xfrm>
          <a:prstGeom prst="line">
            <a:avLst/>
          </a:prstGeom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CC59667B-56B9-7E2A-BA7D-9CDFB64FC639}"/>
              </a:ext>
            </a:extLst>
          </p:cNvPr>
          <p:cNvCxnSpPr>
            <a:cxnSpLocks/>
          </p:cNvCxnSpPr>
          <p:nvPr/>
        </p:nvCxnSpPr>
        <p:spPr>
          <a:xfrm flipV="1">
            <a:off x="3037736" y="3127306"/>
            <a:ext cx="2677471" cy="777591"/>
          </a:xfrm>
          <a:prstGeom prst="line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613D3990-98AB-0B41-CB67-1F6C15CE3B32}"/>
              </a:ext>
            </a:extLst>
          </p:cNvPr>
          <p:cNvSpPr/>
          <p:nvPr/>
        </p:nvSpPr>
        <p:spPr>
          <a:xfrm>
            <a:off x="7308529" y="2307692"/>
            <a:ext cx="859971" cy="6155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7 de 14 subieron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339F95C2-EC08-8DFB-3266-21741B0A0B17}"/>
              </a:ext>
            </a:extLst>
          </p:cNvPr>
          <p:cNvSpPr txBox="1"/>
          <p:nvPr/>
        </p:nvSpPr>
        <p:spPr>
          <a:xfrm>
            <a:off x="6262319" y="1247723"/>
            <a:ext cx="56932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Dosis" pitchFamily="2" charset="0"/>
              </a:rPr>
              <a:t>Comparando segunda semana de enero respecto a la tercera de febrero las entidades:</a:t>
            </a:r>
            <a:endParaRPr lang="es-CO" sz="1400" dirty="0">
              <a:latin typeface="Dosis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B6AFAAEE-65BC-9796-8544-4B635BAA54D3}"/>
              </a:ext>
            </a:extLst>
          </p:cNvPr>
          <p:cNvSpPr txBox="1"/>
          <p:nvPr/>
        </p:nvSpPr>
        <p:spPr>
          <a:xfrm>
            <a:off x="6737026" y="1815104"/>
            <a:ext cx="5693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Dosis" pitchFamily="2" charset="0"/>
              </a:rPr>
              <a:t>Para VIS en pesos</a:t>
            </a:r>
            <a:endParaRPr lang="es-CO" sz="1400" dirty="0">
              <a:latin typeface="Dosis" pitchFamily="2" charset="0"/>
            </a:endParaRP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93AFAFC5-8690-6303-FB5F-CC71659D6E00}"/>
              </a:ext>
            </a:extLst>
          </p:cNvPr>
          <p:cNvSpPr/>
          <p:nvPr/>
        </p:nvSpPr>
        <p:spPr>
          <a:xfrm>
            <a:off x="8723669" y="2314448"/>
            <a:ext cx="859971" cy="615553"/>
          </a:xfrm>
          <a:prstGeom prst="roundRect">
            <a:avLst/>
          </a:prstGeom>
          <a:solidFill>
            <a:srgbClr val="FFFFCC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1 de 14 la mantuvo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E9B09F2E-C534-7B60-9A91-E25AD363CE91}"/>
              </a:ext>
            </a:extLst>
          </p:cNvPr>
          <p:cNvSpPr/>
          <p:nvPr/>
        </p:nvSpPr>
        <p:spPr>
          <a:xfrm>
            <a:off x="10138809" y="2314448"/>
            <a:ext cx="859971" cy="6155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6 de 14 la bajaron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DAE74902-42F8-6765-37C5-418FBC503CE3}"/>
              </a:ext>
            </a:extLst>
          </p:cNvPr>
          <p:cNvSpPr/>
          <p:nvPr/>
        </p:nvSpPr>
        <p:spPr>
          <a:xfrm>
            <a:off x="7308529" y="3534508"/>
            <a:ext cx="859971" cy="6155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11 de 12 subieron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FB7BF89-9FF9-FFB1-0116-9FD621EFFA48}"/>
              </a:ext>
            </a:extLst>
          </p:cNvPr>
          <p:cNvSpPr txBox="1"/>
          <p:nvPr/>
        </p:nvSpPr>
        <p:spPr>
          <a:xfrm>
            <a:off x="6737026" y="3041920"/>
            <a:ext cx="5693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Dosis" pitchFamily="2" charset="0"/>
              </a:rPr>
              <a:t>Para NO VIS en pesos</a:t>
            </a:r>
            <a:endParaRPr lang="es-CO" sz="1400" dirty="0">
              <a:latin typeface="Dosis" pitchFamily="2" charset="0"/>
            </a:endParaRP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734B2140-6DE6-B514-E727-32E93B2B1BE6}"/>
              </a:ext>
            </a:extLst>
          </p:cNvPr>
          <p:cNvSpPr/>
          <p:nvPr/>
        </p:nvSpPr>
        <p:spPr>
          <a:xfrm>
            <a:off x="8723669" y="3541264"/>
            <a:ext cx="859971" cy="615553"/>
          </a:xfrm>
          <a:prstGeom prst="roundRect">
            <a:avLst/>
          </a:prstGeom>
          <a:solidFill>
            <a:srgbClr val="FFFFCC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0 de 12 la mantuvo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D42ECF7F-7196-4E57-1CD4-95DD02AC62A2}"/>
              </a:ext>
            </a:extLst>
          </p:cNvPr>
          <p:cNvSpPr/>
          <p:nvPr/>
        </p:nvSpPr>
        <p:spPr>
          <a:xfrm>
            <a:off x="10138809" y="3541264"/>
            <a:ext cx="859971" cy="6155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1 de 12 la bajaron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186EF399-8AF2-B574-74A0-FC6406CF4273}"/>
              </a:ext>
            </a:extLst>
          </p:cNvPr>
          <p:cNvSpPr/>
          <p:nvPr/>
        </p:nvSpPr>
        <p:spPr>
          <a:xfrm>
            <a:off x="7308529" y="4700020"/>
            <a:ext cx="859971" cy="6155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4 de 10 subieron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D6D580BE-F342-7645-F1AB-CD315F231104}"/>
              </a:ext>
            </a:extLst>
          </p:cNvPr>
          <p:cNvSpPr txBox="1"/>
          <p:nvPr/>
        </p:nvSpPr>
        <p:spPr>
          <a:xfrm>
            <a:off x="6737026" y="4207432"/>
            <a:ext cx="5693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Dosis" pitchFamily="2" charset="0"/>
              </a:rPr>
              <a:t>Para VIS en UVR</a:t>
            </a:r>
            <a:endParaRPr lang="es-CO" sz="1400" dirty="0">
              <a:latin typeface="Dosis" pitchFamily="2" charset="0"/>
            </a:endParaRPr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E3BBA966-0BE1-049F-8469-7DA5128CB45E}"/>
              </a:ext>
            </a:extLst>
          </p:cNvPr>
          <p:cNvSpPr/>
          <p:nvPr/>
        </p:nvSpPr>
        <p:spPr>
          <a:xfrm>
            <a:off x="8723669" y="4706776"/>
            <a:ext cx="859971" cy="615553"/>
          </a:xfrm>
          <a:prstGeom prst="roundRect">
            <a:avLst/>
          </a:prstGeom>
          <a:solidFill>
            <a:srgbClr val="FFFFCC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2 de 10 la mantuvo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37BD42EA-B20A-491F-ECED-8329DFCC25F3}"/>
              </a:ext>
            </a:extLst>
          </p:cNvPr>
          <p:cNvSpPr/>
          <p:nvPr/>
        </p:nvSpPr>
        <p:spPr>
          <a:xfrm>
            <a:off x="10138809" y="4706776"/>
            <a:ext cx="859971" cy="6155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4 de 10 la bajaron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6615AF2E-E761-7120-90EF-0CC3AF951763}"/>
              </a:ext>
            </a:extLst>
          </p:cNvPr>
          <p:cNvSpPr/>
          <p:nvPr/>
        </p:nvSpPr>
        <p:spPr>
          <a:xfrm>
            <a:off x="7284159" y="5854994"/>
            <a:ext cx="859971" cy="6155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2 de 7 subieron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918ABE0D-2ECF-3BD9-CDB2-85E761C90E0A}"/>
              </a:ext>
            </a:extLst>
          </p:cNvPr>
          <p:cNvSpPr txBox="1"/>
          <p:nvPr/>
        </p:nvSpPr>
        <p:spPr>
          <a:xfrm>
            <a:off x="6712656" y="5362406"/>
            <a:ext cx="5693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Dosis" pitchFamily="2" charset="0"/>
              </a:rPr>
              <a:t>Para NO VIS en UVR</a:t>
            </a:r>
            <a:endParaRPr lang="es-CO" sz="1400" dirty="0">
              <a:latin typeface="Dosis" pitchFamily="2" charset="0"/>
            </a:endParaRP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FCFDCF58-F02A-333E-158B-84D4C7DE0093}"/>
              </a:ext>
            </a:extLst>
          </p:cNvPr>
          <p:cNvSpPr/>
          <p:nvPr/>
        </p:nvSpPr>
        <p:spPr>
          <a:xfrm>
            <a:off x="8699299" y="5861750"/>
            <a:ext cx="859971" cy="615553"/>
          </a:xfrm>
          <a:prstGeom prst="roundRect">
            <a:avLst/>
          </a:prstGeom>
          <a:solidFill>
            <a:srgbClr val="FFFFCC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0 de 7 la mantuvo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D8F54008-4838-B6C1-205F-7BE3B224A3CC}"/>
              </a:ext>
            </a:extLst>
          </p:cNvPr>
          <p:cNvSpPr/>
          <p:nvPr/>
        </p:nvSpPr>
        <p:spPr>
          <a:xfrm>
            <a:off x="10114439" y="5861750"/>
            <a:ext cx="859971" cy="6155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dirty="0">
                <a:solidFill>
                  <a:schemeClr val="tx1"/>
                </a:solidFill>
                <a:latin typeface="Dosis" pitchFamily="2" charset="0"/>
              </a:rPr>
              <a:t>5 de 7 la bajaron</a:t>
            </a:r>
            <a:endParaRPr lang="es-CO" sz="1400" dirty="0">
              <a:solidFill>
                <a:schemeClr val="tx1"/>
              </a:solidFill>
              <a:latin typeface="Dosi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4593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c183e8ef4075ce3bee142c121839b84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54e9e5cb529ceac8d53a7862cdca92d4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Props1.xml><?xml version="1.0" encoding="utf-8"?>
<ds:datastoreItem xmlns:ds="http://schemas.openxmlformats.org/officeDocument/2006/customXml" ds:itemID="{E79CE0D5-E5C1-4C24-87F4-18FA6EFD9B0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A42352-70B8-42FC-81A6-914DC143D12B}"/>
</file>

<file path=customXml/itemProps3.xml><?xml version="1.0" encoding="utf-8"?>
<ds:datastoreItem xmlns:ds="http://schemas.openxmlformats.org/officeDocument/2006/customXml" ds:itemID="{EE5829E3-716A-4F20-9136-B9C508C83B27}">
  <ds:schemaRefs>
    <ds:schemaRef ds:uri="http://purl.org/dc/dcmitype/"/>
    <ds:schemaRef ds:uri="http://schemas.microsoft.com/office/2006/documentManagement/types"/>
    <ds:schemaRef ds:uri="http://schemas.microsoft.com/sharepoint/v3"/>
    <ds:schemaRef ds:uri="http://purl.org/dc/terms/"/>
    <ds:schemaRef ds:uri="d07a1b0e-5e0d-4395-b8ed-6b7f4c24bf15"/>
    <ds:schemaRef ds:uri="http://purl.org/dc/elements/1.1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d62384bc-84af-4cee-9670-bdd7e3103028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1171</Words>
  <Application>Microsoft Office PowerPoint</Application>
  <PresentationFormat>Panorámica</PresentationFormat>
  <Paragraphs>88</Paragraphs>
  <Slides>11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</vt:lpstr>
      <vt:lpstr>Dosis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Fernando Montañez Herrera</dc:creator>
  <cp:lastModifiedBy>Diego Fernando Montañez Herrera</cp:lastModifiedBy>
  <cp:revision>7</cp:revision>
  <dcterms:created xsi:type="dcterms:W3CDTF">2025-03-04T16:09:50Z</dcterms:created>
  <dcterms:modified xsi:type="dcterms:W3CDTF">2025-03-19T19:27:55Z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