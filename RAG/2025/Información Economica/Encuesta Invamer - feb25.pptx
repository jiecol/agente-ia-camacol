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drawings/drawing1.xml" ContentType="application/vnd.openxmlformats-officedocument.drawingml.chartshape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14981" r:id="rId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16FAEB-33D5-42CD-A549-9A0B0C80F881}" v="79" dt="2025-02-28T18:40:04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5" d="100"/>
          <a:sy n="65" d="100"/>
        </p:scale>
        <p:origin x="9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12" Type="http://schemas.openxmlformats.org/officeDocument/2006/relationships/customXml" Target="../customXml/item3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11" Type="http://schemas.openxmlformats.org/officeDocument/2006/relationships/customXml" Target="../customXml/item2.xml"/><Relationship Id="rId5" Type="http://schemas.openxmlformats.org/officeDocument/2006/relationships/viewProps" Target="viewProps.xml"/><Relationship Id="rId10" Type="http://schemas.openxmlformats.org/officeDocument/2006/relationships/customXml" Target="../customXml/item1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ly Castro" userId="c6661946-9789-44f7-bc4b-28e5d8848f7f" providerId="ADAL" clId="{7216FAEB-33D5-42CD-A549-9A0B0C80F881}"/>
    <pc:docChg chg="modSld">
      <pc:chgData name="Nathaly Castro" userId="c6661946-9789-44f7-bc4b-28e5d8848f7f" providerId="ADAL" clId="{7216FAEB-33D5-42CD-A549-9A0B0C80F881}" dt="2025-02-28T18:39:34.390" v="167" actId="1036"/>
      <pc:docMkLst>
        <pc:docMk/>
      </pc:docMkLst>
      <pc:sldChg chg="modSp mod">
        <pc:chgData name="Nathaly Castro" userId="c6661946-9789-44f7-bc4b-28e5d8848f7f" providerId="ADAL" clId="{7216FAEB-33D5-42CD-A549-9A0B0C80F881}" dt="2025-02-28T18:39:34.390" v="167" actId="1036"/>
        <pc:sldMkLst>
          <pc:docMk/>
          <pc:sldMk cId="2168777408" sldId="14981"/>
        </pc:sldMkLst>
        <pc:spChg chg="mod">
          <ac:chgData name="Nathaly Castro" userId="c6661946-9789-44f7-bc4b-28e5d8848f7f" providerId="ADAL" clId="{7216FAEB-33D5-42CD-A549-9A0B0C80F881}" dt="2025-02-28T18:25:51.377" v="12" actId="20577"/>
          <ac:spMkLst>
            <pc:docMk/>
            <pc:sldMk cId="2168777408" sldId="14981"/>
            <ac:spMk id="11" creationId="{29F454CE-E5FD-864D-B31C-4A9EF8AF9C3F}"/>
          </ac:spMkLst>
        </pc:spChg>
        <pc:graphicFrameChg chg="mod">
          <ac:chgData name="Nathaly Castro" userId="c6661946-9789-44f7-bc4b-28e5d8848f7f" providerId="ADAL" clId="{7216FAEB-33D5-42CD-A549-9A0B0C80F881}" dt="2025-02-28T18:39:03.035" v="163"/>
          <ac:graphicFrameMkLst>
            <pc:docMk/>
            <pc:sldMk cId="2168777408" sldId="14981"/>
            <ac:graphicFrameMk id="2" creationId="{EF6F09DA-8FA6-B027-0550-4326962D4863}"/>
          </ac:graphicFrameMkLst>
        </pc:graphicFrameChg>
        <pc:cxnChg chg="mod">
          <ac:chgData name="Nathaly Castro" userId="c6661946-9789-44f7-bc4b-28e5d8848f7f" providerId="ADAL" clId="{7216FAEB-33D5-42CD-A549-9A0B0C80F881}" dt="2025-02-28T18:39:34.390" v="167" actId="1036"/>
          <ac:cxnSpMkLst>
            <pc:docMk/>
            <pc:sldMk cId="2168777408" sldId="14981"/>
            <ac:cxnSpMk id="6" creationId="{8CC01C2A-B34D-474E-8A35-B5905C76385C}"/>
          </ac:cxnSpMkLst>
        </pc:cxnChg>
        <pc:cxnChg chg="mod">
          <ac:chgData name="Nathaly Castro" userId="c6661946-9789-44f7-bc4b-28e5d8848f7f" providerId="ADAL" clId="{7216FAEB-33D5-42CD-A549-9A0B0C80F881}" dt="2025-02-28T18:38:11.987" v="160" actId="1036"/>
          <ac:cxnSpMkLst>
            <pc:docMk/>
            <pc:sldMk cId="2168777408" sldId="14981"/>
            <ac:cxnSpMk id="9" creationId="{5D8EF1B1-42B7-87BD-D472-8180172AFB2A}"/>
          </ac:cxnSpMkLst>
        </pc:cxnChg>
        <pc:cxnChg chg="mod">
          <ac:chgData name="Nathaly Castro" userId="c6661946-9789-44f7-bc4b-28e5d8848f7f" providerId="ADAL" clId="{7216FAEB-33D5-42CD-A549-9A0B0C80F881}" dt="2025-02-28T18:38:13.858" v="161" actId="1036"/>
          <ac:cxnSpMkLst>
            <pc:docMk/>
            <pc:sldMk cId="2168777408" sldId="14981"/>
            <ac:cxnSpMk id="10" creationId="{ECA9C6CA-3FF4-55DF-6F0A-D84ACCA3EA52}"/>
          </ac:cxnSpMkLst>
        </pc:cxnChg>
        <pc:cxnChg chg="mod">
          <ac:chgData name="Nathaly Castro" userId="c6661946-9789-44f7-bc4b-28e5d8848f7f" providerId="ADAL" clId="{7216FAEB-33D5-42CD-A549-9A0B0C80F881}" dt="2025-02-28T18:38:16.153" v="162" actId="1036"/>
          <ac:cxnSpMkLst>
            <pc:docMk/>
            <pc:sldMk cId="2168777408" sldId="14981"/>
            <ac:cxnSpMk id="13" creationId="{5E21A0A1-5948-7317-1C85-2EEBCF7121B2}"/>
          </ac:cxnSpMkLst>
        </pc:cxnChg>
        <pc:cxnChg chg="mod">
          <ac:chgData name="Nathaly Castro" userId="c6661946-9789-44f7-bc4b-28e5d8848f7f" providerId="ADAL" clId="{7216FAEB-33D5-42CD-A549-9A0B0C80F881}" dt="2025-02-28T18:37:29.230" v="144" actId="1037"/>
          <ac:cxnSpMkLst>
            <pc:docMk/>
            <pc:sldMk cId="2168777408" sldId="14981"/>
            <ac:cxnSpMk id="15" creationId="{C3932DC0-A5BF-3C91-E6E9-BCF00C0C3ECF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5" Type="http://schemas.openxmlformats.org/officeDocument/2006/relationships/chartUserShapes" Target="../drawings/drawing1.xml"/><Relationship Id="rId4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4.6414895189039705E-2"/>
          <c:y val="0.16741040567559901"/>
          <c:w val="0.93749931392624175"/>
          <c:h val="0.58528222363135718"/>
        </c:manualLayout>
      </c:layout>
      <c:lineChart>
        <c:grouping val="standard"/>
        <c:varyColors val="0"/>
        <c:ser>
          <c:idx val="0"/>
          <c:order val="0"/>
          <c:tx>
            <c:strRef>
              <c:f>Hoja1!$C$4</c:f>
              <c:strCache>
                <c:ptCount val="1"/>
                <c:pt idx="0">
                  <c:v>Mejorando</c:v>
                </c:pt>
              </c:strCache>
            </c:strRef>
          </c:tx>
          <c:spPr>
            <a:ln w="22225" cap="rnd">
              <a:solidFill>
                <a:srgbClr val="00B050"/>
              </a:solidFill>
              <a:round/>
            </a:ln>
            <a:effectLst/>
          </c:spPr>
          <c:marker>
            <c:symbol val="circle"/>
            <c:size val="4"/>
            <c:spPr>
              <a:solidFill>
                <a:srgbClr val="00B050"/>
              </a:solidFill>
              <a:ln w="9525">
                <a:solidFill>
                  <a:srgbClr val="00B050"/>
                </a:solidFill>
              </a:ln>
              <a:effectLst/>
            </c:spPr>
          </c:marker>
          <c:dLbls>
            <c:dLbl>
              <c:idx val="88"/>
              <c:layout>
                <c:manualLayout>
                  <c:x val="-1.7086203703703704E-2"/>
                  <c:y val="-2.70168981481482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617E-4693-9073-6123EDD1E062}"/>
                </c:ext>
              </c:extLst>
            </c:dLbl>
            <c:dLbl>
              <c:idx val="89"/>
              <c:layout>
                <c:manualLayout>
                  <c:x val="-1.9041203703703876E-2"/>
                  <c:y val="1.414050925925915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E00-4C4D-A715-05787335B530}"/>
                </c:ext>
              </c:extLst>
            </c:dLbl>
            <c:dLbl>
              <c:idx val="90"/>
              <c:layout>
                <c:manualLayout>
                  <c:x val="-1.450212962962963E-2"/>
                  <c:y val="3.471921296296285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E00-4C4D-A715-05787335B530}"/>
                </c:ext>
              </c:extLst>
            </c:dLbl>
            <c:dLbl>
              <c:idx val="91"/>
              <c:layout>
                <c:manualLayout>
                  <c:x val="-1.5842685185185185E-2"/>
                  <c:y val="3.471921296296296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E00-4C4D-A715-05787335B530}"/>
                </c:ext>
              </c:extLst>
            </c:dLbl>
            <c:dLbl>
              <c:idx val="92"/>
              <c:layout>
                <c:manualLayout>
                  <c:x val="-1.5578148148148148E-2"/>
                  <c:y val="2.883958333333333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E00-4C4D-A715-05787335B530}"/>
                </c:ext>
              </c:extLst>
            </c:dLbl>
            <c:dLbl>
              <c:idx val="93"/>
              <c:layout>
                <c:manualLayout>
                  <c:x val="-1.4807870370370542E-2"/>
                  <c:y val="2.295995370370370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E00-4C4D-A715-05787335B530}"/>
                </c:ext>
              </c:extLst>
            </c:dLbl>
            <c:dLbl>
              <c:idx val="94"/>
              <c:layout>
                <c:manualLayout>
                  <c:x val="-1.0895E-2"/>
                  <c:y val="6.411736111111121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E00-4C4D-A715-05787335B530}"/>
                </c:ext>
              </c:extLst>
            </c:dLbl>
            <c:dLbl>
              <c:idx val="95"/>
              <c:layout>
                <c:manualLayout>
                  <c:x val="-2.0613981481481483E-2"/>
                  <c:y val="2.295995370370370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666-4196-B8EA-0D6AE0FD44B3}"/>
                </c:ext>
              </c:extLst>
            </c:dLbl>
            <c:dLbl>
              <c:idx val="96"/>
              <c:layout>
                <c:manualLayout>
                  <c:x val="-1.1053703703703876E-2"/>
                  <c:y val="2.5899768518518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DFB-4768-90B1-0AF276B91A31}"/>
                </c:ext>
              </c:extLst>
            </c:dLbl>
            <c:dLbl>
              <c:idx val="97"/>
              <c:layout>
                <c:manualLayout>
                  <c:x val="-9.6985185185185178E-3"/>
                  <c:y val="2.002013888888888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DFB-4768-90B1-0AF276B91A31}"/>
                </c:ext>
              </c:extLst>
            </c:dLbl>
            <c:dLbl>
              <c:idx val="98"/>
              <c:layout>
                <c:manualLayout>
                  <c:x val="-1.4422777777777951E-2"/>
                  <c:y val="3.177939814814814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17E-4693-9073-6123EDD1E062}"/>
                </c:ext>
              </c:extLst>
            </c:dLbl>
            <c:dLbl>
              <c:idx val="99"/>
              <c:layout>
                <c:manualLayout>
                  <c:x val="-1.43375E-2"/>
                  <c:y val="1.120069444444433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17E-4693-9073-6123EDD1E062}"/>
                </c:ext>
              </c:extLst>
            </c:dLbl>
            <c:dLbl>
              <c:idx val="100"/>
              <c:layout>
                <c:manualLayout>
                  <c:x val="-5.1922222222222222E-3"/>
                  <c:y val="2.5899768518518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17E-4693-9073-6123EDD1E06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extLst>
                <c:ext xmlns:c15="http://schemas.microsoft.com/office/drawing/2012/chart" uri="{02D57815-91ED-43cb-92C2-25804820EDAC}">
                  <c15:fullRef>
                    <c15:sqref>Hoja1!$B$5:$B$106</c15:sqref>
                  </c15:fullRef>
                </c:ext>
              </c:extLst>
              <c:f>Hoja1!$B$6:$B$106</c:f>
              <c:strCache>
                <c:ptCount val="101"/>
                <c:pt idx="0">
                  <c:v>2 Días antes de jaque Jun 27</c:v>
                </c:pt>
                <c:pt idx="1">
                  <c:v>2 Días después de jaque Jul 3</c:v>
                </c:pt>
                <c:pt idx="2">
                  <c:v>Ago.08</c:v>
                </c:pt>
                <c:pt idx="3">
                  <c:v>Oct.08</c:v>
                </c:pt>
                <c:pt idx="4">
                  <c:v>Dic.08</c:v>
                </c:pt>
                <c:pt idx="5">
                  <c:v>Feb.09</c:v>
                </c:pt>
                <c:pt idx="6">
                  <c:v>May.09</c:v>
                </c:pt>
                <c:pt idx="7">
                  <c:v>Jul.09</c:v>
                </c:pt>
                <c:pt idx="8">
                  <c:v>Sep.09</c:v>
                </c:pt>
                <c:pt idx="9">
                  <c:v>Nov.09</c:v>
                </c:pt>
                <c:pt idx="10">
                  <c:v>Dic.09</c:v>
                </c:pt>
                <c:pt idx="11">
                  <c:v>Feb.10</c:v>
                </c:pt>
                <c:pt idx="12">
                  <c:v>Abr.10</c:v>
                </c:pt>
                <c:pt idx="13">
                  <c:v>Jul.10</c:v>
                </c:pt>
                <c:pt idx="14">
                  <c:v>Sep.10</c:v>
                </c:pt>
                <c:pt idx="15">
                  <c:v>Oct.10</c:v>
                </c:pt>
                <c:pt idx="16">
                  <c:v>Dic.10</c:v>
                </c:pt>
                <c:pt idx="17">
                  <c:v>Feb.11</c:v>
                </c:pt>
                <c:pt idx="18">
                  <c:v>May.11</c:v>
                </c:pt>
                <c:pt idx="19">
                  <c:v>Jun.11</c:v>
                </c:pt>
                <c:pt idx="20">
                  <c:v>Ago.11</c:v>
                </c:pt>
                <c:pt idx="21">
                  <c:v>Nov.11</c:v>
                </c:pt>
                <c:pt idx="22">
                  <c:v>Dic.11</c:v>
                </c:pt>
                <c:pt idx="23">
                  <c:v>Feb.12</c:v>
                </c:pt>
                <c:pt idx="24">
                  <c:v>Abr.12</c:v>
                </c:pt>
                <c:pt idx="25">
                  <c:v>Jun.12</c:v>
                </c:pt>
                <c:pt idx="26">
                  <c:v>Ago.12</c:v>
                </c:pt>
                <c:pt idx="27">
                  <c:v>Oct.12</c:v>
                </c:pt>
                <c:pt idx="28">
                  <c:v>Dic.12</c:v>
                </c:pt>
                <c:pt idx="29">
                  <c:v>Feb.13</c:v>
                </c:pt>
                <c:pt idx="30">
                  <c:v>Abr.13</c:v>
                </c:pt>
                <c:pt idx="31">
                  <c:v>Jun.13</c:v>
                </c:pt>
                <c:pt idx="32">
                  <c:v>Ago.13</c:v>
                </c:pt>
                <c:pt idx="33">
                  <c:v>Oct.13</c:v>
                </c:pt>
                <c:pt idx="34">
                  <c:v>Dic.13</c:v>
                </c:pt>
                <c:pt idx="35">
                  <c:v>Feb.14</c:v>
                </c:pt>
                <c:pt idx="36">
                  <c:v>May.14</c:v>
                </c:pt>
                <c:pt idx="37">
                  <c:v>Jun.14</c:v>
                </c:pt>
                <c:pt idx="38">
                  <c:v>Ago.14</c:v>
                </c:pt>
                <c:pt idx="39">
                  <c:v>Oct.14</c:v>
                </c:pt>
                <c:pt idx="40">
                  <c:v>Dic.14</c:v>
                </c:pt>
                <c:pt idx="41">
                  <c:v>Feb.15</c:v>
                </c:pt>
                <c:pt idx="42">
                  <c:v>Abr.15</c:v>
                </c:pt>
                <c:pt idx="43">
                  <c:v>Jun.15</c:v>
                </c:pt>
                <c:pt idx="44">
                  <c:v>Ago.15</c:v>
                </c:pt>
                <c:pt idx="45">
                  <c:v>Nov.15</c:v>
                </c:pt>
                <c:pt idx="46">
                  <c:v>Dic.15</c:v>
                </c:pt>
                <c:pt idx="47">
                  <c:v>Feb.16</c:v>
                </c:pt>
                <c:pt idx="48">
                  <c:v>Abr.16</c:v>
                </c:pt>
                <c:pt idx="49">
                  <c:v>Jun.16</c:v>
                </c:pt>
                <c:pt idx="50">
                  <c:v>Ago.16</c:v>
                </c:pt>
                <c:pt idx="51">
                  <c:v>Oct.16</c:v>
                </c:pt>
                <c:pt idx="52">
                  <c:v>Dic.16</c:v>
                </c:pt>
                <c:pt idx="53">
                  <c:v>Feb.17</c:v>
                </c:pt>
                <c:pt idx="54">
                  <c:v>Abr.17</c:v>
                </c:pt>
                <c:pt idx="55">
                  <c:v>Jun.17</c:v>
                </c:pt>
                <c:pt idx="56">
                  <c:v>Ago.17</c:v>
                </c:pt>
                <c:pt idx="57">
                  <c:v>Oct.17</c:v>
                </c:pt>
                <c:pt idx="58">
                  <c:v>Dic.17</c:v>
                </c:pt>
                <c:pt idx="59">
                  <c:v>Feb.18</c:v>
                </c:pt>
                <c:pt idx="60">
                  <c:v>Abr.18</c:v>
                </c:pt>
                <c:pt idx="61">
                  <c:v>Jun.18</c:v>
                </c:pt>
                <c:pt idx="62">
                  <c:v>Ago.18</c:v>
                </c:pt>
                <c:pt idx="63">
                  <c:v>Oct.18</c:v>
                </c:pt>
                <c:pt idx="64">
                  <c:v>Dic.18</c:v>
                </c:pt>
                <c:pt idx="65">
                  <c:v>Feb.19</c:v>
                </c:pt>
                <c:pt idx="66">
                  <c:v>May.19</c:v>
                </c:pt>
                <c:pt idx="67">
                  <c:v>Jun.19</c:v>
                </c:pt>
                <c:pt idx="68">
                  <c:v>Ago.19</c:v>
                </c:pt>
                <c:pt idx="69">
                  <c:v>Oct.19</c:v>
                </c:pt>
                <c:pt idx="70">
                  <c:v>Dic.19</c:v>
                </c:pt>
                <c:pt idx="71">
                  <c:v>Feb.20</c:v>
                </c:pt>
                <c:pt idx="72">
                  <c:v>Jun.20</c:v>
                </c:pt>
                <c:pt idx="73">
                  <c:v>Ago.20</c:v>
                </c:pt>
                <c:pt idx="74">
                  <c:v>Oct.20</c:v>
                </c:pt>
                <c:pt idx="75">
                  <c:v>Ene.21</c:v>
                </c:pt>
                <c:pt idx="76">
                  <c:v>Feb.21</c:v>
                </c:pt>
                <c:pt idx="77">
                  <c:v>Abr.21</c:v>
                </c:pt>
                <c:pt idx="78">
                  <c:v>Jun.21</c:v>
                </c:pt>
                <c:pt idx="79">
                  <c:v>Ago.21</c:v>
                </c:pt>
                <c:pt idx="80">
                  <c:v>Oct.21</c:v>
                </c:pt>
                <c:pt idx="81">
                  <c:v>Dic.21</c:v>
                </c:pt>
                <c:pt idx="82">
                  <c:v>Feb.22</c:v>
                </c:pt>
                <c:pt idx="83">
                  <c:v>Mar.22</c:v>
                </c:pt>
                <c:pt idx="84">
                  <c:v>Jul.22</c:v>
                </c:pt>
                <c:pt idx="85">
                  <c:v>Ago.22</c:v>
                </c:pt>
                <c:pt idx="86">
                  <c:v>Oct.22</c:v>
                </c:pt>
                <c:pt idx="87">
                  <c:v>Dic.22</c:v>
                </c:pt>
                <c:pt idx="88">
                  <c:v>Feb.23</c:v>
                </c:pt>
                <c:pt idx="89">
                  <c:v>Abr.23</c:v>
                </c:pt>
                <c:pt idx="90">
                  <c:v>Jun.23</c:v>
                </c:pt>
                <c:pt idx="91">
                  <c:v>Ago.23</c:v>
                </c:pt>
                <c:pt idx="92">
                  <c:v>Oct.23</c:v>
                </c:pt>
                <c:pt idx="93">
                  <c:v>Dic.23</c:v>
                </c:pt>
                <c:pt idx="94">
                  <c:v>Feb.24</c:v>
                </c:pt>
                <c:pt idx="95">
                  <c:v>Abr.24</c:v>
                </c:pt>
                <c:pt idx="96">
                  <c:v>Jun.24</c:v>
                </c:pt>
                <c:pt idx="97">
                  <c:v>Ago.24</c:v>
                </c:pt>
                <c:pt idx="98">
                  <c:v>Oct.24</c:v>
                </c:pt>
                <c:pt idx="99">
                  <c:v>Dic.24</c:v>
                </c:pt>
                <c:pt idx="100">
                  <c:v>Feb.25</c:v>
                </c:pt>
              </c:strCache>
            </c:strRef>
          </c:cat>
          <c:val>
            <c:numRef>
              <c:extLst>
                <c:ext xmlns:c15="http://schemas.microsoft.com/office/drawing/2012/chart" uri="{02D57815-91ED-43cb-92C2-25804820EDAC}">
                  <c15:fullRef>
                    <c15:sqref>Hoja1!$C$5:$C$106</c15:sqref>
                  </c15:fullRef>
                </c:ext>
              </c:extLst>
              <c:f>Hoja1!$C$6:$C$106</c:f>
              <c:numCache>
                <c:formatCode>General</c:formatCode>
                <c:ptCount val="101"/>
                <c:pt idx="0">
                  <c:v>59</c:v>
                </c:pt>
                <c:pt idx="1">
                  <c:v>63</c:v>
                </c:pt>
                <c:pt idx="2">
                  <c:v>62</c:v>
                </c:pt>
                <c:pt idx="3">
                  <c:v>60</c:v>
                </c:pt>
                <c:pt idx="4">
                  <c:v>57</c:v>
                </c:pt>
                <c:pt idx="5">
                  <c:v>48</c:v>
                </c:pt>
                <c:pt idx="6">
                  <c:v>58</c:v>
                </c:pt>
                <c:pt idx="7">
                  <c:v>61</c:v>
                </c:pt>
                <c:pt idx="8">
                  <c:v>66</c:v>
                </c:pt>
                <c:pt idx="9">
                  <c:v>64</c:v>
                </c:pt>
                <c:pt idx="10">
                  <c:v>62</c:v>
                </c:pt>
                <c:pt idx="11">
                  <c:v>65</c:v>
                </c:pt>
                <c:pt idx="12">
                  <c:v>63</c:v>
                </c:pt>
                <c:pt idx="13">
                  <c:v>67</c:v>
                </c:pt>
                <c:pt idx="14">
                  <c:v>63</c:v>
                </c:pt>
                <c:pt idx="15">
                  <c:v>62</c:v>
                </c:pt>
                <c:pt idx="16">
                  <c:v>52</c:v>
                </c:pt>
                <c:pt idx="17">
                  <c:v>64</c:v>
                </c:pt>
                <c:pt idx="18">
                  <c:v>54</c:v>
                </c:pt>
                <c:pt idx="19">
                  <c:v>63</c:v>
                </c:pt>
                <c:pt idx="20">
                  <c:v>56</c:v>
                </c:pt>
                <c:pt idx="21">
                  <c:v>62</c:v>
                </c:pt>
                <c:pt idx="22">
                  <c:v>55</c:v>
                </c:pt>
                <c:pt idx="23">
                  <c:v>61</c:v>
                </c:pt>
                <c:pt idx="24">
                  <c:v>68</c:v>
                </c:pt>
                <c:pt idx="25">
                  <c:v>71</c:v>
                </c:pt>
                <c:pt idx="26">
                  <c:v>71</c:v>
                </c:pt>
                <c:pt idx="27">
                  <c:v>67</c:v>
                </c:pt>
                <c:pt idx="28">
                  <c:v>72</c:v>
                </c:pt>
                <c:pt idx="29">
                  <c:v>69</c:v>
                </c:pt>
                <c:pt idx="30">
                  <c:v>75</c:v>
                </c:pt>
                <c:pt idx="31">
                  <c:v>72</c:v>
                </c:pt>
                <c:pt idx="32">
                  <c:v>64</c:v>
                </c:pt>
                <c:pt idx="33">
                  <c:v>58</c:v>
                </c:pt>
                <c:pt idx="34">
                  <c:v>70</c:v>
                </c:pt>
                <c:pt idx="35">
                  <c:v>66</c:v>
                </c:pt>
                <c:pt idx="36">
                  <c:v>63</c:v>
                </c:pt>
                <c:pt idx="37">
                  <c:v>67</c:v>
                </c:pt>
                <c:pt idx="38">
                  <c:v>66</c:v>
                </c:pt>
                <c:pt idx="39">
                  <c:v>76</c:v>
                </c:pt>
                <c:pt idx="40">
                  <c:v>78</c:v>
                </c:pt>
                <c:pt idx="41">
                  <c:v>70</c:v>
                </c:pt>
                <c:pt idx="42">
                  <c:v>67</c:v>
                </c:pt>
                <c:pt idx="43">
                  <c:v>69</c:v>
                </c:pt>
                <c:pt idx="44">
                  <c:v>72</c:v>
                </c:pt>
                <c:pt idx="45">
                  <c:v>69</c:v>
                </c:pt>
                <c:pt idx="46">
                  <c:v>67</c:v>
                </c:pt>
                <c:pt idx="47">
                  <c:v>65</c:v>
                </c:pt>
                <c:pt idx="48">
                  <c:v>62</c:v>
                </c:pt>
                <c:pt idx="49">
                  <c:v>58</c:v>
                </c:pt>
                <c:pt idx="50">
                  <c:v>66</c:v>
                </c:pt>
                <c:pt idx="51">
                  <c:v>69</c:v>
                </c:pt>
                <c:pt idx="52">
                  <c:v>64</c:v>
                </c:pt>
                <c:pt idx="53">
                  <c:v>55</c:v>
                </c:pt>
                <c:pt idx="54">
                  <c:v>60</c:v>
                </c:pt>
                <c:pt idx="55">
                  <c:v>52</c:v>
                </c:pt>
                <c:pt idx="56">
                  <c:v>55</c:v>
                </c:pt>
                <c:pt idx="57">
                  <c:v>61</c:v>
                </c:pt>
                <c:pt idx="58">
                  <c:v>57</c:v>
                </c:pt>
                <c:pt idx="59">
                  <c:v>56</c:v>
                </c:pt>
                <c:pt idx="60">
                  <c:v>58</c:v>
                </c:pt>
                <c:pt idx="61">
                  <c:v>58</c:v>
                </c:pt>
                <c:pt idx="62">
                  <c:v>51</c:v>
                </c:pt>
                <c:pt idx="63">
                  <c:v>54</c:v>
                </c:pt>
                <c:pt idx="64">
                  <c:v>46</c:v>
                </c:pt>
                <c:pt idx="65">
                  <c:v>48</c:v>
                </c:pt>
                <c:pt idx="66">
                  <c:v>50</c:v>
                </c:pt>
                <c:pt idx="67">
                  <c:v>48</c:v>
                </c:pt>
                <c:pt idx="68">
                  <c:v>48</c:v>
                </c:pt>
                <c:pt idx="69">
                  <c:v>52</c:v>
                </c:pt>
                <c:pt idx="70">
                  <c:v>43</c:v>
                </c:pt>
                <c:pt idx="71">
                  <c:v>42</c:v>
                </c:pt>
                <c:pt idx="72">
                  <c:v>51</c:v>
                </c:pt>
                <c:pt idx="73">
                  <c:v>43</c:v>
                </c:pt>
                <c:pt idx="74">
                  <c:v>52</c:v>
                </c:pt>
                <c:pt idx="75">
                  <c:v>58</c:v>
                </c:pt>
                <c:pt idx="76">
                  <c:v>55</c:v>
                </c:pt>
                <c:pt idx="77">
                  <c:v>46</c:v>
                </c:pt>
                <c:pt idx="78">
                  <c:v>44</c:v>
                </c:pt>
                <c:pt idx="79">
                  <c:v>49</c:v>
                </c:pt>
                <c:pt idx="80">
                  <c:v>50</c:v>
                </c:pt>
                <c:pt idx="81">
                  <c:v>48</c:v>
                </c:pt>
                <c:pt idx="82">
                  <c:v>45</c:v>
                </c:pt>
                <c:pt idx="83">
                  <c:v>46</c:v>
                </c:pt>
                <c:pt idx="84">
                  <c:v>46</c:v>
                </c:pt>
                <c:pt idx="85">
                  <c:v>48</c:v>
                </c:pt>
                <c:pt idx="86">
                  <c:v>37</c:v>
                </c:pt>
                <c:pt idx="87">
                  <c:v>44</c:v>
                </c:pt>
                <c:pt idx="88">
                  <c:v>36</c:v>
                </c:pt>
                <c:pt idx="89">
                  <c:v>34</c:v>
                </c:pt>
                <c:pt idx="90">
                  <c:v>35</c:v>
                </c:pt>
                <c:pt idx="91">
                  <c:v>29</c:v>
                </c:pt>
                <c:pt idx="92">
                  <c:v>31</c:v>
                </c:pt>
                <c:pt idx="93">
                  <c:v>30</c:v>
                </c:pt>
                <c:pt idx="94">
                  <c:v>37</c:v>
                </c:pt>
                <c:pt idx="95">
                  <c:v>36</c:v>
                </c:pt>
                <c:pt idx="96">
                  <c:v>28</c:v>
                </c:pt>
                <c:pt idx="97">
                  <c:v>31</c:v>
                </c:pt>
                <c:pt idx="98">
                  <c:v>37</c:v>
                </c:pt>
                <c:pt idx="99">
                  <c:v>34</c:v>
                </c:pt>
                <c:pt idx="100">
                  <c:v>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E00-4C4D-A715-05787335B530}"/>
            </c:ext>
          </c:extLst>
        </c:ser>
        <c:ser>
          <c:idx val="1"/>
          <c:order val="1"/>
          <c:tx>
            <c:strRef>
              <c:f>Hoja1!$D$4</c:f>
              <c:strCache>
                <c:ptCount val="1"/>
                <c:pt idx="0">
                  <c:v>Empeorando</c:v>
                </c:pt>
              </c:strCache>
            </c:strRef>
          </c:tx>
          <c:spPr>
            <a:ln w="22225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4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dLbls>
            <c:dLbl>
              <c:idx val="8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17E-4693-9073-6123EDD1E062}"/>
                </c:ext>
              </c:extLst>
            </c:dLbl>
            <c:dLbl>
              <c:idx val="89"/>
              <c:layout>
                <c:manualLayout>
                  <c:x val="-1.889425925925926E-2"/>
                  <c:y val="-3.177939814814820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E00-4C4D-A715-05787335B530}"/>
                </c:ext>
              </c:extLst>
            </c:dLbl>
            <c:dLbl>
              <c:idx val="90"/>
              <c:layout>
                <c:manualLayout>
                  <c:x val="-1.4105277777777951E-2"/>
                  <c:y val="-2.883958333333338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2E00-4C4D-A715-05787335B530}"/>
                </c:ext>
              </c:extLst>
            </c:dLbl>
            <c:dLbl>
              <c:idx val="91"/>
              <c:layout>
                <c:manualLayout>
                  <c:x val="-1.5366481481481481E-2"/>
                  <c:y val="-2.295995370370375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E00-4C4D-A715-05787335B530}"/>
                </c:ext>
              </c:extLst>
            </c:dLbl>
            <c:dLbl>
              <c:idx val="92"/>
              <c:layout>
                <c:manualLayout>
                  <c:x val="-1.5281203703703703E-2"/>
                  <c:y val="-1.12006944444444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E00-4C4D-A715-05787335B530}"/>
                </c:ext>
              </c:extLst>
            </c:dLbl>
            <c:dLbl>
              <c:idx val="93"/>
              <c:layout>
                <c:manualLayout>
                  <c:x val="-1.433453703703721E-2"/>
                  <c:y val="-2.002013888888888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E00-4C4D-A715-05787335B530}"/>
                </c:ext>
              </c:extLst>
            </c:dLbl>
            <c:dLbl>
              <c:idx val="94"/>
              <c:layout>
                <c:manualLayout>
                  <c:x val="-1.2594166666666838E-2"/>
                  <c:y val="-4.834513888888894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E00-4C4D-A715-05787335B530}"/>
                </c:ext>
              </c:extLst>
            </c:dLbl>
            <c:dLbl>
              <c:idx val="95"/>
              <c:layout>
                <c:manualLayout>
                  <c:x val="-1.6927500000000002E-2"/>
                  <c:y val="-2.295995370370375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666-4196-B8EA-0D6AE0FD44B3}"/>
                </c:ext>
              </c:extLst>
            </c:dLbl>
            <c:dLbl>
              <c:idx val="96"/>
              <c:layout>
                <c:manualLayout>
                  <c:x val="-1.685398148148148E-2"/>
                  <c:y val="-3.177939814814814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DFB-4768-90B1-0AF276B91A31}"/>
                </c:ext>
              </c:extLst>
            </c:dLbl>
            <c:dLbl>
              <c:idx val="97"/>
              <c:layout>
                <c:manualLayout>
                  <c:x val="-1.3240925925925925E-2"/>
                  <c:y val="-2.295995370370370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DFB-4768-90B1-0AF276B91A31}"/>
                </c:ext>
              </c:extLst>
            </c:dLbl>
            <c:dLbl>
              <c:idx val="98"/>
              <c:layout>
                <c:manualLayout>
                  <c:x val="-1.3093981481481481E-2"/>
                  <c:y val="-2.295995370370375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17E-4693-9073-6123EDD1E062}"/>
                </c:ext>
              </c:extLst>
            </c:dLbl>
            <c:dLbl>
              <c:idx val="99"/>
              <c:layout>
                <c:manualLayout>
                  <c:x val="-1.5445833333333334E-2"/>
                  <c:y val="-2.589976851851857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17E-4693-9073-6123EDD1E062}"/>
                </c:ext>
              </c:extLst>
            </c:dLbl>
            <c:dLbl>
              <c:idx val="100"/>
              <c:layout>
                <c:manualLayout>
                  <c:x val="-5.5097222222222223E-3"/>
                  <c:y val="-2.883958333333333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17E-4693-9073-6123EDD1E06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C0000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extLst>
                <c:ext xmlns:c15="http://schemas.microsoft.com/office/drawing/2012/chart" uri="{02D57815-91ED-43cb-92C2-25804820EDAC}">
                  <c15:fullRef>
                    <c15:sqref>Hoja1!$B$5:$B$106</c15:sqref>
                  </c15:fullRef>
                </c:ext>
              </c:extLst>
              <c:f>Hoja1!$B$6:$B$106</c:f>
              <c:strCache>
                <c:ptCount val="101"/>
                <c:pt idx="0">
                  <c:v>2 Días antes de jaque Jun 27</c:v>
                </c:pt>
                <c:pt idx="1">
                  <c:v>2 Días después de jaque Jul 3</c:v>
                </c:pt>
                <c:pt idx="2">
                  <c:v>Ago.08</c:v>
                </c:pt>
                <c:pt idx="3">
                  <c:v>Oct.08</c:v>
                </c:pt>
                <c:pt idx="4">
                  <c:v>Dic.08</c:v>
                </c:pt>
                <c:pt idx="5">
                  <c:v>Feb.09</c:v>
                </c:pt>
                <c:pt idx="6">
                  <c:v>May.09</c:v>
                </c:pt>
                <c:pt idx="7">
                  <c:v>Jul.09</c:v>
                </c:pt>
                <c:pt idx="8">
                  <c:v>Sep.09</c:v>
                </c:pt>
                <c:pt idx="9">
                  <c:v>Nov.09</c:v>
                </c:pt>
                <c:pt idx="10">
                  <c:v>Dic.09</c:v>
                </c:pt>
                <c:pt idx="11">
                  <c:v>Feb.10</c:v>
                </c:pt>
                <c:pt idx="12">
                  <c:v>Abr.10</c:v>
                </c:pt>
                <c:pt idx="13">
                  <c:v>Jul.10</c:v>
                </c:pt>
                <c:pt idx="14">
                  <c:v>Sep.10</c:v>
                </c:pt>
                <c:pt idx="15">
                  <c:v>Oct.10</c:v>
                </c:pt>
                <c:pt idx="16">
                  <c:v>Dic.10</c:v>
                </c:pt>
                <c:pt idx="17">
                  <c:v>Feb.11</c:v>
                </c:pt>
                <c:pt idx="18">
                  <c:v>May.11</c:v>
                </c:pt>
                <c:pt idx="19">
                  <c:v>Jun.11</c:v>
                </c:pt>
                <c:pt idx="20">
                  <c:v>Ago.11</c:v>
                </c:pt>
                <c:pt idx="21">
                  <c:v>Nov.11</c:v>
                </c:pt>
                <c:pt idx="22">
                  <c:v>Dic.11</c:v>
                </c:pt>
                <c:pt idx="23">
                  <c:v>Feb.12</c:v>
                </c:pt>
                <c:pt idx="24">
                  <c:v>Abr.12</c:v>
                </c:pt>
                <c:pt idx="25">
                  <c:v>Jun.12</c:v>
                </c:pt>
                <c:pt idx="26">
                  <c:v>Ago.12</c:v>
                </c:pt>
                <c:pt idx="27">
                  <c:v>Oct.12</c:v>
                </c:pt>
                <c:pt idx="28">
                  <c:v>Dic.12</c:v>
                </c:pt>
                <c:pt idx="29">
                  <c:v>Feb.13</c:v>
                </c:pt>
                <c:pt idx="30">
                  <c:v>Abr.13</c:v>
                </c:pt>
                <c:pt idx="31">
                  <c:v>Jun.13</c:v>
                </c:pt>
                <c:pt idx="32">
                  <c:v>Ago.13</c:v>
                </c:pt>
                <c:pt idx="33">
                  <c:v>Oct.13</c:v>
                </c:pt>
                <c:pt idx="34">
                  <c:v>Dic.13</c:v>
                </c:pt>
                <c:pt idx="35">
                  <c:v>Feb.14</c:v>
                </c:pt>
                <c:pt idx="36">
                  <c:v>May.14</c:v>
                </c:pt>
                <c:pt idx="37">
                  <c:v>Jun.14</c:v>
                </c:pt>
                <c:pt idx="38">
                  <c:v>Ago.14</c:v>
                </c:pt>
                <c:pt idx="39">
                  <c:v>Oct.14</c:v>
                </c:pt>
                <c:pt idx="40">
                  <c:v>Dic.14</c:v>
                </c:pt>
                <c:pt idx="41">
                  <c:v>Feb.15</c:v>
                </c:pt>
                <c:pt idx="42">
                  <c:v>Abr.15</c:v>
                </c:pt>
                <c:pt idx="43">
                  <c:v>Jun.15</c:v>
                </c:pt>
                <c:pt idx="44">
                  <c:v>Ago.15</c:v>
                </c:pt>
                <c:pt idx="45">
                  <c:v>Nov.15</c:v>
                </c:pt>
                <c:pt idx="46">
                  <c:v>Dic.15</c:v>
                </c:pt>
                <c:pt idx="47">
                  <c:v>Feb.16</c:v>
                </c:pt>
                <c:pt idx="48">
                  <c:v>Abr.16</c:v>
                </c:pt>
                <c:pt idx="49">
                  <c:v>Jun.16</c:v>
                </c:pt>
                <c:pt idx="50">
                  <c:v>Ago.16</c:v>
                </c:pt>
                <c:pt idx="51">
                  <c:v>Oct.16</c:v>
                </c:pt>
                <c:pt idx="52">
                  <c:v>Dic.16</c:v>
                </c:pt>
                <c:pt idx="53">
                  <c:v>Feb.17</c:v>
                </c:pt>
                <c:pt idx="54">
                  <c:v>Abr.17</c:v>
                </c:pt>
                <c:pt idx="55">
                  <c:v>Jun.17</c:v>
                </c:pt>
                <c:pt idx="56">
                  <c:v>Ago.17</c:v>
                </c:pt>
                <c:pt idx="57">
                  <c:v>Oct.17</c:v>
                </c:pt>
                <c:pt idx="58">
                  <c:v>Dic.17</c:v>
                </c:pt>
                <c:pt idx="59">
                  <c:v>Feb.18</c:v>
                </c:pt>
                <c:pt idx="60">
                  <c:v>Abr.18</c:v>
                </c:pt>
                <c:pt idx="61">
                  <c:v>Jun.18</c:v>
                </c:pt>
                <c:pt idx="62">
                  <c:v>Ago.18</c:v>
                </c:pt>
                <c:pt idx="63">
                  <c:v>Oct.18</c:v>
                </c:pt>
                <c:pt idx="64">
                  <c:v>Dic.18</c:v>
                </c:pt>
                <c:pt idx="65">
                  <c:v>Feb.19</c:v>
                </c:pt>
                <c:pt idx="66">
                  <c:v>May.19</c:v>
                </c:pt>
                <c:pt idx="67">
                  <c:v>Jun.19</c:v>
                </c:pt>
                <c:pt idx="68">
                  <c:v>Ago.19</c:v>
                </c:pt>
                <c:pt idx="69">
                  <c:v>Oct.19</c:v>
                </c:pt>
                <c:pt idx="70">
                  <c:v>Dic.19</c:v>
                </c:pt>
                <c:pt idx="71">
                  <c:v>Feb.20</c:v>
                </c:pt>
                <c:pt idx="72">
                  <c:v>Jun.20</c:v>
                </c:pt>
                <c:pt idx="73">
                  <c:v>Ago.20</c:v>
                </c:pt>
                <c:pt idx="74">
                  <c:v>Oct.20</c:v>
                </c:pt>
                <c:pt idx="75">
                  <c:v>Ene.21</c:v>
                </c:pt>
                <c:pt idx="76">
                  <c:v>Feb.21</c:v>
                </c:pt>
                <c:pt idx="77">
                  <c:v>Abr.21</c:v>
                </c:pt>
                <c:pt idx="78">
                  <c:v>Jun.21</c:v>
                </c:pt>
                <c:pt idx="79">
                  <c:v>Ago.21</c:v>
                </c:pt>
                <c:pt idx="80">
                  <c:v>Oct.21</c:v>
                </c:pt>
                <c:pt idx="81">
                  <c:v>Dic.21</c:v>
                </c:pt>
                <c:pt idx="82">
                  <c:v>Feb.22</c:v>
                </c:pt>
                <c:pt idx="83">
                  <c:v>Mar.22</c:v>
                </c:pt>
                <c:pt idx="84">
                  <c:v>Jul.22</c:v>
                </c:pt>
                <c:pt idx="85">
                  <c:v>Ago.22</c:v>
                </c:pt>
                <c:pt idx="86">
                  <c:v>Oct.22</c:v>
                </c:pt>
                <c:pt idx="87">
                  <c:v>Dic.22</c:v>
                </c:pt>
                <c:pt idx="88">
                  <c:v>Feb.23</c:v>
                </c:pt>
                <c:pt idx="89">
                  <c:v>Abr.23</c:v>
                </c:pt>
                <c:pt idx="90">
                  <c:v>Jun.23</c:v>
                </c:pt>
                <c:pt idx="91">
                  <c:v>Ago.23</c:v>
                </c:pt>
                <c:pt idx="92">
                  <c:v>Oct.23</c:v>
                </c:pt>
                <c:pt idx="93">
                  <c:v>Dic.23</c:v>
                </c:pt>
                <c:pt idx="94">
                  <c:v>Feb.24</c:v>
                </c:pt>
                <c:pt idx="95">
                  <c:v>Abr.24</c:v>
                </c:pt>
                <c:pt idx="96">
                  <c:v>Jun.24</c:v>
                </c:pt>
                <c:pt idx="97">
                  <c:v>Ago.24</c:v>
                </c:pt>
                <c:pt idx="98">
                  <c:v>Oct.24</c:v>
                </c:pt>
                <c:pt idx="99">
                  <c:v>Dic.24</c:v>
                </c:pt>
                <c:pt idx="100">
                  <c:v>Feb.25</c:v>
                </c:pt>
              </c:strCache>
            </c:strRef>
          </c:cat>
          <c:val>
            <c:numRef>
              <c:extLst>
                <c:ext xmlns:c15="http://schemas.microsoft.com/office/drawing/2012/chart" uri="{02D57815-91ED-43cb-92C2-25804820EDAC}">
                  <c15:fullRef>
                    <c15:sqref>Hoja1!$D$5:$D$106</c15:sqref>
                  </c15:fullRef>
                </c:ext>
              </c:extLst>
              <c:f>Hoja1!$D$6:$D$106</c:f>
              <c:numCache>
                <c:formatCode>General</c:formatCode>
                <c:ptCount val="101"/>
                <c:pt idx="0">
                  <c:v>21</c:v>
                </c:pt>
                <c:pt idx="1">
                  <c:v>16</c:v>
                </c:pt>
                <c:pt idx="2">
                  <c:v>22</c:v>
                </c:pt>
                <c:pt idx="3">
                  <c:v>21</c:v>
                </c:pt>
                <c:pt idx="4">
                  <c:v>23</c:v>
                </c:pt>
                <c:pt idx="5">
                  <c:v>31</c:v>
                </c:pt>
                <c:pt idx="6">
                  <c:v>22</c:v>
                </c:pt>
                <c:pt idx="7">
                  <c:v>17</c:v>
                </c:pt>
                <c:pt idx="8">
                  <c:v>18</c:v>
                </c:pt>
                <c:pt idx="9">
                  <c:v>17</c:v>
                </c:pt>
                <c:pt idx="10">
                  <c:v>19</c:v>
                </c:pt>
                <c:pt idx="11">
                  <c:v>20</c:v>
                </c:pt>
                <c:pt idx="12">
                  <c:v>19</c:v>
                </c:pt>
                <c:pt idx="13">
                  <c:v>20</c:v>
                </c:pt>
                <c:pt idx="14">
                  <c:v>17</c:v>
                </c:pt>
                <c:pt idx="15">
                  <c:v>19</c:v>
                </c:pt>
                <c:pt idx="16">
                  <c:v>26</c:v>
                </c:pt>
                <c:pt idx="17">
                  <c:v>24</c:v>
                </c:pt>
                <c:pt idx="18">
                  <c:v>26</c:v>
                </c:pt>
                <c:pt idx="19">
                  <c:v>23</c:v>
                </c:pt>
                <c:pt idx="20">
                  <c:v>26</c:v>
                </c:pt>
                <c:pt idx="21">
                  <c:v>24</c:v>
                </c:pt>
                <c:pt idx="22">
                  <c:v>24</c:v>
                </c:pt>
                <c:pt idx="23">
                  <c:v>24</c:v>
                </c:pt>
                <c:pt idx="24">
                  <c:v>19</c:v>
                </c:pt>
                <c:pt idx="25">
                  <c:v>20</c:v>
                </c:pt>
                <c:pt idx="26">
                  <c:v>19</c:v>
                </c:pt>
                <c:pt idx="27">
                  <c:v>22</c:v>
                </c:pt>
                <c:pt idx="28">
                  <c:v>16</c:v>
                </c:pt>
                <c:pt idx="29">
                  <c:v>19</c:v>
                </c:pt>
                <c:pt idx="30">
                  <c:v>19</c:v>
                </c:pt>
                <c:pt idx="31">
                  <c:v>19</c:v>
                </c:pt>
                <c:pt idx="32">
                  <c:v>24</c:v>
                </c:pt>
                <c:pt idx="33">
                  <c:v>30</c:v>
                </c:pt>
                <c:pt idx="34">
                  <c:v>19</c:v>
                </c:pt>
                <c:pt idx="35">
                  <c:v>21</c:v>
                </c:pt>
                <c:pt idx="36">
                  <c:v>25</c:v>
                </c:pt>
                <c:pt idx="37">
                  <c:v>18</c:v>
                </c:pt>
                <c:pt idx="38">
                  <c:v>23</c:v>
                </c:pt>
                <c:pt idx="39">
                  <c:v>16</c:v>
                </c:pt>
                <c:pt idx="40">
                  <c:v>14</c:v>
                </c:pt>
                <c:pt idx="41">
                  <c:v>20</c:v>
                </c:pt>
                <c:pt idx="42">
                  <c:v>21</c:v>
                </c:pt>
                <c:pt idx="43">
                  <c:v>20</c:v>
                </c:pt>
                <c:pt idx="44">
                  <c:v>19</c:v>
                </c:pt>
                <c:pt idx="45">
                  <c:v>18</c:v>
                </c:pt>
                <c:pt idx="46">
                  <c:v>19</c:v>
                </c:pt>
                <c:pt idx="47">
                  <c:v>23</c:v>
                </c:pt>
                <c:pt idx="48">
                  <c:v>25</c:v>
                </c:pt>
                <c:pt idx="49">
                  <c:v>23</c:v>
                </c:pt>
                <c:pt idx="50">
                  <c:v>19</c:v>
                </c:pt>
                <c:pt idx="51">
                  <c:v>27</c:v>
                </c:pt>
                <c:pt idx="52">
                  <c:v>23</c:v>
                </c:pt>
                <c:pt idx="53">
                  <c:v>30</c:v>
                </c:pt>
                <c:pt idx="54">
                  <c:v>27</c:v>
                </c:pt>
                <c:pt idx="55">
                  <c:v>33</c:v>
                </c:pt>
                <c:pt idx="56">
                  <c:v>29</c:v>
                </c:pt>
                <c:pt idx="57">
                  <c:v>28</c:v>
                </c:pt>
                <c:pt idx="58">
                  <c:v>26</c:v>
                </c:pt>
                <c:pt idx="59">
                  <c:v>31</c:v>
                </c:pt>
                <c:pt idx="60">
                  <c:v>29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31</c:v>
                </c:pt>
                <c:pt idx="65">
                  <c:v>37</c:v>
                </c:pt>
                <c:pt idx="66">
                  <c:v>30</c:v>
                </c:pt>
                <c:pt idx="67">
                  <c:v>29</c:v>
                </c:pt>
                <c:pt idx="68">
                  <c:v>29</c:v>
                </c:pt>
                <c:pt idx="69">
                  <c:v>31</c:v>
                </c:pt>
                <c:pt idx="70">
                  <c:v>36</c:v>
                </c:pt>
                <c:pt idx="71">
                  <c:v>35</c:v>
                </c:pt>
                <c:pt idx="72">
                  <c:v>30</c:v>
                </c:pt>
                <c:pt idx="73">
                  <c:v>35</c:v>
                </c:pt>
                <c:pt idx="74">
                  <c:v>31</c:v>
                </c:pt>
                <c:pt idx="75">
                  <c:v>27</c:v>
                </c:pt>
                <c:pt idx="76">
                  <c:v>27</c:v>
                </c:pt>
                <c:pt idx="77">
                  <c:v>32</c:v>
                </c:pt>
                <c:pt idx="78">
                  <c:v>33</c:v>
                </c:pt>
                <c:pt idx="79">
                  <c:v>30</c:v>
                </c:pt>
                <c:pt idx="80">
                  <c:v>35</c:v>
                </c:pt>
                <c:pt idx="81">
                  <c:v>37</c:v>
                </c:pt>
                <c:pt idx="82">
                  <c:v>36</c:v>
                </c:pt>
                <c:pt idx="83">
                  <c:v>38</c:v>
                </c:pt>
                <c:pt idx="84">
                  <c:v>35</c:v>
                </c:pt>
                <c:pt idx="85">
                  <c:v>30</c:v>
                </c:pt>
                <c:pt idx="86">
                  <c:v>34</c:v>
                </c:pt>
                <c:pt idx="87">
                  <c:v>36</c:v>
                </c:pt>
                <c:pt idx="88">
                  <c:v>36</c:v>
                </c:pt>
                <c:pt idx="89">
                  <c:v>47</c:v>
                </c:pt>
                <c:pt idx="90">
                  <c:v>44</c:v>
                </c:pt>
                <c:pt idx="91">
                  <c:v>47</c:v>
                </c:pt>
                <c:pt idx="92">
                  <c:v>44</c:v>
                </c:pt>
                <c:pt idx="93">
                  <c:v>51</c:v>
                </c:pt>
                <c:pt idx="94">
                  <c:v>41</c:v>
                </c:pt>
                <c:pt idx="95">
                  <c:v>40</c:v>
                </c:pt>
                <c:pt idx="96">
                  <c:v>49</c:v>
                </c:pt>
                <c:pt idx="97">
                  <c:v>48</c:v>
                </c:pt>
                <c:pt idx="98">
                  <c:v>42</c:v>
                </c:pt>
                <c:pt idx="99">
                  <c:v>45</c:v>
                </c:pt>
                <c:pt idx="100">
                  <c:v>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E00-4C4D-A715-05787335B5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80400271"/>
        <c:axId val="1280382031"/>
      </c:lineChart>
      <c:catAx>
        <c:axId val="1280400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80382031"/>
        <c:crosses val="autoZero"/>
        <c:auto val="1"/>
        <c:lblAlgn val="ctr"/>
        <c:lblOffset val="100"/>
        <c:noMultiLvlLbl val="0"/>
      </c:catAx>
      <c:valAx>
        <c:axId val="12803820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8040027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Dosis" pitchFamily="2" charset="0"/>
        </a:defRPr>
      </a:pPr>
      <a:endParaRPr lang="es-CO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0.05228</cdr:x>
      <cdr:y>0.03521</cdr:y>
    </cdr:from>
    <cdr:to>
      <cdr:x>0.18231</cdr:x>
      <cdr:y>0.14085</cdr:y>
    </cdr:to>
    <cdr:sp macro="" textlink="">
      <cdr:nvSpPr>
        <cdr:cNvPr id="2" name="CuadroTexto 1">
          <a:extLst xmlns:a="http://schemas.openxmlformats.org/drawingml/2006/main">
            <a:ext uri="{FF2B5EF4-FFF2-40B4-BE49-F238E27FC236}">
              <a16:creationId xmlns:a16="http://schemas.microsoft.com/office/drawing/2014/main" id="{589E6BFF-55C2-2187-BDEE-E7E79E34855A}"/>
            </a:ext>
          </a:extLst>
        </cdr:cNvPr>
        <cdr:cNvSpPr txBox="1"/>
      </cdr:nvSpPr>
      <cdr:spPr>
        <a:xfrm xmlns:a="http://schemas.openxmlformats.org/drawingml/2006/main">
          <a:off x="371475" y="142875"/>
          <a:ext cx="923925" cy="42862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endParaRPr lang="es-CO" sz="1100"/>
        </a:p>
      </cdr:txBody>
    </cdr:sp>
  </cdr:relSizeAnchor>
  <cdr:relSizeAnchor xmlns:cdr="http://schemas.openxmlformats.org/drawingml/2006/chartDrawing">
    <cdr:from>
      <cdr:x>0.22711</cdr:x>
      <cdr:y>0.0447</cdr:y>
    </cdr:from>
    <cdr:to>
      <cdr:x>0.39333</cdr:x>
      <cdr:y>0.13859</cdr:y>
    </cdr:to>
    <cdr:sp macro="" textlink="">
      <cdr:nvSpPr>
        <cdr:cNvPr id="4" name="CuadroTexto 1">
          <a:extLst xmlns:a="http://schemas.openxmlformats.org/drawingml/2006/main">
            <a:ext uri="{FF2B5EF4-FFF2-40B4-BE49-F238E27FC236}">
              <a16:creationId xmlns:a16="http://schemas.microsoft.com/office/drawing/2014/main" id="{92D838FB-026C-F650-1BE6-AF80021BDA30}"/>
            </a:ext>
          </a:extLst>
        </cdr:cNvPr>
        <cdr:cNvSpPr txBox="1"/>
      </cdr:nvSpPr>
      <cdr:spPr>
        <a:xfrm xmlns:a="http://schemas.openxmlformats.org/drawingml/2006/main">
          <a:off x="2452798" y="193096"/>
          <a:ext cx="1795176" cy="40560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wrap="squar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s-CO" sz="1100" dirty="0">
              <a:latin typeface="Dosis" pitchFamily="2" charset="0"/>
            </a:rPr>
            <a:t>JUAN MANUEL SANTOS 1</a:t>
          </a:r>
        </a:p>
      </cdr:txBody>
    </cdr:sp>
  </cdr:relSizeAnchor>
  <cdr:relSizeAnchor xmlns:cdr="http://schemas.openxmlformats.org/drawingml/2006/chartDrawing">
    <cdr:from>
      <cdr:x>0.46195</cdr:x>
      <cdr:y>0.04715</cdr:y>
    </cdr:from>
    <cdr:to>
      <cdr:x>0.60851</cdr:x>
      <cdr:y>0.14105</cdr:y>
    </cdr:to>
    <cdr:sp macro="" textlink="">
      <cdr:nvSpPr>
        <cdr:cNvPr id="5" name="CuadroTexto 1">
          <a:extLst xmlns:a="http://schemas.openxmlformats.org/drawingml/2006/main">
            <a:ext uri="{FF2B5EF4-FFF2-40B4-BE49-F238E27FC236}">
              <a16:creationId xmlns:a16="http://schemas.microsoft.com/office/drawing/2014/main" id="{2DFC116E-CAB6-3CBB-8BCB-59B5CF8F9FA8}"/>
            </a:ext>
          </a:extLst>
        </cdr:cNvPr>
        <cdr:cNvSpPr txBox="1"/>
      </cdr:nvSpPr>
      <cdr:spPr>
        <a:xfrm xmlns:a="http://schemas.openxmlformats.org/drawingml/2006/main">
          <a:off x="4989059" y="203691"/>
          <a:ext cx="1582848" cy="405648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wrap="squar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s-CO" sz="1100" dirty="0">
              <a:latin typeface="Dosis" pitchFamily="2" charset="0"/>
            </a:rPr>
            <a:t>JUAN MANUEL SANTOS 2</a:t>
          </a:r>
        </a:p>
      </cdr:txBody>
    </cdr:sp>
  </cdr:relSizeAnchor>
  <cdr:relSizeAnchor xmlns:cdr="http://schemas.openxmlformats.org/drawingml/2006/chartDrawing">
    <cdr:from>
      <cdr:x>0.69582</cdr:x>
      <cdr:y>0.0447</cdr:y>
    </cdr:from>
    <cdr:to>
      <cdr:x>0.80172</cdr:x>
      <cdr:y>0.13859</cdr:y>
    </cdr:to>
    <cdr:sp macro="" textlink="">
      <cdr:nvSpPr>
        <cdr:cNvPr id="6" name="CuadroTexto 1">
          <a:extLst xmlns:a="http://schemas.openxmlformats.org/drawingml/2006/main">
            <a:ext uri="{FF2B5EF4-FFF2-40B4-BE49-F238E27FC236}">
              <a16:creationId xmlns:a16="http://schemas.microsoft.com/office/drawing/2014/main" id="{45BDB9E8-87CC-ABA3-A8B3-0A7C4D5FF31B}"/>
            </a:ext>
          </a:extLst>
        </cdr:cNvPr>
        <cdr:cNvSpPr txBox="1"/>
      </cdr:nvSpPr>
      <cdr:spPr>
        <a:xfrm xmlns:a="http://schemas.openxmlformats.org/drawingml/2006/main">
          <a:off x="7514805" y="193096"/>
          <a:ext cx="1143720" cy="40560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wrap="squar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s-CO" sz="1100" dirty="0">
              <a:latin typeface="Dosis" pitchFamily="2" charset="0"/>
            </a:rPr>
            <a:t>IVÁN</a:t>
          </a:r>
          <a:r>
            <a:rPr lang="es-CO" sz="1100" baseline="0" dirty="0">
              <a:latin typeface="Dosis" pitchFamily="2" charset="0"/>
            </a:rPr>
            <a:t> DUQUE </a:t>
          </a:r>
          <a:endParaRPr lang="es-CO" sz="1100" dirty="0">
            <a:latin typeface="Dosis" pitchFamily="2" charset="0"/>
          </a:endParaRPr>
        </a:p>
      </cdr:txBody>
    </cdr:sp>
  </cdr:relSizeAnchor>
  <cdr:relSizeAnchor xmlns:cdr="http://schemas.openxmlformats.org/drawingml/2006/chartDrawing">
    <cdr:from>
      <cdr:x>0.87992</cdr:x>
      <cdr:y>0.0447</cdr:y>
    </cdr:from>
    <cdr:to>
      <cdr:x>0.98582</cdr:x>
      <cdr:y>0.13859</cdr:y>
    </cdr:to>
    <cdr:sp macro="" textlink="">
      <cdr:nvSpPr>
        <cdr:cNvPr id="7" name="CuadroTexto 1">
          <a:extLst xmlns:a="http://schemas.openxmlformats.org/drawingml/2006/main">
            <a:ext uri="{FF2B5EF4-FFF2-40B4-BE49-F238E27FC236}">
              <a16:creationId xmlns:a16="http://schemas.microsoft.com/office/drawing/2014/main" id="{C3DC341A-6810-34C9-1206-1CDCD1953632}"/>
            </a:ext>
          </a:extLst>
        </cdr:cNvPr>
        <cdr:cNvSpPr txBox="1"/>
      </cdr:nvSpPr>
      <cdr:spPr>
        <a:xfrm xmlns:a="http://schemas.openxmlformats.org/drawingml/2006/main">
          <a:off x="9503090" y="193096"/>
          <a:ext cx="1143720" cy="40560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wrap="squar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s-CO" sz="1100" baseline="0" dirty="0">
              <a:latin typeface="Dosis" pitchFamily="2" charset="0"/>
            </a:rPr>
            <a:t>GUSTAVO PETRO </a:t>
          </a:r>
          <a:endParaRPr lang="es-CO" sz="1100" dirty="0">
            <a:latin typeface="Dosis" pitchFamily="2" charset="0"/>
          </a:endParaRPr>
        </a:p>
      </cdr:txBody>
    </cdr:sp>
  </cdr:relSizeAnchor>
  <cdr:relSizeAnchor xmlns:cdr="http://schemas.openxmlformats.org/drawingml/2006/chartDrawing">
    <cdr:from>
      <cdr:x>0.07167</cdr:x>
      <cdr:y>0.0447</cdr:y>
    </cdr:from>
    <cdr:to>
      <cdr:x>0.17757</cdr:x>
      <cdr:y>0.1386</cdr:y>
    </cdr:to>
    <cdr:sp macro="" textlink="">
      <cdr:nvSpPr>
        <cdr:cNvPr id="8" name="CuadroTexto 1">
          <a:extLst xmlns:a="http://schemas.openxmlformats.org/drawingml/2006/main">
            <a:ext uri="{FF2B5EF4-FFF2-40B4-BE49-F238E27FC236}">
              <a16:creationId xmlns:a16="http://schemas.microsoft.com/office/drawing/2014/main" id="{C3DC341A-6810-34C9-1206-1CDCD1953632}"/>
            </a:ext>
          </a:extLst>
        </cdr:cNvPr>
        <cdr:cNvSpPr txBox="1"/>
      </cdr:nvSpPr>
      <cdr:spPr>
        <a:xfrm xmlns:a="http://schemas.openxmlformats.org/drawingml/2006/main">
          <a:off x="774027" y="193096"/>
          <a:ext cx="1143720" cy="405648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wrap="squar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s-CO" sz="1100" baseline="0" dirty="0">
              <a:latin typeface="Dosis" pitchFamily="2" charset="0"/>
            </a:rPr>
            <a:t>ÁLVARO URIBE 2 </a:t>
          </a:r>
          <a:endParaRPr lang="es-CO" sz="1100" dirty="0">
            <a:latin typeface="Dosis" pitchFamily="2" charset="0"/>
          </a:endParaRPr>
        </a:p>
      </cdr:txBody>
    </cdr:sp>
  </cdr:relSizeAnchor>
  <cdr:relSizeAnchor xmlns:cdr="http://schemas.openxmlformats.org/drawingml/2006/chartDrawing">
    <cdr:from>
      <cdr:x>0.65271</cdr:x>
      <cdr:y>0.09255</cdr:y>
    </cdr:from>
    <cdr:to>
      <cdr:x>0.79927</cdr:x>
      <cdr:y>0.18645</cdr:y>
    </cdr:to>
    <cdr:sp macro="" textlink="">
      <cdr:nvSpPr>
        <cdr:cNvPr id="3" name="CuadroTexto 1">
          <a:extLst xmlns:a="http://schemas.openxmlformats.org/drawingml/2006/main">
            <a:ext uri="{FF2B5EF4-FFF2-40B4-BE49-F238E27FC236}">
              <a16:creationId xmlns:a16="http://schemas.microsoft.com/office/drawing/2014/main" id="{73B80E5E-D463-1012-7E82-9E8FDEFE0AFC}"/>
            </a:ext>
          </a:extLst>
        </cdr:cNvPr>
        <cdr:cNvSpPr txBox="1"/>
      </cdr:nvSpPr>
      <cdr:spPr>
        <a:xfrm xmlns:a="http://schemas.openxmlformats.org/drawingml/2006/main">
          <a:off x="7049218" y="399802"/>
          <a:ext cx="1582848" cy="405648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wrap="squar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s-CO" sz="900" dirty="0">
              <a:latin typeface="Dosis" pitchFamily="2" charset="0"/>
            </a:rPr>
            <a:t>Inicio COVID-19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7B916-A9C6-4081-859C-2258B1A0731D}" type="datetimeFigureOut">
              <a:rPr lang="es-CO" smtClean="0"/>
              <a:t>28/02/2025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D4194-898B-4B14-B9BE-CD08714726C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1823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3A22478-6DD5-C796-E3E5-09F87EAB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0574FF66-0980-6491-3A50-D51A03D1A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09E41AAA-4828-6769-DC05-8BFB95ED4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2122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2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2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2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490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5"/>
          <p:cNvSpPr txBox="1"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2667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5"/>
          <p:cNvSpPr txBox="1"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1333">
                <a:solidFill>
                  <a:srgbClr val="888888"/>
                </a:solidFill>
              </a:defRPr>
            </a:lvl1pPr>
            <a:lvl2pPr marL="609630" lvl="1" indent="-152408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200">
                <a:solidFill>
                  <a:srgbClr val="888888"/>
                </a:solidFill>
              </a:defRPr>
            </a:lvl2pPr>
            <a:lvl3pPr marL="914446" lvl="2" indent="-152408" algn="l">
              <a:spcBef>
                <a:spcPts val="213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067">
                <a:solidFill>
                  <a:srgbClr val="888888"/>
                </a:solidFill>
              </a:defRPr>
            </a:lvl3pPr>
            <a:lvl4pPr marL="1219261" lvl="3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4pPr>
            <a:lvl5pPr marL="1524076" lvl="4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5pPr>
            <a:lvl6pPr marL="1828891" lvl="5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6pPr>
            <a:lvl7pPr marL="2133707" lvl="6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7pPr>
            <a:lvl8pPr marL="2438522" lvl="7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8pPr>
            <a:lvl9pPr marL="2743337" lvl="8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5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944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6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6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2692400" cy="301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70947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67"/>
            </a:lvl1pPr>
            <a:lvl2pPr marL="609630" lvl="1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1600"/>
            </a:lvl2pPr>
            <a:lvl3pPr marL="914446" lvl="2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200"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200"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9pPr>
          </a:lstStyle>
          <a:p>
            <a:endParaRPr/>
          </a:p>
        </p:txBody>
      </p:sp>
      <p:sp>
        <p:nvSpPr>
          <p:cNvPr id="36" name="Google Shape;36;p36"/>
          <p:cNvSpPr txBox="1">
            <a:spLocks noGrp="1"/>
          </p:cNvSpPr>
          <p:nvPr>
            <p:ph type="body" idx="2"/>
          </p:nvPr>
        </p:nvSpPr>
        <p:spPr>
          <a:xfrm>
            <a:off x="3098800" y="1066800"/>
            <a:ext cx="2692400" cy="301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70947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67"/>
            </a:lvl1pPr>
            <a:lvl2pPr marL="609630" lvl="1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1600"/>
            </a:lvl2pPr>
            <a:lvl3pPr marL="914446" lvl="2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200"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200"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9pPr>
          </a:lstStyle>
          <a:p>
            <a:endParaRPr/>
          </a:p>
        </p:txBody>
      </p:sp>
      <p:sp>
        <p:nvSpPr>
          <p:cNvPr id="37" name="Google Shape;37;p36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6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6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067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7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7"/>
          <p:cNvSpPr txBox="1"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1pPr>
            <a:lvl2pPr marL="609630" lvl="1" indent="-152408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333" b="1"/>
            </a:lvl2pPr>
            <a:lvl3pPr marL="914446" lvl="2" indent="-152408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200" b="1"/>
            </a:lvl3pPr>
            <a:lvl4pPr marL="1219261" lvl="3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4pPr>
            <a:lvl5pPr marL="1524076" lvl="4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5pPr>
            <a:lvl6pPr marL="1828891" lvl="5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6pPr>
            <a:lvl7pPr marL="2133707" lvl="6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7pPr>
            <a:lvl8pPr marL="2438522" lvl="7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8pPr>
            <a:lvl9pPr marL="2743337" lvl="8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9pPr>
          </a:lstStyle>
          <a:p>
            <a:endParaRPr/>
          </a:p>
        </p:txBody>
      </p:sp>
      <p:sp>
        <p:nvSpPr>
          <p:cNvPr id="43" name="Google Shape;43;p37"/>
          <p:cNvSpPr txBox="1">
            <a:spLocks noGrp="1"/>
          </p:cNvSpPr>
          <p:nvPr>
            <p:ph type="body" idx="2"/>
          </p:nvPr>
        </p:nvSpPr>
        <p:spPr>
          <a:xfrm>
            <a:off x="304800" y="1449917"/>
            <a:ext cx="2693459" cy="263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1600"/>
            </a:lvl1pPr>
            <a:lvl2pPr marL="609630" lvl="1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1333"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3pPr>
            <a:lvl4pPr marL="1219261" lvl="3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067"/>
            </a:lvl4pPr>
            <a:lvl5pPr marL="1524076" lvl="4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067"/>
            </a:lvl5pPr>
            <a:lvl6pPr marL="1828891" lvl="5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6pPr>
            <a:lvl7pPr marL="2133707" lvl="6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7pPr>
            <a:lvl8pPr marL="2438522" lvl="7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8pPr>
            <a:lvl9pPr marL="2743337" lvl="8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9pPr>
          </a:lstStyle>
          <a:p>
            <a:endParaRPr/>
          </a:p>
        </p:txBody>
      </p:sp>
      <p:sp>
        <p:nvSpPr>
          <p:cNvPr id="44" name="Google Shape;44;p37"/>
          <p:cNvSpPr txBox="1">
            <a:spLocks noGrp="1"/>
          </p:cNvSpPr>
          <p:nvPr>
            <p:ph type="body" idx="3"/>
          </p:nvPr>
        </p:nvSpPr>
        <p:spPr>
          <a:xfrm>
            <a:off x="3096684" y="1023409"/>
            <a:ext cx="2694517" cy="426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1pPr>
            <a:lvl2pPr marL="609630" lvl="1" indent="-152408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333" b="1"/>
            </a:lvl2pPr>
            <a:lvl3pPr marL="914446" lvl="2" indent="-152408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200" b="1"/>
            </a:lvl3pPr>
            <a:lvl4pPr marL="1219261" lvl="3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4pPr>
            <a:lvl5pPr marL="1524076" lvl="4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5pPr>
            <a:lvl6pPr marL="1828891" lvl="5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6pPr>
            <a:lvl7pPr marL="2133707" lvl="6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7pPr>
            <a:lvl8pPr marL="2438522" lvl="7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8pPr>
            <a:lvl9pPr marL="2743337" lvl="8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9pPr>
          </a:lstStyle>
          <a:p>
            <a:endParaRPr/>
          </a:p>
        </p:txBody>
      </p:sp>
      <p:sp>
        <p:nvSpPr>
          <p:cNvPr id="45" name="Google Shape;45;p37"/>
          <p:cNvSpPr txBox="1">
            <a:spLocks noGrp="1"/>
          </p:cNvSpPr>
          <p:nvPr>
            <p:ph type="body" idx="4"/>
          </p:nvPr>
        </p:nvSpPr>
        <p:spPr>
          <a:xfrm>
            <a:off x="3096684" y="1449917"/>
            <a:ext cx="2694517" cy="263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1600"/>
            </a:lvl1pPr>
            <a:lvl2pPr marL="609630" lvl="1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1333"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3pPr>
            <a:lvl4pPr marL="1219261" lvl="3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067"/>
            </a:lvl4pPr>
            <a:lvl5pPr marL="1524076" lvl="4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067"/>
            </a:lvl5pPr>
            <a:lvl6pPr marL="1828891" lvl="5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6pPr>
            <a:lvl7pPr marL="2133707" lvl="6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7pPr>
            <a:lvl8pPr marL="2438522" lvl="7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8pPr>
            <a:lvl9pPr marL="2743337" lvl="8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9pPr>
          </a:lstStyle>
          <a:p>
            <a:endParaRPr/>
          </a:p>
        </p:txBody>
      </p:sp>
      <p:sp>
        <p:nvSpPr>
          <p:cNvPr id="46" name="Google Shape;46;p37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7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7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245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8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8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8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8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551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9"/>
          <p:cNvSpPr txBox="1"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1333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9"/>
          <p:cNvSpPr txBox="1">
            <a:spLocks noGrp="1"/>
          </p:cNvSpPr>
          <p:nvPr>
            <p:ph type="body" idx="1"/>
          </p:nvPr>
        </p:nvSpPr>
        <p:spPr>
          <a:xfrm>
            <a:off x="2383367" y="182034"/>
            <a:ext cx="3407833" cy="39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87881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2133"/>
            </a:lvl1pPr>
            <a:lvl2pPr marL="609630" lvl="1" indent="-270947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1867"/>
            </a:lvl2pPr>
            <a:lvl3pPr marL="914446" lvl="2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1600"/>
            </a:lvl3pPr>
            <a:lvl4pPr marL="1219261" lvl="3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1333"/>
            </a:lvl4pPr>
            <a:lvl5pPr marL="1524076" lvl="4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1333"/>
            </a:lvl5pPr>
            <a:lvl6pPr marL="1828891" lvl="5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6pPr>
            <a:lvl7pPr marL="2133707" lvl="6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7pPr>
            <a:lvl8pPr marL="2438522" lvl="7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8pPr>
            <a:lvl9pPr marL="2743337" lvl="8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9pPr>
          </a:lstStyle>
          <a:p>
            <a:endParaRPr/>
          </a:p>
        </p:txBody>
      </p:sp>
      <p:sp>
        <p:nvSpPr>
          <p:cNvPr id="57" name="Google Shape;57;p39"/>
          <p:cNvSpPr txBox="1">
            <a:spLocks noGrp="1"/>
          </p:cNvSpPr>
          <p:nvPr>
            <p:ph type="body" idx="2"/>
          </p:nvPr>
        </p:nvSpPr>
        <p:spPr>
          <a:xfrm>
            <a:off x="304800" y="956734"/>
            <a:ext cx="2005542" cy="31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spcBef>
                <a:spcPts val="187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933"/>
            </a:lvl1pPr>
            <a:lvl2pPr marL="609630" lvl="1" indent="-152408" algn="l"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800"/>
            </a:lvl2pPr>
            <a:lvl3pPr marL="914446" lvl="2" indent="-152408" algn="l">
              <a:spcBef>
                <a:spcPts val="133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667"/>
            </a:lvl3pPr>
            <a:lvl4pPr marL="1219261" lvl="3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4pPr>
            <a:lvl5pPr marL="1524076" lvl="4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5pPr>
            <a:lvl6pPr marL="1828891" lvl="5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6pPr>
            <a:lvl7pPr marL="2133707" lvl="6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7pPr>
            <a:lvl8pPr marL="2438522" lvl="7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8pPr>
            <a:lvl9pPr marL="2743337" lvl="8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9pPr>
          </a:lstStyle>
          <a:p>
            <a:endParaRPr/>
          </a:p>
        </p:txBody>
      </p:sp>
      <p:sp>
        <p:nvSpPr>
          <p:cNvPr id="58" name="Google Shape;58;p39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9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9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15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0"/>
          <p:cNvSpPr txBox="1"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1333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0"/>
          <p:cNvSpPr>
            <a:spLocks noGrp="1"/>
          </p:cNvSpPr>
          <p:nvPr>
            <p:ph type="pic" idx="2"/>
          </p:nvPr>
        </p:nvSpPr>
        <p:spPr>
          <a:xfrm>
            <a:off x="1194859" y="408517"/>
            <a:ext cx="36576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0"/>
          <p:cNvSpPr txBox="1">
            <a:spLocks noGrp="1"/>
          </p:cNvSpPr>
          <p:nvPr>
            <p:ph type="body" idx="1"/>
          </p:nvPr>
        </p:nvSpPr>
        <p:spPr>
          <a:xfrm>
            <a:off x="1194859" y="3578225"/>
            <a:ext cx="3657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spcBef>
                <a:spcPts val="187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933"/>
            </a:lvl1pPr>
            <a:lvl2pPr marL="609630" lvl="1" indent="-152408" algn="l"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800"/>
            </a:lvl2pPr>
            <a:lvl3pPr marL="914446" lvl="2" indent="-152408" algn="l">
              <a:spcBef>
                <a:spcPts val="133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667"/>
            </a:lvl3pPr>
            <a:lvl4pPr marL="1219261" lvl="3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4pPr>
            <a:lvl5pPr marL="1524076" lvl="4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5pPr>
            <a:lvl6pPr marL="1828891" lvl="5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6pPr>
            <a:lvl7pPr marL="2133707" lvl="6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7pPr>
            <a:lvl8pPr marL="2438522" lvl="7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8pPr>
            <a:lvl9pPr marL="2743337" lvl="8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9pPr>
          </a:lstStyle>
          <a:p>
            <a:endParaRPr/>
          </a:p>
        </p:txBody>
      </p:sp>
      <p:sp>
        <p:nvSpPr>
          <p:cNvPr id="65" name="Google Shape;65;p40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40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0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10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1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1"/>
          <p:cNvSpPr txBox="1">
            <a:spLocks noGrp="1"/>
          </p:cNvSpPr>
          <p:nvPr>
            <p:ph type="body" idx="1"/>
          </p:nvPr>
        </p:nvSpPr>
        <p:spPr>
          <a:xfrm rot="5400000">
            <a:off x="1539346" y="-167745"/>
            <a:ext cx="3017309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1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1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1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035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2"/>
          <p:cNvSpPr txBox="1">
            <a:spLocks noGrp="1"/>
          </p:cNvSpPr>
          <p:nvPr>
            <p:ph type="title"/>
          </p:nvPr>
        </p:nvSpPr>
        <p:spPr>
          <a:xfrm rot="5400000">
            <a:off x="3154892" y="1447801"/>
            <a:ext cx="3901017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2"/>
          <p:cNvSpPr txBox="1">
            <a:spLocks noGrp="1"/>
          </p:cNvSpPr>
          <p:nvPr>
            <p:ph type="body" idx="1"/>
          </p:nvPr>
        </p:nvSpPr>
        <p:spPr>
          <a:xfrm rot="5400000">
            <a:off x="360892" y="127000"/>
            <a:ext cx="3901017" cy="40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2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2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2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49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CB1BDE-B6E5-DC14-A2B2-5163CDE954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B93CE6E-1157-C511-9F6F-65BB7D647C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6E1C1C-FD5D-67AD-8555-796AC27A2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1FAD6-D258-4C97-B551-D6950FAB0054}" type="datetimeFigureOut">
              <a:rPr lang="es-CO" smtClean="0"/>
              <a:t>28/02/2025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C77F56-8616-D3AA-8473-EF067CA8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307C635-E59C-552F-5026-9E0CF3E3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4751A-1558-40BE-9011-B436DEA040E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88737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4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4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4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4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4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074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1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1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1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1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1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4404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41ED564-2BC1-0AAA-F208-480410D6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0FC3DAD-7E22-CE2C-96A3-BB7DC86ECF1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1627B33A-7F79-FF01-5CC5-EBA9C387BDF7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73B3BAA-0AE7-55BF-D00F-DC7137E8838E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1B024B16-8644-FF0F-BDA1-3087AC867077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9F454CE-E5FD-864D-B31C-4A9EF8AF9C3F}"/>
              </a:ext>
            </a:extLst>
          </p:cNvPr>
          <p:cNvSpPr txBox="1"/>
          <p:nvPr/>
        </p:nvSpPr>
        <p:spPr>
          <a:xfrm>
            <a:off x="1969832" y="356426"/>
            <a:ext cx="94807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Percepción frente a la construcción de vivienda popular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Porcentaje, datos a febrero de 2025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842F5AD-38A3-643F-39E0-4F4B07CAF87B}"/>
              </a:ext>
            </a:extLst>
          </p:cNvPr>
          <p:cNvSpPr txBox="1"/>
          <p:nvPr/>
        </p:nvSpPr>
        <p:spPr>
          <a:xfrm>
            <a:off x="833120" y="6566448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Encuesta Invamer – Elaboración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0C71390-DE15-E1E8-3867-B5D8967F0297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A7799A4-A7EB-32C0-76C8-6666677D3E60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B8EA146-1BEF-3A39-9060-BAEB4D91D454}"/>
              </a:ext>
            </a:extLst>
          </p:cNvPr>
          <p:cNvSpPr txBox="1"/>
          <p:nvPr/>
        </p:nvSpPr>
        <p:spPr>
          <a:xfrm>
            <a:off x="1969832" y="5695306"/>
            <a:ext cx="9553230" cy="677108"/>
          </a:xfrm>
          <a:prstGeom prst="rect">
            <a:avLst/>
          </a:prstGeom>
          <a:noFill/>
        </p:spPr>
        <p:txBody>
          <a:bodyPr wrap="square" lIns="60960" tIns="30480" rIns="60960" bIns="30480" rtlCol="0" anchor="t">
            <a:spAutoFit/>
          </a:bodyPr>
          <a:lstStyle/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+mn-cs"/>
              </a:rPr>
              <a:t>La percepción frente a la construcción de vivienda popular en el presente gobierno registra los peores indicadores de los últimos años 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EF6F09DA-8FA6-B027-0550-4326962D486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7167652"/>
              </p:ext>
            </p:extLst>
          </p:nvPr>
        </p:nvGraphicFramePr>
        <p:xfrm>
          <a:off x="1058525" y="1172452"/>
          <a:ext cx="10800000" cy="432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8CC01C2A-B34D-474E-8A35-B5905C76385C}"/>
              </a:ext>
            </a:extLst>
          </p:cNvPr>
          <p:cNvCxnSpPr>
            <a:cxnSpLocks/>
          </p:cNvCxnSpPr>
          <p:nvPr/>
        </p:nvCxnSpPr>
        <p:spPr>
          <a:xfrm flipV="1">
            <a:off x="3116031" y="1894744"/>
            <a:ext cx="0" cy="25402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D8EF1B1-42B7-87BD-D472-8180172AFB2A}"/>
              </a:ext>
            </a:extLst>
          </p:cNvPr>
          <p:cNvCxnSpPr>
            <a:cxnSpLocks/>
          </p:cNvCxnSpPr>
          <p:nvPr/>
        </p:nvCxnSpPr>
        <p:spPr>
          <a:xfrm flipV="1">
            <a:off x="5535845" y="1893851"/>
            <a:ext cx="0" cy="25402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ECA9C6CA-3FF4-55DF-6F0A-D84ACCA3EA52}"/>
              </a:ext>
            </a:extLst>
          </p:cNvPr>
          <p:cNvCxnSpPr>
            <a:cxnSpLocks/>
          </p:cNvCxnSpPr>
          <p:nvPr/>
        </p:nvCxnSpPr>
        <p:spPr>
          <a:xfrm flipV="1">
            <a:off x="7946536" y="1893851"/>
            <a:ext cx="0" cy="25402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5E21A0A1-5948-7317-1C85-2EEBCF7121B2}"/>
              </a:ext>
            </a:extLst>
          </p:cNvPr>
          <p:cNvCxnSpPr>
            <a:cxnSpLocks/>
          </p:cNvCxnSpPr>
          <p:nvPr/>
        </p:nvCxnSpPr>
        <p:spPr>
          <a:xfrm flipV="1">
            <a:off x="10197742" y="1879996"/>
            <a:ext cx="0" cy="25402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C3932DC0-A5BF-3C91-E6E9-BCF00C0C3ECF}"/>
              </a:ext>
            </a:extLst>
          </p:cNvPr>
          <p:cNvCxnSpPr>
            <a:cxnSpLocks/>
          </p:cNvCxnSpPr>
          <p:nvPr/>
        </p:nvCxnSpPr>
        <p:spPr>
          <a:xfrm flipV="1">
            <a:off x="8830630" y="1883218"/>
            <a:ext cx="0" cy="2540272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8777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 2013 - 2022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 2013 - 2022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E9C3C2A87D08D409B3F8E77471845A6" ma:contentTypeVersion="17" ma:contentTypeDescription="Crear nuevo documento." ma:contentTypeScope="" ma:versionID="0ee07e2035e08a432607ebee78adc5a1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0ac4eff729283a2af01d4b9977f1190e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Propiedades de la Directiva de cumplimiento unificado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Acción de IU de la Directiva de cumplimiento unificado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Etiquetas de imagen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Props1.xml><?xml version="1.0" encoding="utf-8"?>
<ds:datastoreItem xmlns:ds="http://schemas.openxmlformats.org/officeDocument/2006/customXml" ds:itemID="{51EDE451-F77A-4CAA-955F-6F9E85EF19DA}"/>
</file>

<file path=customXml/itemProps2.xml><?xml version="1.0" encoding="utf-8"?>
<ds:datastoreItem xmlns:ds="http://schemas.openxmlformats.org/officeDocument/2006/customXml" ds:itemID="{CE146683-87E9-4164-BE10-ABA8A3D4698A}"/>
</file>

<file path=customXml/itemProps3.xml><?xml version="1.0" encoding="utf-8"?>
<ds:datastoreItem xmlns:ds="http://schemas.openxmlformats.org/officeDocument/2006/customXml" ds:itemID="{4C759C75-D139-47D4-90B1-895822616748}"/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90</Words>
  <Application>Microsoft Office PowerPoint</Application>
  <PresentationFormat>Panorámica</PresentationFormat>
  <Paragraphs>36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Dosis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Nathaly Castro</dc:creator>
  <cp:lastModifiedBy>Nathaly Castro</cp:lastModifiedBy>
  <cp:revision>1</cp:revision>
  <dcterms:created xsi:type="dcterms:W3CDTF">2024-09-02T12:48:53Z</dcterms:created>
  <dcterms:modified xsi:type="dcterms:W3CDTF">2025-02-28T18:40:14Z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</Properties>
</file>