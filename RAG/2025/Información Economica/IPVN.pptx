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aula Moreno" userId="7f06c5a4-f807-4a12-9115-03c525bf8f95" providerId="ADAL" clId="{8BD54675-2EAA-4E90-9EA4-898FF08E3741}"/>
    <pc:docChg chg="modSld">
      <pc:chgData name="Maria Paula Moreno" userId="7f06c5a4-f807-4a12-9115-03c525bf8f95" providerId="ADAL" clId="{8BD54675-2EAA-4E90-9EA4-898FF08E3741}" dt="2025-05-26T16:27:15.403" v="1" actId="27918"/>
      <pc:docMkLst>
        <pc:docMk/>
      </pc:docMkLst>
      <pc:sldChg chg="mod">
        <pc:chgData name="Maria Paula Moreno" userId="7f06c5a4-f807-4a12-9115-03c525bf8f95" providerId="ADAL" clId="{8BD54675-2EAA-4E90-9EA4-898FF08E3741}" dt="2025-05-26T16:27:15.403" v="1" actId="27918"/>
        <pc:sldMkLst>
          <pc:docMk/>
          <pc:sldMk cId="1192356731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3869054637721037E-2"/>
          <c:y val="4.8801717967072306E-2"/>
          <c:w val="0.89532174103237094"/>
          <c:h val="0.72734385344731434"/>
        </c:manualLayout>
      </c:layout>
      <c:lineChart>
        <c:grouping val="standard"/>
        <c:varyColors val="0"/>
        <c:ser>
          <c:idx val="0"/>
          <c:order val="0"/>
          <c:tx>
            <c:strRef>
              <c:f>Hoja2!$C$1</c:f>
              <c:strCache>
                <c:ptCount val="1"/>
                <c:pt idx="0">
                  <c:v>IPVN nominal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10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3A2-4D3B-897D-0FB127272B5C}"/>
                </c:ext>
              </c:extLst>
            </c:dLbl>
            <c:dLbl>
              <c:idx val="10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3A2-4D3B-897D-0FB127272B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Hoja2!$A$2:$B$110</c:f>
              <c:multiLvlStrCache>
                <c:ptCount val="109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I</c:v>
                  </c:pt>
                  <c:pt idx="5">
                    <c:v>II</c:v>
                  </c:pt>
                  <c:pt idx="6">
                    <c:v>III</c:v>
                  </c:pt>
                  <c:pt idx="7">
                    <c:v>IV</c:v>
                  </c:pt>
                  <c:pt idx="8">
                    <c:v>I</c:v>
                  </c:pt>
                  <c:pt idx="9">
                    <c:v>II</c:v>
                  </c:pt>
                  <c:pt idx="10">
                    <c:v>III</c:v>
                  </c:pt>
                  <c:pt idx="11">
                    <c:v>IV</c:v>
                  </c:pt>
                  <c:pt idx="12">
                    <c:v>I</c:v>
                  </c:pt>
                  <c:pt idx="13">
                    <c:v>II</c:v>
                  </c:pt>
                  <c:pt idx="14">
                    <c:v>III</c:v>
                  </c:pt>
                  <c:pt idx="15">
                    <c:v>IV</c:v>
                  </c:pt>
                  <c:pt idx="16">
                    <c:v>I</c:v>
                  </c:pt>
                  <c:pt idx="17">
                    <c:v>II</c:v>
                  </c:pt>
                  <c:pt idx="18">
                    <c:v>III</c:v>
                  </c:pt>
                  <c:pt idx="19">
                    <c:v>IV</c:v>
                  </c:pt>
                  <c:pt idx="20">
                    <c:v>I</c:v>
                  </c:pt>
                  <c:pt idx="21">
                    <c:v>II</c:v>
                  </c:pt>
                  <c:pt idx="22">
                    <c:v>III</c:v>
                  </c:pt>
                  <c:pt idx="23">
                    <c:v>IV</c:v>
                  </c:pt>
                  <c:pt idx="24">
                    <c:v>I </c:v>
                  </c:pt>
                  <c:pt idx="25">
                    <c:v>II</c:v>
                  </c:pt>
                  <c:pt idx="26">
                    <c:v>III</c:v>
                  </c:pt>
                  <c:pt idx="27">
                    <c:v>IV </c:v>
                  </c:pt>
                  <c:pt idx="28">
                    <c:v>I</c:v>
                  </c:pt>
                  <c:pt idx="29">
                    <c:v>II </c:v>
                  </c:pt>
                  <c:pt idx="30">
                    <c:v>III </c:v>
                  </c:pt>
                  <c:pt idx="31">
                    <c:v>IV </c:v>
                  </c:pt>
                  <c:pt idx="32">
                    <c:v>I </c:v>
                  </c:pt>
                  <c:pt idx="33">
                    <c:v>II </c:v>
                  </c:pt>
                  <c:pt idx="34">
                    <c:v>III </c:v>
                  </c:pt>
                  <c:pt idx="35">
                    <c:v>IV </c:v>
                  </c:pt>
                  <c:pt idx="36">
                    <c:v>I</c:v>
                  </c:pt>
                  <c:pt idx="37">
                    <c:v>II</c:v>
                  </c:pt>
                  <c:pt idx="38">
                    <c:v>III </c:v>
                  </c:pt>
                  <c:pt idx="39">
                    <c:v>IV </c:v>
                  </c:pt>
                  <c:pt idx="40">
                    <c:v>I</c:v>
                  </c:pt>
                  <c:pt idx="41">
                    <c:v>II</c:v>
                  </c:pt>
                  <c:pt idx="42">
                    <c:v>III</c:v>
                  </c:pt>
                  <c:pt idx="43">
                    <c:v>IV</c:v>
                  </c:pt>
                  <c:pt idx="44">
                    <c:v>I</c:v>
                  </c:pt>
                  <c:pt idx="45">
                    <c:v>II</c:v>
                  </c:pt>
                  <c:pt idx="46">
                    <c:v>III</c:v>
                  </c:pt>
                  <c:pt idx="47">
                    <c:v>IV</c:v>
                  </c:pt>
                  <c:pt idx="48">
                    <c:v>I</c:v>
                  </c:pt>
                  <c:pt idx="49">
                    <c:v>II</c:v>
                  </c:pt>
                  <c:pt idx="50">
                    <c:v>III</c:v>
                  </c:pt>
                  <c:pt idx="51">
                    <c:v>IV</c:v>
                  </c:pt>
                  <c:pt idx="52">
                    <c:v>I</c:v>
                  </c:pt>
                  <c:pt idx="53">
                    <c:v>II</c:v>
                  </c:pt>
                  <c:pt idx="54">
                    <c:v>III</c:v>
                  </c:pt>
                  <c:pt idx="55">
                    <c:v>IV</c:v>
                  </c:pt>
                  <c:pt idx="56">
                    <c:v>I</c:v>
                  </c:pt>
                  <c:pt idx="57">
                    <c:v>II</c:v>
                  </c:pt>
                  <c:pt idx="58">
                    <c:v>III</c:v>
                  </c:pt>
                  <c:pt idx="59">
                    <c:v>IV</c:v>
                  </c:pt>
                  <c:pt idx="60">
                    <c:v>I</c:v>
                  </c:pt>
                  <c:pt idx="61">
                    <c:v>II</c:v>
                  </c:pt>
                  <c:pt idx="62">
                    <c:v>III</c:v>
                  </c:pt>
                  <c:pt idx="63">
                    <c:v>IV</c:v>
                  </c:pt>
                  <c:pt idx="64">
                    <c:v>I</c:v>
                  </c:pt>
                  <c:pt idx="65">
                    <c:v>II</c:v>
                  </c:pt>
                  <c:pt idx="66">
                    <c:v>III</c:v>
                  </c:pt>
                  <c:pt idx="67">
                    <c:v>IV</c:v>
                  </c:pt>
                  <c:pt idx="68">
                    <c:v>I</c:v>
                  </c:pt>
                  <c:pt idx="69">
                    <c:v>II</c:v>
                  </c:pt>
                  <c:pt idx="70">
                    <c:v>III</c:v>
                  </c:pt>
                  <c:pt idx="71">
                    <c:v>IV</c:v>
                  </c:pt>
                  <c:pt idx="72">
                    <c:v>I</c:v>
                  </c:pt>
                  <c:pt idx="73">
                    <c:v>II</c:v>
                  </c:pt>
                  <c:pt idx="74">
                    <c:v>III</c:v>
                  </c:pt>
                  <c:pt idx="75">
                    <c:v>IV</c:v>
                  </c:pt>
                  <c:pt idx="76">
                    <c:v>I</c:v>
                  </c:pt>
                  <c:pt idx="77">
                    <c:v>II</c:v>
                  </c:pt>
                  <c:pt idx="78">
                    <c:v>III</c:v>
                  </c:pt>
                  <c:pt idx="79">
                    <c:v>IV</c:v>
                  </c:pt>
                  <c:pt idx="80">
                    <c:v>I</c:v>
                  </c:pt>
                  <c:pt idx="81">
                    <c:v>II</c:v>
                  </c:pt>
                  <c:pt idx="82">
                    <c:v>III</c:v>
                  </c:pt>
                  <c:pt idx="83">
                    <c:v>IV</c:v>
                  </c:pt>
                  <c:pt idx="84">
                    <c:v>I</c:v>
                  </c:pt>
                  <c:pt idx="85">
                    <c:v>II</c:v>
                  </c:pt>
                  <c:pt idx="86">
                    <c:v>III</c:v>
                  </c:pt>
                  <c:pt idx="87">
                    <c:v>IV</c:v>
                  </c:pt>
                  <c:pt idx="88">
                    <c:v>I</c:v>
                  </c:pt>
                  <c:pt idx="89">
                    <c:v>II</c:v>
                  </c:pt>
                  <c:pt idx="90">
                    <c:v>III</c:v>
                  </c:pt>
                  <c:pt idx="91">
                    <c:v>IV</c:v>
                  </c:pt>
                  <c:pt idx="92">
                    <c:v>I</c:v>
                  </c:pt>
                  <c:pt idx="93">
                    <c:v>II</c:v>
                  </c:pt>
                  <c:pt idx="94">
                    <c:v>III</c:v>
                  </c:pt>
                  <c:pt idx="95">
                    <c:v>IV</c:v>
                  </c:pt>
                  <c:pt idx="96">
                    <c:v>I</c:v>
                  </c:pt>
                  <c:pt idx="97">
                    <c:v>II</c:v>
                  </c:pt>
                  <c:pt idx="98">
                    <c:v>III</c:v>
                  </c:pt>
                  <c:pt idx="99">
                    <c:v>IV</c:v>
                  </c:pt>
                  <c:pt idx="100">
                    <c:v>I</c:v>
                  </c:pt>
                  <c:pt idx="101">
                    <c:v>II</c:v>
                  </c:pt>
                  <c:pt idx="102">
                    <c:v>III</c:v>
                  </c:pt>
                  <c:pt idx="103">
                    <c:v>IV</c:v>
                  </c:pt>
                  <c:pt idx="104">
                    <c:v>I</c:v>
                  </c:pt>
                  <c:pt idx="105">
                    <c:v>II</c:v>
                  </c:pt>
                  <c:pt idx="106">
                    <c:v>III</c:v>
                  </c:pt>
                  <c:pt idx="107">
                    <c:v>IV</c:v>
                  </c:pt>
                  <c:pt idx="108">
                    <c:v>I</c:v>
                  </c:pt>
                </c:lvl>
                <c:lvl>
                  <c:pt idx="0">
                    <c:v>1998</c:v>
                  </c:pt>
                  <c:pt idx="4">
                    <c:v>1999</c:v>
                  </c:pt>
                  <c:pt idx="8">
                    <c:v>2000</c:v>
                  </c:pt>
                  <c:pt idx="12">
                    <c:v>2001</c:v>
                  </c:pt>
                  <c:pt idx="16">
                    <c:v>2002</c:v>
                  </c:pt>
                  <c:pt idx="20">
                    <c:v>2003</c:v>
                  </c:pt>
                  <c:pt idx="24">
                    <c:v>2004</c:v>
                  </c:pt>
                  <c:pt idx="28">
                    <c:v>2005</c:v>
                  </c:pt>
                  <c:pt idx="32">
                    <c:v>2006</c:v>
                  </c:pt>
                  <c:pt idx="36">
                    <c:v>2007</c:v>
                  </c:pt>
                  <c:pt idx="40">
                    <c:v>2008</c:v>
                  </c:pt>
                  <c:pt idx="44">
                    <c:v>2009</c:v>
                  </c:pt>
                  <c:pt idx="48">
                    <c:v>2010</c:v>
                  </c:pt>
                  <c:pt idx="52">
                    <c:v>2011</c:v>
                  </c:pt>
                  <c:pt idx="56">
                    <c:v>2012</c:v>
                  </c:pt>
                  <c:pt idx="60">
                    <c:v>2013</c:v>
                  </c:pt>
                  <c:pt idx="64">
                    <c:v>2014</c:v>
                  </c:pt>
                  <c:pt idx="68">
                    <c:v>2015</c:v>
                  </c:pt>
                  <c:pt idx="72">
                    <c:v>2016</c:v>
                  </c:pt>
                  <c:pt idx="76">
                    <c:v>2017</c:v>
                  </c:pt>
                  <c:pt idx="80">
                    <c:v>2018</c:v>
                  </c:pt>
                  <c:pt idx="84">
                    <c:v>2019</c:v>
                  </c:pt>
                  <c:pt idx="88">
                    <c:v>2020</c:v>
                  </c:pt>
                  <c:pt idx="92">
                    <c:v>2021</c:v>
                  </c:pt>
                  <c:pt idx="96">
                    <c:v>2022</c:v>
                  </c:pt>
                  <c:pt idx="100">
                    <c:v>2023</c:v>
                  </c:pt>
                  <c:pt idx="104">
                    <c:v>2024</c:v>
                  </c:pt>
                  <c:pt idx="108">
                    <c:v>2025</c:v>
                  </c:pt>
                </c:lvl>
              </c:multiLvlStrCache>
            </c:multiLvlStrRef>
          </c:cat>
          <c:val>
            <c:numRef>
              <c:f>Hoja2!$C$2:$C$110</c:f>
              <c:numCache>
                <c:formatCode>General</c:formatCode>
                <c:ptCount val="109"/>
                <c:pt idx="0">
                  <c:v>13.27</c:v>
                </c:pt>
                <c:pt idx="1">
                  <c:v>11.68</c:v>
                </c:pt>
                <c:pt idx="2">
                  <c:v>8.25</c:v>
                </c:pt>
                <c:pt idx="3">
                  <c:v>5.37</c:v>
                </c:pt>
                <c:pt idx="4">
                  <c:v>3.29</c:v>
                </c:pt>
                <c:pt idx="5">
                  <c:v>1.93</c:v>
                </c:pt>
                <c:pt idx="6">
                  <c:v>1.79</c:v>
                </c:pt>
                <c:pt idx="7">
                  <c:v>-0.49</c:v>
                </c:pt>
                <c:pt idx="8">
                  <c:v>-0.18</c:v>
                </c:pt>
                <c:pt idx="9">
                  <c:v>-3.22</c:v>
                </c:pt>
                <c:pt idx="10">
                  <c:v>-4.0199999999999996</c:v>
                </c:pt>
                <c:pt idx="11">
                  <c:v>-1.67</c:v>
                </c:pt>
                <c:pt idx="12">
                  <c:v>-0.99</c:v>
                </c:pt>
                <c:pt idx="13">
                  <c:v>3.74</c:v>
                </c:pt>
                <c:pt idx="14">
                  <c:v>5.38</c:v>
                </c:pt>
                <c:pt idx="15">
                  <c:v>3.87</c:v>
                </c:pt>
                <c:pt idx="16">
                  <c:v>2.13</c:v>
                </c:pt>
                <c:pt idx="17">
                  <c:v>2.29</c:v>
                </c:pt>
                <c:pt idx="18">
                  <c:v>1.41</c:v>
                </c:pt>
                <c:pt idx="19">
                  <c:v>2.74</c:v>
                </c:pt>
                <c:pt idx="20">
                  <c:v>2.78</c:v>
                </c:pt>
                <c:pt idx="21">
                  <c:v>3.67</c:v>
                </c:pt>
                <c:pt idx="22">
                  <c:v>6.98</c:v>
                </c:pt>
                <c:pt idx="23">
                  <c:v>8.39</c:v>
                </c:pt>
                <c:pt idx="24">
                  <c:v>12.22</c:v>
                </c:pt>
                <c:pt idx="25">
                  <c:v>12.92</c:v>
                </c:pt>
                <c:pt idx="26">
                  <c:v>13.47</c:v>
                </c:pt>
                <c:pt idx="27">
                  <c:v>11.92</c:v>
                </c:pt>
                <c:pt idx="28">
                  <c:v>11.06</c:v>
                </c:pt>
                <c:pt idx="29">
                  <c:v>9.57</c:v>
                </c:pt>
                <c:pt idx="30">
                  <c:v>7.51</c:v>
                </c:pt>
                <c:pt idx="31">
                  <c:v>8.42</c:v>
                </c:pt>
                <c:pt idx="32">
                  <c:v>6.64</c:v>
                </c:pt>
                <c:pt idx="33">
                  <c:v>6.96</c:v>
                </c:pt>
                <c:pt idx="34">
                  <c:v>7.97</c:v>
                </c:pt>
                <c:pt idx="35">
                  <c:v>8.9</c:v>
                </c:pt>
                <c:pt idx="36">
                  <c:v>12.98</c:v>
                </c:pt>
                <c:pt idx="37">
                  <c:v>15.16</c:v>
                </c:pt>
                <c:pt idx="38">
                  <c:v>19.170000000000002</c:v>
                </c:pt>
                <c:pt idx="39">
                  <c:v>17.96</c:v>
                </c:pt>
                <c:pt idx="40">
                  <c:v>14.63</c:v>
                </c:pt>
                <c:pt idx="41">
                  <c:v>13.79</c:v>
                </c:pt>
                <c:pt idx="42">
                  <c:v>12.36</c:v>
                </c:pt>
                <c:pt idx="43">
                  <c:v>14.23</c:v>
                </c:pt>
                <c:pt idx="44">
                  <c:v>13.64</c:v>
                </c:pt>
                <c:pt idx="45">
                  <c:v>11.55</c:v>
                </c:pt>
                <c:pt idx="46">
                  <c:v>8.59</c:v>
                </c:pt>
                <c:pt idx="47">
                  <c:v>5.45</c:v>
                </c:pt>
                <c:pt idx="48">
                  <c:v>6.17</c:v>
                </c:pt>
                <c:pt idx="49">
                  <c:v>6.6</c:v>
                </c:pt>
                <c:pt idx="50">
                  <c:v>8.3000000000000007</c:v>
                </c:pt>
                <c:pt idx="51">
                  <c:v>9.25</c:v>
                </c:pt>
                <c:pt idx="52">
                  <c:v>9.7799999999999994</c:v>
                </c:pt>
                <c:pt idx="53">
                  <c:v>9.93</c:v>
                </c:pt>
                <c:pt idx="54">
                  <c:v>9.0500000000000007</c:v>
                </c:pt>
                <c:pt idx="55">
                  <c:v>9.74</c:v>
                </c:pt>
                <c:pt idx="56">
                  <c:v>9.51</c:v>
                </c:pt>
                <c:pt idx="57">
                  <c:v>11.1</c:v>
                </c:pt>
                <c:pt idx="58">
                  <c:v>11.02</c:v>
                </c:pt>
                <c:pt idx="59">
                  <c:v>11.33</c:v>
                </c:pt>
                <c:pt idx="60">
                  <c:v>11.76</c:v>
                </c:pt>
                <c:pt idx="61">
                  <c:v>11.97</c:v>
                </c:pt>
                <c:pt idx="62">
                  <c:v>11.48</c:v>
                </c:pt>
                <c:pt idx="63">
                  <c:v>10.59</c:v>
                </c:pt>
                <c:pt idx="64">
                  <c:v>12.32</c:v>
                </c:pt>
                <c:pt idx="65">
                  <c:v>9.99</c:v>
                </c:pt>
                <c:pt idx="66">
                  <c:v>9.23</c:v>
                </c:pt>
                <c:pt idx="67">
                  <c:v>9.4700000000000006</c:v>
                </c:pt>
                <c:pt idx="68">
                  <c:v>7.15</c:v>
                </c:pt>
                <c:pt idx="69">
                  <c:v>6.97</c:v>
                </c:pt>
                <c:pt idx="70">
                  <c:v>7.27</c:v>
                </c:pt>
                <c:pt idx="71">
                  <c:v>6.89</c:v>
                </c:pt>
                <c:pt idx="72">
                  <c:v>6.83</c:v>
                </c:pt>
                <c:pt idx="73">
                  <c:v>7.74</c:v>
                </c:pt>
                <c:pt idx="74">
                  <c:v>8.48</c:v>
                </c:pt>
                <c:pt idx="75">
                  <c:v>8.33</c:v>
                </c:pt>
                <c:pt idx="76">
                  <c:v>7.8</c:v>
                </c:pt>
                <c:pt idx="77">
                  <c:v>6.71</c:v>
                </c:pt>
                <c:pt idx="78">
                  <c:v>6.59</c:v>
                </c:pt>
                <c:pt idx="79">
                  <c:v>6.09</c:v>
                </c:pt>
                <c:pt idx="80">
                  <c:v>6.39</c:v>
                </c:pt>
                <c:pt idx="81">
                  <c:v>7.52</c:v>
                </c:pt>
                <c:pt idx="82">
                  <c:v>7.59</c:v>
                </c:pt>
                <c:pt idx="83">
                  <c:v>8.11</c:v>
                </c:pt>
                <c:pt idx="84">
                  <c:v>8.3000000000000007</c:v>
                </c:pt>
                <c:pt idx="85">
                  <c:v>7.15</c:v>
                </c:pt>
                <c:pt idx="86">
                  <c:v>5.75</c:v>
                </c:pt>
                <c:pt idx="87">
                  <c:v>5.79</c:v>
                </c:pt>
                <c:pt idx="88">
                  <c:v>4.79</c:v>
                </c:pt>
                <c:pt idx="89">
                  <c:v>4.96</c:v>
                </c:pt>
                <c:pt idx="90">
                  <c:v>4.17</c:v>
                </c:pt>
                <c:pt idx="91">
                  <c:v>2.95</c:v>
                </c:pt>
                <c:pt idx="92">
                  <c:v>3.19</c:v>
                </c:pt>
                <c:pt idx="93">
                  <c:v>3.39</c:v>
                </c:pt>
                <c:pt idx="94">
                  <c:v>5.42</c:v>
                </c:pt>
                <c:pt idx="95">
                  <c:v>6.76</c:v>
                </c:pt>
                <c:pt idx="96">
                  <c:v>7.65</c:v>
                </c:pt>
                <c:pt idx="97">
                  <c:v>8.5399999999999991</c:v>
                </c:pt>
                <c:pt idx="98">
                  <c:v>8.4600000000000009</c:v>
                </c:pt>
                <c:pt idx="99">
                  <c:v>8.7799999999999994</c:v>
                </c:pt>
                <c:pt idx="100">
                  <c:v>9.39</c:v>
                </c:pt>
                <c:pt idx="101">
                  <c:v>10.1</c:v>
                </c:pt>
                <c:pt idx="102">
                  <c:v>11.15</c:v>
                </c:pt>
                <c:pt idx="103">
                  <c:v>12.4</c:v>
                </c:pt>
                <c:pt idx="104">
                  <c:v>12.03</c:v>
                </c:pt>
                <c:pt idx="105">
                  <c:v>10.91</c:v>
                </c:pt>
                <c:pt idx="106">
                  <c:v>10.37</c:v>
                </c:pt>
                <c:pt idx="107">
                  <c:v>9.07</c:v>
                </c:pt>
                <c:pt idx="108">
                  <c:v>9.93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A2-4D3B-897D-0FB127272B5C}"/>
            </c:ext>
          </c:extLst>
        </c:ser>
        <c:ser>
          <c:idx val="1"/>
          <c:order val="1"/>
          <c:tx>
            <c:strRef>
              <c:f>Hoja2!$D$1</c:f>
              <c:strCache>
                <c:ptCount val="1"/>
                <c:pt idx="0">
                  <c:v>IPVN real</c:v>
                </c:pt>
              </c:strCache>
            </c:strRef>
          </c:tx>
          <c:spPr>
            <a:ln w="28575" cap="rnd">
              <a:solidFill>
                <a:srgbClr val="0F9ED5"/>
              </a:solidFill>
              <a:round/>
            </a:ln>
            <a:effectLst/>
          </c:spPr>
          <c:marker>
            <c:symbol val="none"/>
          </c:marker>
          <c:dLbls>
            <c:dLbl>
              <c:idx val="10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3A2-4D3B-897D-0FB127272B5C}"/>
                </c:ext>
              </c:extLst>
            </c:dLbl>
            <c:dLbl>
              <c:idx val="10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A2-4D3B-897D-0FB127272B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Hoja2!$A$2:$B$110</c:f>
              <c:multiLvlStrCache>
                <c:ptCount val="109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I</c:v>
                  </c:pt>
                  <c:pt idx="5">
                    <c:v>II</c:v>
                  </c:pt>
                  <c:pt idx="6">
                    <c:v>III</c:v>
                  </c:pt>
                  <c:pt idx="7">
                    <c:v>IV</c:v>
                  </c:pt>
                  <c:pt idx="8">
                    <c:v>I</c:v>
                  </c:pt>
                  <c:pt idx="9">
                    <c:v>II</c:v>
                  </c:pt>
                  <c:pt idx="10">
                    <c:v>III</c:v>
                  </c:pt>
                  <c:pt idx="11">
                    <c:v>IV</c:v>
                  </c:pt>
                  <c:pt idx="12">
                    <c:v>I</c:v>
                  </c:pt>
                  <c:pt idx="13">
                    <c:v>II</c:v>
                  </c:pt>
                  <c:pt idx="14">
                    <c:v>III</c:v>
                  </c:pt>
                  <c:pt idx="15">
                    <c:v>IV</c:v>
                  </c:pt>
                  <c:pt idx="16">
                    <c:v>I</c:v>
                  </c:pt>
                  <c:pt idx="17">
                    <c:v>II</c:v>
                  </c:pt>
                  <c:pt idx="18">
                    <c:v>III</c:v>
                  </c:pt>
                  <c:pt idx="19">
                    <c:v>IV</c:v>
                  </c:pt>
                  <c:pt idx="20">
                    <c:v>I</c:v>
                  </c:pt>
                  <c:pt idx="21">
                    <c:v>II</c:v>
                  </c:pt>
                  <c:pt idx="22">
                    <c:v>III</c:v>
                  </c:pt>
                  <c:pt idx="23">
                    <c:v>IV</c:v>
                  </c:pt>
                  <c:pt idx="24">
                    <c:v>I </c:v>
                  </c:pt>
                  <c:pt idx="25">
                    <c:v>II</c:v>
                  </c:pt>
                  <c:pt idx="26">
                    <c:v>III</c:v>
                  </c:pt>
                  <c:pt idx="27">
                    <c:v>IV </c:v>
                  </c:pt>
                  <c:pt idx="28">
                    <c:v>I</c:v>
                  </c:pt>
                  <c:pt idx="29">
                    <c:v>II </c:v>
                  </c:pt>
                  <c:pt idx="30">
                    <c:v>III </c:v>
                  </c:pt>
                  <c:pt idx="31">
                    <c:v>IV </c:v>
                  </c:pt>
                  <c:pt idx="32">
                    <c:v>I </c:v>
                  </c:pt>
                  <c:pt idx="33">
                    <c:v>II </c:v>
                  </c:pt>
                  <c:pt idx="34">
                    <c:v>III </c:v>
                  </c:pt>
                  <c:pt idx="35">
                    <c:v>IV </c:v>
                  </c:pt>
                  <c:pt idx="36">
                    <c:v>I</c:v>
                  </c:pt>
                  <c:pt idx="37">
                    <c:v>II</c:v>
                  </c:pt>
                  <c:pt idx="38">
                    <c:v>III </c:v>
                  </c:pt>
                  <c:pt idx="39">
                    <c:v>IV </c:v>
                  </c:pt>
                  <c:pt idx="40">
                    <c:v>I</c:v>
                  </c:pt>
                  <c:pt idx="41">
                    <c:v>II</c:v>
                  </c:pt>
                  <c:pt idx="42">
                    <c:v>III</c:v>
                  </c:pt>
                  <c:pt idx="43">
                    <c:v>IV</c:v>
                  </c:pt>
                  <c:pt idx="44">
                    <c:v>I</c:v>
                  </c:pt>
                  <c:pt idx="45">
                    <c:v>II</c:v>
                  </c:pt>
                  <c:pt idx="46">
                    <c:v>III</c:v>
                  </c:pt>
                  <c:pt idx="47">
                    <c:v>IV</c:v>
                  </c:pt>
                  <c:pt idx="48">
                    <c:v>I</c:v>
                  </c:pt>
                  <c:pt idx="49">
                    <c:v>II</c:v>
                  </c:pt>
                  <c:pt idx="50">
                    <c:v>III</c:v>
                  </c:pt>
                  <c:pt idx="51">
                    <c:v>IV</c:v>
                  </c:pt>
                  <c:pt idx="52">
                    <c:v>I</c:v>
                  </c:pt>
                  <c:pt idx="53">
                    <c:v>II</c:v>
                  </c:pt>
                  <c:pt idx="54">
                    <c:v>III</c:v>
                  </c:pt>
                  <c:pt idx="55">
                    <c:v>IV</c:v>
                  </c:pt>
                  <c:pt idx="56">
                    <c:v>I</c:v>
                  </c:pt>
                  <c:pt idx="57">
                    <c:v>II</c:v>
                  </c:pt>
                  <c:pt idx="58">
                    <c:v>III</c:v>
                  </c:pt>
                  <c:pt idx="59">
                    <c:v>IV</c:v>
                  </c:pt>
                  <c:pt idx="60">
                    <c:v>I</c:v>
                  </c:pt>
                  <c:pt idx="61">
                    <c:v>II</c:v>
                  </c:pt>
                  <c:pt idx="62">
                    <c:v>III</c:v>
                  </c:pt>
                  <c:pt idx="63">
                    <c:v>IV</c:v>
                  </c:pt>
                  <c:pt idx="64">
                    <c:v>I</c:v>
                  </c:pt>
                  <c:pt idx="65">
                    <c:v>II</c:v>
                  </c:pt>
                  <c:pt idx="66">
                    <c:v>III</c:v>
                  </c:pt>
                  <c:pt idx="67">
                    <c:v>IV</c:v>
                  </c:pt>
                  <c:pt idx="68">
                    <c:v>I</c:v>
                  </c:pt>
                  <c:pt idx="69">
                    <c:v>II</c:v>
                  </c:pt>
                  <c:pt idx="70">
                    <c:v>III</c:v>
                  </c:pt>
                  <c:pt idx="71">
                    <c:v>IV</c:v>
                  </c:pt>
                  <c:pt idx="72">
                    <c:v>I</c:v>
                  </c:pt>
                  <c:pt idx="73">
                    <c:v>II</c:v>
                  </c:pt>
                  <c:pt idx="74">
                    <c:v>III</c:v>
                  </c:pt>
                  <c:pt idx="75">
                    <c:v>IV</c:v>
                  </c:pt>
                  <c:pt idx="76">
                    <c:v>I</c:v>
                  </c:pt>
                  <c:pt idx="77">
                    <c:v>II</c:v>
                  </c:pt>
                  <c:pt idx="78">
                    <c:v>III</c:v>
                  </c:pt>
                  <c:pt idx="79">
                    <c:v>IV</c:v>
                  </c:pt>
                  <c:pt idx="80">
                    <c:v>I</c:v>
                  </c:pt>
                  <c:pt idx="81">
                    <c:v>II</c:v>
                  </c:pt>
                  <c:pt idx="82">
                    <c:v>III</c:v>
                  </c:pt>
                  <c:pt idx="83">
                    <c:v>IV</c:v>
                  </c:pt>
                  <c:pt idx="84">
                    <c:v>I</c:v>
                  </c:pt>
                  <c:pt idx="85">
                    <c:v>II</c:v>
                  </c:pt>
                  <c:pt idx="86">
                    <c:v>III</c:v>
                  </c:pt>
                  <c:pt idx="87">
                    <c:v>IV</c:v>
                  </c:pt>
                  <c:pt idx="88">
                    <c:v>I</c:v>
                  </c:pt>
                  <c:pt idx="89">
                    <c:v>II</c:v>
                  </c:pt>
                  <c:pt idx="90">
                    <c:v>III</c:v>
                  </c:pt>
                  <c:pt idx="91">
                    <c:v>IV</c:v>
                  </c:pt>
                  <c:pt idx="92">
                    <c:v>I</c:v>
                  </c:pt>
                  <c:pt idx="93">
                    <c:v>II</c:v>
                  </c:pt>
                  <c:pt idx="94">
                    <c:v>III</c:v>
                  </c:pt>
                  <c:pt idx="95">
                    <c:v>IV</c:v>
                  </c:pt>
                  <c:pt idx="96">
                    <c:v>I</c:v>
                  </c:pt>
                  <c:pt idx="97">
                    <c:v>II</c:v>
                  </c:pt>
                  <c:pt idx="98">
                    <c:v>III</c:v>
                  </c:pt>
                  <c:pt idx="99">
                    <c:v>IV</c:v>
                  </c:pt>
                  <c:pt idx="100">
                    <c:v>I</c:v>
                  </c:pt>
                  <c:pt idx="101">
                    <c:v>II</c:v>
                  </c:pt>
                  <c:pt idx="102">
                    <c:v>III</c:v>
                  </c:pt>
                  <c:pt idx="103">
                    <c:v>IV</c:v>
                  </c:pt>
                  <c:pt idx="104">
                    <c:v>I</c:v>
                  </c:pt>
                  <c:pt idx="105">
                    <c:v>II</c:v>
                  </c:pt>
                  <c:pt idx="106">
                    <c:v>III</c:v>
                  </c:pt>
                  <c:pt idx="107">
                    <c:v>IV</c:v>
                  </c:pt>
                  <c:pt idx="108">
                    <c:v>I</c:v>
                  </c:pt>
                </c:lvl>
                <c:lvl>
                  <c:pt idx="0">
                    <c:v>1998</c:v>
                  </c:pt>
                  <c:pt idx="4">
                    <c:v>1999</c:v>
                  </c:pt>
                  <c:pt idx="8">
                    <c:v>2000</c:v>
                  </c:pt>
                  <c:pt idx="12">
                    <c:v>2001</c:v>
                  </c:pt>
                  <c:pt idx="16">
                    <c:v>2002</c:v>
                  </c:pt>
                  <c:pt idx="20">
                    <c:v>2003</c:v>
                  </c:pt>
                  <c:pt idx="24">
                    <c:v>2004</c:v>
                  </c:pt>
                  <c:pt idx="28">
                    <c:v>2005</c:v>
                  </c:pt>
                  <c:pt idx="32">
                    <c:v>2006</c:v>
                  </c:pt>
                  <c:pt idx="36">
                    <c:v>2007</c:v>
                  </c:pt>
                  <c:pt idx="40">
                    <c:v>2008</c:v>
                  </c:pt>
                  <c:pt idx="44">
                    <c:v>2009</c:v>
                  </c:pt>
                  <c:pt idx="48">
                    <c:v>2010</c:v>
                  </c:pt>
                  <c:pt idx="52">
                    <c:v>2011</c:v>
                  </c:pt>
                  <c:pt idx="56">
                    <c:v>2012</c:v>
                  </c:pt>
                  <c:pt idx="60">
                    <c:v>2013</c:v>
                  </c:pt>
                  <c:pt idx="64">
                    <c:v>2014</c:v>
                  </c:pt>
                  <c:pt idx="68">
                    <c:v>2015</c:v>
                  </c:pt>
                  <c:pt idx="72">
                    <c:v>2016</c:v>
                  </c:pt>
                  <c:pt idx="76">
                    <c:v>2017</c:v>
                  </c:pt>
                  <c:pt idx="80">
                    <c:v>2018</c:v>
                  </c:pt>
                  <c:pt idx="84">
                    <c:v>2019</c:v>
                  </c:pt>
                  <c:pt idx="88">
                    <c:v>2020</c:v>
                  </c:pt>
                  <c:pt idx="92">
                    <c:v>2021</c:v>
                  </c:pt>
                  <c:pt idx="96">
                    <c:v>2022</c:v>
                  </c:pt>
                  <c:pt idx="100">
                    <c:v>2023</c:v>
                  </c:pt>
                  <c:pt idx="104">
                    <c:v>2024</c:v>
                  </c:pt>
                  <c:pt idx="108">
                    <c:v>2025</c:v>
                  </c:pt>
                </c:lvl>
              </c:multiLvlStrCache>
            </c:multiLvlStrRef>
          </c:cat>
          <c:val>
            <c:numRef>
              <c:f>Hoja2!$D$2:$D$110</c:f>
              <c:numCache>
                <c:formatCode>0.00</c:formatCode>
                <c:ptCount val="109"/>
                <c:pt idx="0">
                  <c:v>-6.0002798441374487</c:v>
                </c:pt>
                <c:pt idx="1">
                  <c:v>-9.024845814977958</c:v>
                </c:pt>
                <c:pt idx="2">
                  <c:v>-9.5321522309711284</c:v>
                </c:pt>
                <c:pt idx="3">
                  <c:v>-11.323367510413323</c:v>
                </c:pt>
                <c:pt idx="4">
                  <c:v>-10.22351351351351</c:v>
                </c:pt>
                <c:pt idx="5">
                  <c:v>-7.0256428972487512</c:v>
                </c:pt>
                <c:pt idx="6">
                  <c:v>-7.5414763231197908</c:v>
                </c:pt>
                <c:pt idx="7">
                  <c:v>-9.7431576057111489</c:v>
                </c:pt>
                <c:pt idx="8">
                  <c:v>-9.8869597069597166</c:v>
                </c:pt>
                <c:pt idx="9">
                  <c:v>-12.882458129348096</c:v>
                </c:pt>
                <c:pt idx="10">
                  <c:v>-13.217452229299351</c:v>
                </c:pt>
                <c:pt idx="11">
                  <c:v>-10.415916059311387</c:v>
                </c:pt>
                <c:pt idx="12">
                  <c:v>-8.8125614118769384</c:v>
                </c:pt>
                <c:pt idx="13">
                  <c:v>-4.2017293233082551</c:v>
                </c:pt>
                <c:pt idx="14">
                  <c:v>-2.5994680354642989</c:v>
                </c:pt>
                <c:pt idx="15">
                  <c:v>-3.7796417841460439</c:v>
                </c:pt>
                <c:pt idx="16">
                  <c:v>-3.7536540588365295</c:v>
                </c:pt>
                <c:pt idx="17">
                  <c:v>-3.9572790596430183</c:v>
                </c:pt>
                <c:pt idx="18">
                  <c:v>-4.5536992221261841</c:v>
                </c:pt>
                <c:pt idx="19">
                  <c:v>-4.237243452125381</c:v>
                </c:pt>
                <c:pt idx="20">
                  <c:v>-4.8239273031125904</c:v>
                </c:pt>
                <c:pt idx="21">
                  <c:v>-3.5416369596394004</c:v>
                </c:pt>
                <c:pt idx="22">
                  <c:v>-0.13663947797715981</c:v>
                </c:pt>
                <c:pt idx="23">
                  <c:v>1.8878928356411837</c:v>
                </c:pt>
                <c:pt idx="24">
                  <c:v>6.0076140555231836</c:v>
                </c:pt>
                <c:pt idx="25">
                  <c:v>6.8431798203707279</c:v>
                </c:pt>
                <c:pt idx="26">
                  <c:v>7.492463354273756</c:v>
                </c:pt>
                <c:pt idx="27">
                  <c:v>6.4178330506877739</c:v>
                </c:pt>
                <c:pt idx="28">
                  <c:v>6.0334966185340928</c:v>
                </c:pt>
                <c:pt idx="29">
                  <c:v>4.7600558457935422</c:v>
                </c:pt>
                <c:pt idx="30">
                  <c:v>2.4983240524519443</c:v>
                </c:pt>
                <c:pt idx="31">
                  <c:v>3.5798499732094982</c:v>
                </c:pt>
                <c:pt idx="32">
                  <c:v>2.5153915767490469</c:v>
                </c:pt>
                <c:pt idx="33">
                  <c:v>3.0067514609831596</c:v>
                </c:pt>
                <c:pt idx="34">
                  <c:v>3.3856688333903433</c:v>
                </c:pt>
                <c:pt idx="35">
                  <c:v>4.4195911413969426</c:v>
                </c:pt>
                <c:pt idx="36">
                  <c:v>7.1969480193882696</c:v>
                </c:pt>
                <c:pt idx="37">
                  <c:v>9.1414814814814669</c:v>
                </c:pt>
                <c:pt idx="38">
                  <c:v>14.165093228655538</c:v>
                </c:pt>
                <c:pt idx="39">
                  <c:v>12.26947334094244</c:v>
                </c:pt>
                <c:pt idx="40">
                  <c:v>8.7048933480802582</c:v>
                </c:pt>
                <c:pt idx="41">
                  <c:v>6.6003555832813445</c:v>
                </c:pt>
                <c:pt idx="42">
                  <c:v>4.7899065420560722</c:v>
                </c:pt>
                <c:pt idx="43">
                  <c:v>6.5471860536871285</c:v>
                </c:pt>
                <c:pt idx="44">
                  <c:v>7.5093317422434342</c:v>
                </c:pt>
                <c:pt idx="45">
                  <c:v>7.7379819583879144</c:v>
                </c:pt>
                <c:pt idx="46">
                  <c:v>5.3754039965247546</c:v>
                </c:pt>
                <c:pt idx="47">
                  <c:v>3.444269340974194</c:v>
                </c:pt>
                <c:pt idx="48">
                  <c:v>4.3288193956430154</c:v>
                </c:pt>
                <c:pt idx="49">
                  <c:v>4.3575332866152721</c:v>
                </c:pt>
                <c:pt idx="50">
                  <c:v>6.02727272727273</c:v>
                </c:pt>
                <c:pt idx="51">
                  <c:v>6.0898876404494402</c:v>
                </c:pt>
                <c:pt idx="52">
                  <c:v>6.59203422577973</c:v>
                </c:pt>
                <c:pt idx="53">
                  <c:v>6.6949074708704535</c:v>
                </c:pt>
                <c:pt idx="54">
                  <c:v>5.318861454046651</c:v>
                </c:pt>
                <c:pt idx="55">
                  <c:v>6.009571136827792</c:v>
                </c:pt>
                <c:pt idx="56">
                  <c:v>6.1129156078641147</c:v>
                </c:pt>
                <c:pt idx="57">
                  <c:v>7.8998937724073857</c:v>
                </c:pt>
                <c:pt idx="58">
                  <c:v>7.9255805342502015</c:v>
                </c:pt>
                <c:pt idx="59">
                  <c:v>8.8887347420921348</c:v>
                </c:pt>
                <c:pt idx="60">
                  <c:v>9.8456292846979725</c:v>
                </c:pt>
                <c:pt idx="61">
                  <c:v>9.821260936695829</c:v>
                </c:pt>
                <c:pt idx="62">
                  <c:v>9.2096049256028536</c:v>
                </c:pt>
                <c:pt idx="63">
                  <c:v>8.6553427290198552</c:v>
                </c:pt>
                <c:pt idx="64">
                  <c:v>9.8069907348648435</c:v>
                </c:pt>
                <c:pt idx="65">
                  <c:v>7.1936780450938445</c:v>
                </c:pt>
                <c:pt idx="66">
                  <c:v>6.3703486767841389</c:v>
                </c:pt>
                <c:pt idx="67">
                  <c:v>5.8123831070890031</c:v>
                </c:pt>
                <c:pt idx="68">
                  <c:v>2.5938529156865116</c:v>
                </c:pt>
                <c:pt idx="69">
                  <c:v>2.5587758853081857</c:v>
                </c:pt>
                <c:pt idx="70">
                  <c:v>1.9291879039141655</c:v>
                </c:pt>
                <c:pt idx="71">
                  <c:v>0.1239032375409268</c:v>
                </c:pt>
                <c:pt idx="72">
                  <c:v>-1.1392125518058043</c:v>
                </c:pt>
                <c:pt idx="73">
                  <c:v>-0.86227672808358058</c:v>
                </c:pt>
                <c:pt idx="74">
                  <c:v>1.1990647065632594</c:v>
                </c:pt>
                <c:pt idx="75">
                  <c:v>2.5832651902328267</c:v>
                </c:pt>
                <c:pt idx="76">
                  <c:v>3.1059881552972275</c:v>
                </c:pt>
                <c:pt idx="77">
                  <c:v>2.7225351199481391</c:v>
                </c:pt>
                <c:pt idx="78">
                  <c:v>2.6193482952093268</c:v>
                </c:pt>
                <c:pt idx="79">
                  <c:v>1.9980657287079806</c:v>
                </c:pt>
                <c:pt idx="80">
                  <c:v>3.257798030588714</c:v>
                </c:pt>
                <c:pt idx="81">
                  <c:v>4.3193349267380228</c:v>
                </c:pt>
                <c:pt idx="82">
                  <c:v>4.3625197177252026</c:v>
                </c:pt>
                <c:pt idx="83">
                  <c:v>4.9321213371853068</c:v>
                </c:pt>
                <c:pt idx="84">
                  <c:v>5.080091416962933</c:v>
                </c:pt>
                <c:pt idx="85">
                  <c:v>3.7263770013090332</c:v>
                </c:pt>
                <c:pt idx="86">
                  <c:v>1.9398059716497444</c:v>
                </c:pt>
                <c:pt idx="87">
                  <c:v>1.9899999999999967</c:v>
                </c:pt>
                <c:pt idx="88">
                  <c:v>0.94233221806731571</c:v>
                </c:pt>
                <c:pt idx="89">
                  <c:v>2.7596300262875983</c:v>
                </c:pt>
                <c:pt idx="90">
                  <c:v>2.2040887081154299</c:v>
                </c:pt>
                <c:pt idx="91">
                  <c:v>1.3315028901734003</c:v>
                </c:pt>
                <c:pt idx="92">
                  <c:v>1.6833194352316743</c:v>
                </c:pt>
                <c:pt idx="93">
                  <c:v>-0.2396084595598853</c:v>
                </c:pt>
                <c:pt idx="94">
                  <c:v>0.90865039414948789</c:v>
                </c:pt>
                <c:pt idx="95">
                  <c:v>1.1380811528251771</c:v>
                </c:pt>
                <c:pt idx="96">
                  <c:v>-0.88248693054517879</c:v>
                </c:pt>
                <c:pt idx="97">
                  <c:v>-1.1400882515168291</c:v>
                </c:pt>
                <c:pt idx="98">
                  <c:v>-2.9812940748818573</c:v>
                </c:pt>
                <c:pt idx="99">
                  <c:v>-4.342699937169014</c:v>
                </c:pt>
                <c:pt idx="100">
                  <c:v>-3.9507878892138457</c:v>
                </c:pt>
                <c:pt idx="101">
                  <c:v>-2.0280697343055802</c:v>
                </c:pt>
                <c:pt idx="102">
                  <c:v>0.15758378863244893</c:v>
                </c:pt>
                <c:pt idx="103">
                  <c:v>3.1244306911052959</c:v>
                </c:pt>
                <c:pt idx="104">
                  <c:v>4.6610996433179261</c:v>
                </c:pt>
                <c:pt idx="105">
                  <c:v>3.7340394677829263</c:v>
                </c:pt>
                <c:pt idx="106">
                  <c:v>4.5585239879509221</c:v>
                </c:pt>
                <c:pt idx="107">
                  <c:v>3.8710455997676529</c:v>
                </c:pt>
                <c:pt idx="108">
                  <c:v>4.8409414758269484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A2-4D3B-897D-0FB127272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4667823"/>
        <c:axId val="1484666863"/>
      </c:lineChart>
      <c:catAx>
        <c:axId val="1484667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484666863"/>
        <c:crosses val="autoZero"/>
        <c:auto val="1"/>
        <c:lblAlgn val="ctr"/>
        <c:lblOffset val="100"/>
        <c:noMultiLvlLbl val="0"/>
      </c:catAx>
      <c:valAx>
        <c:axId val="148466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484667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118442141487721"/>
          <c:y val="0.9113927920802144"/>
          <c:w val="0.1842867312135068"/>
          <c:h val="4.82649659393945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73F61-1238-4179-12D7-4F285063B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131C6E-DC4D-E6F8-9F48-A7E2FE2A3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25AA72-9652-2E6D-8C82-48BF4F2A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339A15-4ACD-D21A-D034-D3CFE7C5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D7138-6188-E333-00E2-2AEAB174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2600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35E66-DAB6-C5F0-7DC1-3965F2B0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430E09-40A4-7D12-7853-5FB55EAC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35A377-D3F9-7AB6-95C9-1B9B73EE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6E270D-7CB0-5C80-10D5-CFFAEFE2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19D17-4220-80B5-D1E1-7E960E45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430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EECD3-C8E3-3CC9-11A7-17E6B0DA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27B296-B015-0762-4F1B-793EC2119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2BBFF-F7D7-57E0-16B3-9C61DD44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5DBC1-4151-A010-A9F0-31E529A7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C88694-7DC9-089E-F80E-17FEB149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3165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C32DB-BB64-6B8B-CFC6-8E8B96A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9D7F1-2346-8D6C-53AB-3C857B320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EB3DA0-58C5-9DBB-8893-099386280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09F64B-F625-88C9-B0C4-B150EEC5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C04481-94DB-7661-90DF-C8E5D314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316BB2-36F1-1C4F-5719-0FC930C0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021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02C04-C384-F1B1-5BCB-04CB63A8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D0314F-4062-A938-4F5E-0811E6034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7A4424-7BC7-C528-AB8F-CF1E846E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A1B96C-B612-D1D3-34D6-2AA1A0A01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D183CF-EC30-9878-BDB7-F646B7692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8267BC-C0B0-2A5C-D3A5-8A39D08D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2D3D75-1C2E-3B83-7010-B16C7214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01249A-740D-8FA5-D634-AA8D977F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33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8266E-D9DC-CC59-0C29-5EC0E8B1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E88AB7-9A43-327D-5B02-240E3EB5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2A2ACC-BBA0-3D78-3058-836F8323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86A48A-E9C4-A5DE-B5AD-517F1CB0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851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BFCDF1-5ECF-C500-7563-6AB96BAD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5896CE-4878-4FB1-98B9-611D3D4D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D2B64D-7F76-CB8B-CD75-AC561881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52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187D3-84D8-E226-6193-AC8CE3729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AFB67D-2555-20DF-FC96-43D2012B9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271952-B169-1F80-B086-4A2FDADE8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D471C2-AD8B-B708-50BD-1D2FB58A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D185A3-ED6B-9315-AFEA-C1082354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DFDDE0-2B03-C857-CEDC-03D2429B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0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27FEB-63D2-862F-A7D3-3DD382B2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EAC1E5-C9BE-1005-A186-B5C6466AB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388AAC-2373-63B5-7C5E-A4BBB5A38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B875-FF2C-0C91-0C03-EF9E6B7F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8E6559-5AF1-15C5-ECA8-8C8E1E40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4D6A75-0BA7-593B-83C2-7961EBA4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4452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C6B48-83CA-DC00-7E94-61DF95EF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EB9B89-2E44-C478-B4C5-380F7A65B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46153A-5519-4E3D-BCCD-AE2788E8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C47989-0DB8-9FAD-8E88-6AC4739A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79D947-7B81-BE01-5FCF-80F6388B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946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F47896-3152-98FB-990D-B2AEC5C43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800009-0F90-BCC6-D814-D51AB77F5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AE2CE-6F3D-116F-3140-39486CB1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7D293-8D33-B426-7378-2377B5334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D62CDA-FA5F-C305-6AA1-016269E3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081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E6763C1-C712-4192-0A0A-BAAD9962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9C7A9B-6029-BE47-F574-8A32D7358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F6E1C8-4DDD-5E9C-1185-7C0E972AA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5B200-9450-4186-9EE0-C6800312CB57}" type="datetimeFigureOut">
              <a:rPr lang="es-CO" smtClean="0"/>
              <a:t>26/05/2025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89FE7-A1AC-FC68-C12C-8C78884A6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5B040-D1A1-FBE0-CAA7-830C249CB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6B306-4605-4766-8E93-A14712FAD6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496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93;p2">
            <a:extLst>
              <a:ext uri="{FF2B5EF4-FFF2-40B4-BE49-F238E27FC236}">
                <a16:creationId xmlns:a16="http://schemas.microsoft.com/office/drawing/2014/main" id="{7B42A6F0-CBC9-E301-2A93-4CF64D9779BA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5" name="Google Shape;94;p2">
              <a:extLst>
                <a:ext uri="{FF2B5EF4-FFF2-40B4-BE49-F238E27FC236}">
                  <a16:creationId xmlns:a16="http://schemas.microsoft.com/office/drawing/2014/main" id="{C924BF66-A927-26ED-BE78-85FD32A8E581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6" name="Google Shape;95;p2">
              <a:extLst>
                <a:ext uri="{FF2B5EF4-FFF2-40B4-BE49-F238E27FC236}">
                  <a16:creationId xmlns:a16="http://schemas.microsoft.com/office/drawing/2014/main" id="{99B55C6C-3215-95FF-9DF8-755861829751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189;p5">
            <a:extLst>
              <a:ext uri="{FF2B5EF4-FFF2-40B4-BE49-F238E27FC236}">
                <a16:creationId xmlns:a16="http://schemas.microsoft.com/office/drawing/2014/main" id="{B7993826-C484-7338-A850-F91DA50C1181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2101F8-1C46-495A-CF4B-6F6B150884A1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2CE18E-8AE3-C4BC-19D3-C5B7104DF706}"/>
              </a:ext>
            </a:extLst>
          </p:cNvPr>
          <p:cNvSpPr txBox="1"/>
          <p:nvPr/>
        </p:nvSpPr>
        <p:spPr>
          <a:xfrm>
            <a:off x="934719" y="78280"/>
            <a:ext cx="1118765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Índice de precios de vivienda nueva (IPVN)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 %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pic>
        <p:nvPicPr>
          <p:cNvPr id="10" name="Imagen 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02661FF-A63F-720B-D8E2-A5473ADB72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BAC56D4-1D5E-09ED-BFD3-B062D471F4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3169951"/>
              </p:ext>
            </p:extLst>
          </p:nvPr>
        </p:nvGraphicFramePr>
        <p:xfrm>
          <a:off x="742950" y="824519"/>
          <a:ext cx="11449050" cy="503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CuadroTexto 3">
            <a:extLst>
              <a:ext uri="{FF2B5EF4-FFF2-40B4-BE49-F238E27FC236}">
                <a16:creationId xmlns:a16="http://schemas.microsoft.com/office/drawing/2014/main" id="{75D93749-3A32-E0E0-5AA6-D9573DA8957F}"/>
              </a:ext>
            </a:extLst>
          </p:cNvPr>
          <p:cNvSpPr txBox="1"/>
          <p:nvPr/>
        </p:nvSpPr>
        <p:spPr>
          <a:xfrm>
            <a:off x="822960" y="5740671"/>
            <a:ext cx="113690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el primer trimestre 2025 la variación del IPVN nominal fue 9,9% mientras el real fue de 4,8%. Lo anterior representa -2,47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pp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y 0,18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pp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frente a 2024 correspondientemente. </a:t>
            </a:r>
          </a:p>
        </p:txBody>
      </p:sp>
    </p:spTree>
    <p:extLst>
      <p:ext uri="{BB962C8B-B14F-4D97-AF65-F5344CB8AC3E}">
        <p14:creationId xmlns:p14="http://schemas.microsoft.com/office/powerpoint/2010/main" val="1192356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c183e8ef4075ce3bee142c121839b84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54e9e5cb529ceac8d53a7862cdca92d4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E0A1C-D729-4015-87CF-40F4D9541E7E}">
  <ds:schemaRefs>
    <ds:schemaRef ds:uri="d07a1b0e-5e0d-4395-b8ed-6b7f4c24bf1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microsoft.com/sharepoint/v3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d62384bc-84af-4cee-9670-bdd7e3103028"/>
  </ds:schemaRefs>
</ds:datastoreItem>
</file>

<file path=customXml/itemProps2.xml><?xml version="1.0" encoding="utf-8"?>
<ds:datastoreItem xmlns:ds="http://schemas.openxmlformats.org/officeDocument/2006/customXml" ds:itemID="{E2D0C120-98F6-4A69-894D-773F6043CC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32173E-40D5-4B9B-8630-B7DCB466266F}"/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61</Words>
  <Application>Microsoft Office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Dosis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Paula Moreno</dc:creator>
  <cp:lastModifiedBy>Maria Paula Moreno</cp:lastModifiedBy>
  <cp:revision>3</cp:revision>
  <dcterms:created xsi:type="dcterms:W3CDTF">2025-05-26T14:05:04Z</dcterms:created>
  <dcterms:modified xsi:type="dcterms:W3CDTF">2025-05-26T16:27:15Z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