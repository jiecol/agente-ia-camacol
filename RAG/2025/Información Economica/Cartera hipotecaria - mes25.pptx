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5.xml" ContentType="application/vnd.openxmlformats-officedocument.themeOverrid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6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sldIdLst>
    <p:sldId id="2147474765" r:id="rId5"/>
    <p:sldId id="2147474766" r:id="rId6"/>
    <p:sldId id="2147474368" r:id="rId7"/>
    <p:sldId id="2147474369" r:id="rId8"/>
    <p:sldId id="15079" r:id="rId9"/>
    <p:sldId id="15080" r:id="rId10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9227E2-41C1-42BF-B782-8702FACFC608}" v="48" dt="2025-06-24T14:25:13.1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Fernando Cardozo Bohorquez" userId="77be3ac0-b86e-40b8-9a26-78cb499008ea" providerId="ADAL" clId="{E99227E2-41C1-42BF-B782-8702FACFC608}"/>
    <pc:docChg chg="modSld">
      <pc:chgData name="Juan Fernando Cardozo Bohorquez" userId="77be3ac0-b86e-40b8-9a26-78cb499008ea" providerId="ADAL" clId="{E99227E2-41C1-42BF-B782-8702FACFC608}" dt="2025-06-24T14:25:00.445" v="96" actId="27918"/>
      <pc:docMkLst>
        <pc:docMk/>
      </pc:docMkLst>
      <pc:sldChg chg="modSp mod">
        <pc:chgData name="Juan Fernando Cardozo Bohorquez" userId="77be3ac0-b86e-40b8-9a26-78cb499008ea" providerId="ADAL" clId="{E99227E2-41C1-42BF-B782-8702FACFC608}" dt="2025-06-10T17:25:35.389" v="16" actId="20577"/>
        <pc:sldMkLst>
          <pc:docMk/>
          <pc:sldMk cId="4215365446" sldId="15080"/>
        </pc:sldMkLst>
        <pc:spChg chg="mod">
          <ac:chgData name="Juan Fernando Cardozo Bohorquez" userId="77be3ac0-b86e-40b8-9a26-78cb499008ea" providerId="ADAL" clId="{E99227E2-41C1-42BF-B782-8702FACFC608}" dt="2025-06-10T17:25:35.389" v="16" actId="20577"/>
          <ac:spMkLst>
            <pc:docMk/>
            <pc:sldMk cId="4215365446" sldId="15080"/>
            <ac:spMk id="4" creationId="{11E597C2-C9D6-3A9C-58AA-FFE8313444E8}"/>
          </ac:spMkLst>
        </pc:spChg>
        <pc:graphicFrameChg chg="mod">
          <ac:chgData name="Juan Fernando Cardozo Bohorquez" userId="77be3ac0-b86e-40b8-9a26-78cb499008ea" providerId="ADAL" clId="{E99227E2-41C1-42BF-B782-8702FACFC608}" dt="2025-06-10T17:25:23.490" v="9"/>
          <ac:graphicFrameMkLst>
            <pc:docMk/>
            <pc:sldMk cId="4215365446" sldId="15080"/>
            <ac:graphicFrameMk id="11" creationId="{CF28B6AA-D8F8-4D35-B0BE-FAC7078CE0B1}"/>
          </ac:graphicFrameMkLst>
        </pc:graphicFrameChg>
      </pc:sldChg>
      <pc:sldChg chg="modSp mod">
        <pc:chgData name="Juan Fernando Cardozo Bohorquez" userId="77be3ac0-b86e-40b8-9a26-78cb499008ea" providerId="ADAL" clId="{E99227E2-41C1-42BF-B782-8702FACFC608}" dt="2025-06-24T14:10:42.708" v="82" actId="27918"/>
        <pc:sldMkLst>
          <pc:docMk/>
          <pc:sldMk cId="1570748914" sldId="2147474765"/>
        </pc:sldMkLst>
        <pc:spChg chg="mod">
          <ac:chgData name="Juan Fernando Cardozo Bohorquez" userId="77be3ac0-b86e-40b8-9a26-78cb499008ea" providerId="ADAL" clId="{E99227E2-41C1-42BF-B782-8702FACFC608}" dt="2025-06-24T14:07:59.800" v="72" actId="20577"/>
          <ac:spMkLst>
            <pc:docMk/>
            <pc:sldMk cId="1570748914" sldId="2147474765"/>
            <ac:spMk id="4" creationId="{7A2B44FE-6F8D-C69C-619A-91777C436DA3}"/>
          </ac:spMkLst>
        </pc:spChg>
        <pc:graphicFrameChg chg="mod">
          <ac:chgData name="Juan Fernando Cardozo Bohorquez" userId="77be3ac0-b86e-40b8-9a26-78cb499008ea" providerId="ADAL" clId="{E99227E2-41C1-42BF-B782-8702FACFC608}" dt="2025-06-24T14:07:27.704" v="57"/>
          <ac:graphicFrameMkLst>
            <pc:docMk/>
            <pc:sldMk cId="1570748914" sldId="2147474765"/>
            <ac:graphicFrameMk id="6" creationId="{C5BD7DAD-FE6D-4C00-B13A-E483FE7065AF}"/>
          </ac:graphicFrameMkLst>
        </pc:graphicFrameChg>
      </pc:sldChg>
      <pc:sldChg chg="mod">
        <pc:chgData name="Juan Fernando Cardozo Bohorquez" userId="77be3ac0-b86e-40b8-9a26-78cb499008ea" providerId="ADAL" clId="{E99227E2-41C1-42BF-B782-8702FACFC608}" dt="2025-06-24T14:25:00.445" v="96" actId="27918"/>
        <pc:sldMkLst>
          <pc:docMk/>
          <pc:sldMk cId="1196800177" sldId="2147474766"/>
        </pc:sldMkLst>
      </pc:sldChg>
    </pc:docChg>
  </pc:docChgLst>
  <pc:docChgLst>
    <pc:chgData name="Juna Fernado Cardozo Bohorquez" userId="77be3ac0-b86e-40b8-9a26-78cb499008ea" providerId="ADAL" clId="{E99227E2-41C1-42BF-B782-8702FACFC608}"/>
    <pc:docChg chg="modSld">
      <pc:chgData name="Juna Fernado Cardozo Bohorquez" userId="77be3ac0-b86e-40b8-9a26-78cb499008ea" providerId="ADAL" clId="{E99227E2-41C1-42BF-B782-8702FACFC608}" dt="2025-06-06T14:14:38.092" v="20" actId="27918"/>
      <pc:docMkLst>
        <pc:docMk/>
      </pc:docMkLst>
      <pc:sldChg chg="mod">
        <pc:chgData name="Juna Fernado Cardozo Bohorquez" userId="77be3ac0-b86e-40b8-9a26-78cb499008ea" providerId="ADAL" clId="{E99227E2-41C1-42BF-B782-8702FACFC608}" dt="2025-06-06T14:14:38.092" v="20" actId="27918"/>
        <pc:sldMkLst>
          <pc:docMk/>
          <pc:sldMk cId="3708109440" sldId="15079"/>
        </pc:sldMkLst>
      </pc:sldChg>
      <pc:sldChg chg="modSp mod">
        <pc:chgData name="Juna Fernado Cardozo Bohorquez" userId="77be3ac0-b86e-40b8-9a26-78cb499008ea" providerId="ADAL" clId="{E99227E2-41C1-42BF-B782-8702FACFC608}" dt="2025-06-06T14:14:09.422" v="15" actId="20577"/>
        <pc:sldMkLst>
          <pc:docMk/>
          <pc:sldMk cId="4215365446" sldId="15080"/>
        </pc:sldMkLst>
        <pc:spChg chg="mod">
          <ac:chgData name="Juna Fernado Cardozo Bohorquez" userId="77be3ac0-b86e-40b8-9a26-78cb499008ea" providerId="ADAL" clId="{E99227E2-41C1-42BF-B782-8702FACFC608}" dt="2025-06-06T14:14:09.422" v="15" actId="20577"/>
          <ac:spMkLst>
            <pc:docMk/>
            <pc:sldMk cId="4215365446" sldId="15080"/>
            <ac:spMk id="9" creationId="{76F85A50-C5D3-313F-456E-E7B2462C975D}"/>
          </ac:spMkLst>
        </pc:spChg>
        <pc:graphicFrameChg chg="mod">
          <ac:chgData name="Juna Fernado Cardozo Bohorquez" userId="77be3ac0-b86e-40b8-9a26-78cb499008ea" providerId="ADAL" clId="{E99227E2-41C1-42BF-B782-8702FACFC608}" dt="2025-06-06T13:45:25.881" v="0" actId="207"/>
          <ac:graphicFrameMkLst>
            <pc:docMk/>
            <pc:sldMk cId="4215365446" sldId="15080"/>
            <ac:graphicFrameMk id="11" creationId="{CF28B6AA-D8F8-4D35-B0BE-FAC7078CE0B1}"/>
          </ac:graphicFrameMkLst>
        </pc:graphicFrameChg>
      </pc:sldChg>
    </pc:docChg>
  </pc:docChgLst>
  <pc:docChgLst>
    <pc:chgData name="Diego Fernando Montañez Herrera" userId="82695c21-d357-4296-ab2b-5452df8abee9" providerId="ADAL" clId="{83B9BA62-1AF5-4D06-9316-214B85DCF201}"/>
    <pc:docChg chg="custSel addSld delSld modSld sldOrd">
      <pc:chgData name="Diego Fernando Montañez Herrera" userId="82695c21-d357-4296-ab2b-5452df8abee9" providerId="ADAL" clId="{83B9BA62-1AF5-4D06-9316-214B85DCF201}" dt="2025-06-06T14:22:24.333" v="30"/>
      <pc:docMkLst>
        <pc:docMk/>
      </pc:docMkLst>
      <pc:sldChg chg="addSp delSp modSp del mod">
        <pc:chgData name="Diego Fernando Montañez Herrera" userId="82695c21-d357-4296-ab2b-5452df8abee9" providerId="ADAL" clId="{83B9BA62-1AF5-4D06-9316-214B85DCF201}" dt="2025-06-06T14:20:46.709" v="27" actId="47"/>
        <pc:sldMkLst>
          <pc:docMk/>
          <pc:sldMk cId="404297888" sldId="15078"/>
        </pc:sldMkLst>
      </pc:sldChg>
      <pc:sldChg chg="addSp delSp modSp mod">
        <pc:chgData name="Diego Fernando Montañez Herrera" userId="82695c21-d357-4296-ab2b-5452df8abee9" providerId="ADAL" clId="{83B9BA62-1AF5-4D06-9316-214B85DCF201}" dt="2025-06-06T13:45:42.326" v="15"/>
        <pc:sldMkLst>
          <pc:docMk/>
          <pc:sldMk cId="3708109440" sldId="15079"/>
        </pc:sldMkLst>
        <pc:spChg chg="add mod">
          <ac:chgData name="Diego Fernando Montañez Herrera" userId="82695c21-d357-4296-ab2b-5452df8abee9" providerId="ADAL" clId="{83B9BA62-1AF5-4D06-9316-214B85DCF201}" dt="2025-06-06T13:45:42.326" v="15"/>
          <ac:spMkLst>
            <pc:docMk/>
            <pc:sldMk cId="3708109440" sldId="15079"/>
            <ac:spMk id="3" creationId="{3CCC5561-ACB6-578D-8AAB-0F1344245F23}"/>
          </ac:spMkLst>
        </pc:spChg>
      </pc:sldChg>
      <pc:sldChg chg="addSp delSp modSp mod">
        <pc:chgData name="Diego Fernando Montañez Herrera" userId="82695c21-d357-4296-ab2b-5452df8abee9" providerId="ADAL" clId="{83B9BA62-1AF5-4D06-9316-214B85DCF201}" dt="2025-06-06T13:45:45.506" v="17"/>
        <pc:sldMkLst>
          <pc:docMk/>
          <pc:sldMk cId="4215365446" sldId="15080"/>
        </pc:sldMkLst>
        <pc:spChg chg="add mod">
          <ac:chgData name="Diego Fernando Montañez Herrera" userId="82695c21-d357-4296-ab2b-5452df8abee9" providerId="ADAL" clId="{83B9BA62-1AF5-4D06-9316-214B85DCF201}" dt="2025-06-06T13:45:45.506" v="17"/>
          <ac:spMkLst>
            <pc:docMk/>
            <pc:sldMk cId="4215365446" sldId="15080"/>
            <ac:spMk id="3" creationId="{5D45586D-38E7-EF89-BEBA-A2A0B0946493}"/>
          </ac:spMkLst>
        </pc:spChg>
      </pc:sldChg>
      <pc:sldChg chg="addSp delSp modSp del mod">
        <pc:chgData name="Diego Fernando Montañez Herrera" userId="82695c21-d357-4296-ab2b-5452df8abee9" providerId="ADAL" clId="{83B9BA62-1AF5-4D06-9316-214B85DCF201}" dt="2025-06-06T14:19:33.050" v="21" actId="47"/>
        <pc:sldMkLst>
          <pc:docMk/>
          <pc:sldMk cId="4218601510" sldId="2147474326"/>
        </pc:sldMkLst>
      </pc:sldChg>
      <pc:sldChg chg="addSp delSp modSp del mod">
        <pc:chgData name="Diego Fernando Montañez Herrera" userId="82695c21-d357-4296-ab2b-5452df8abee9" providerId="ADAL" clId="{83B9BA62-1AF5-4D06-9316-214B85DCF201}" dt="2025-06-06T14:20:11.026" v="23" actId="47"/>
        <pc:sldMkLst>
          <pc:docMk/>
          <pc:sldMk cId="2192018977" sldId="2147474327"/>
        </pc:sldMkLst>
      </pc:sldChg>
      <pc:sldChg chg="add">
        <pc:chgData name="Diego Fernando Montañez Herrera" userId="82695c21-d357-4296-ab2b-5452df8abee9" providerId="ADAL" clId="{83B9BA62-1AF5-4D06-9316-214B85DCF201}" dt="2025-06-06T14:20:43.179" v="26"/>
        <pc:sldMkLst>
          <pc:docMk/>
          <pc:sldMk cId="2069992351" sldId="2147474368"/>
        </pc:sldMkLst>
      </pc:sldChg>
      <pc:sldChg chg="add ord">
        <pc:chgData name="Diego Fernando Montañez Herrera" userId="82695c21-d357-4296-ab2b-5452df8abee9" providerId="ADAL" clId="{83B9BA62-1AF5-4D06-9316-214B85DCF201}" dt="2025-06-06T14:22:24.333" v="30"/>
        <pc:sldMkLst>
          <pc:docMk/>
          <pc:sldMk cId="2964828686" sldId="2147474369"/>
        </pc:sldMkLst>
      </pc:sldChg>
      <pc:sldChg chg="add">
        <pc:chgData name="Diego Fernando Montañez Herrera" userId="82695c21-d357-4296-ab2b-5452df8abee9" providerId="ADAL" clId="{83B9BA62-1AF5-4D06-9316-214B85DCF201}" dt="2025-06-06T14:19:31.441" v="20"/>
        <pc:sldMkLst>
          <pc:docMk/>
          <pc:sldMk cId="1570748914" sldId="2147474765"/>
        </pc:sldMkLst>
      </pc:sldChg>
      <pc:sldChg chg="add">
        <pc:chgData name="Diego Fernando Montañez Herrera" userId="82695c21-d357-4296-ab2b-5452df8abee9" providerId="ADAL" clId="{83B9BA62-1AF5-4D06-9316-214B85DCF201}" dt="2025-06-06T14:20:04.316" v="22"/>
        <pc:sldMkLst>
          <pc:docMk/>
          <pc:sldMk cId="1196800177" sldId="214747476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11"/>
          <c:order val="11"/>
          <c:tx>
            <c:strRef>
              <c:f>Hoja1!$M$2</c:f>
              <c:strCache>
                <c:ptCount val="1"/>
                <c:pt idx="0">
                  <c:v>Comercial</c:v>
                </c:pt>
              </c:strCache>
            </c:strRef>
          </c:tx>
          <c:spPr>
            <a:ln w="28575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dLbls>
            <c:dLbl>
              <c:idx val="1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E117-4EEE-9DA9-BD256CB215AE}"/>
                </c:ext>
              </c:extLst>
            </c:dLbl>
            <c:dLbl>
              <c:idx val="111"/>
              <c:layout>
                <c:manualLayout>
                  <c:x val="-1.3730449576132528E-2"/>
                  <c:y val="3.429124452723878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A49-47CA-BB52-ABBA44E4B24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l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Hoja1!$A$3:$A$114</c:f>
              <c:numCache>
                <c:formatCode>mmm\-yy</c:formatCode>
                <c:ptCount val="112"/>
                <c:pt idx="0">
                  <c:v>42370</c:v>
                </c:pt>
                <c:pt idx="1">
                  <c:v>42401</c:v>
                </c:pt>
                <c:pt idx="2">
                  <c:v>42430</c:v>
                </c:pt>
                <c:pt idx="3">
                  <c:v>42461</c:v>
                </c:pt>
                <c:pt idx="4">
                  <c:v>42491</c:v>
                </c:pt>
                <c:pt idx="5">
                  <c:v>42522</c:v>
                </c:pt>
                <c:pt idx="6">
                  <c:v>42552</c:v>
                </c:pt>
                <c:pt idx="7">
                  <c:v>42583</c:v>
                </c:pt>
                <c:pt idx="8">
                  <c:v>42614</c:v>
                </c:pt>
                <c:pt idx="9">
                  <c:v>42644</c:v>
                </c:pt>
                <c:pt idx="10">
                  <c:v>42675</c:v>
                </c:pt>
                <c:pt idx="11">
                  <c:v>42705</c:v>
                </c:pt>
                <c:pt idx="12">
                  <c:v>42736</c:v>
                </c:pt>
                <c:pt idx="13">
                  <c:v>42767</c:v>
                </c:pt>
                <c:pt idx="14">
                  <c:v>42795</c:v>
                </c:pt>
                <c:pt idx="15">
                  <c:v>42826</c:v>
                </c:pt>
                <c:pt idx="16">
                  <c:v>42856</c:v>
                </c:pt>
                <c:pt idx="17">
                  <c:v>42887</c:v>
                </c:pt>
                <c:pt idx="18">
                  <c:v>42917</c:v>
                </c:pt>
                <c:pt idx="19">
                  <c:v>42948</c:v>
                </c:pt>
                <c:pt idx="20">
                  <c:v>42979</c:v>
                </c:pt>
                <c:pt idx="21">
                  <c:v>43009</c:v>
                </c:pt>
                <c:pt idx="22">
                  <c:v>43040</c:v>
                </c:pt>
                <c:pt idx="23">
                  <c:v>43070</c:v>
                </c:pt>
                <c:pt idx="24">
                  <c:v>43101</c:v>
                </c:pt>
                <c:pt idx="25">
                  <c:v>43132</c:v>
                </c:pt>
                <c:pt idx="26">
                  <c:v>43160</c:v>
                </c:pt>
                <c:pt idx="27">
                  <c:v>43191</c:v>
                </c:pt>
                <c:pt idx="28">
                  <c:v>43221</c:v>
                </c:pt>
                <c:pt idx="29">
                  <c:v>43252</c:v>
                </c:pt>
                <c:pt idx="30">
                  <c:v>43282</c:v>
                </c:pt>
                <c:pt idx="31">
                  <c:v>43313</c:v>
                </c:pt>
                <c:pt idx="32">
                  <c:v>43344</c:v>
                </c:pt>
                <c:pt idx="33">
                  <c:v>43374</c:v>
                </c:pt>
                <c:pt idx="34">
                  <c:v>43405</c:v>
                </c:pt>
                <c:pt idx="35">
                  <c:v>43435</c:v>
                </c:pt>
                <c:pt idx="36">
                  <c:v>43466</c:v>
                </c:pt>
                <c:pt idx="37">
                  <c:v>43497</c:v>
                </c:pt>
                <c:pt idx="38">
                  <c:v>43525</c:v>
                </c:pt>
                <c:pt idx="39">
                  <c:v>43556</c:v>
                </c:pt>
                <c:pt idx="40">
                  <c:v>43586</c:v>
                </c:pt>
                <c:pt idx="41">
                  <c:v>43617</c:v>
                </c:pt>
                <c:pt idx="42">
                  <c:v>43647</c:v>
                </c:pt>
                <c:pt idx="43">
                  <c:v>43678</c:v>
                </c:pt>
                <c:pt idx="44">
                  <c:v>43709</c:v>
                </c:pt>
                <c:pt idx="45">
                  <c:v>43739</c:v>
                </c:pt>
                <c:pt idx="46">
                  <c:v>43770</c:v>
                </c:pt>
                <c:pt idx="47">
                  <c:v>43800</c:v>
                </c:pt>
                <c:pt idx="48">
                  <c:v>43831</c:v>
                </c:pt>
                <c:pt idx="49">
                  <c:v>43862</c:v>
                </c:pt>
                <c:pt idx="50">
                  <c:v>43891</c:v>
                </c:pt>
                <c:pt idx="51">
                  <c:v>43922</c:v>
                </c:pt>
                <c:pt idx="52">
                  <c:v>43952</c:v>
                </c:pt>
                <c:pt idx="53">
                  <c:v>43983</c:v>
                </c:pt>
                <c:pt idx="54">
                  <c:v>44013</c:v>
                </c:pt>
                <c:pt idx="55">
                  <c:v>44044</c:v>
                </c:pt>
                <c:pt idx="56">
                  <c:v>44075</c:v>
                </c:pt>
                <c:pt idx="57">
                  <c:v>44105</c:v>
                </c:pt>
                <c:pt idx="58">
                  <c:v>44136</c:v>
                </c:pt>
                <c:pt idx="59">
                  <c:v>44166</c:v>
                </c:pt>
                <c:pt idx="60">
                  <c:v>44197</c:v>
                </c:pt>
                <c:pt idx="61">
                  <c:v>44228</c:v>
                </c:pt>
                <c:pt idx="62">
                  <c:v>44256</c:v>
                </c:pt>
                <c:pt idx="63">
                  <c:v>44287</c:v>
                </c:pt>
                <c:pt idx="64">
                  <c:v>44317</c:v>
                </c:pt>
                <c:pt idx="65">
                  <c:v>44348</c:v>
                </c:pt>
                <c:pt idx="66">
                  <c:v>44378</c:v>
                </c:pt>
                <c:pt idx="67">
                  <c:v>44409</c:v>
                </c:pt>
                <c:pt idx="68">
                  <c:v>44440</c:v>
                </c:pt>
                <c:pt idx="69">
                  <c:v>44470</c:v>
                </c:pt>
                <c:pt idx="70">
                  <c:v>44501</c:v>
                </c:pt>
                <c:pt idx="71">
                  <c:v>44531</c:v>
                </c:pt>
                <c:pt idx="72">
                  <c:v>44562</c:v>
                </c:pt>
                <c:pt idx="73">
                  <c:v>44593</c:v>
                </c:pt>
                <c:pt idx="74">
                  <c:v>44621</c:v>
                </c:pt>
                <c:pt idx="75">
                  <c:v>44652</c:v>
                </c:pt>
                <c:pt idx="76">
                  <c:v>44682</c:v>
                </c:pt>
                <c:pt idx="77">
                  <c:v>44713</c:v>
                </c:pt>
                <c:pt idx="78">
                  <c:v>44743</c:v>
                </c:pt>
                <c:pt idx="79">
                  <c:v>44774</c:v>
                </c:pt>
                <c:pt idx="80">
                  <c:v>44805</c:v>
                </c:pt>
                <c:pt idx="81">
                  <c:v>44835</c:v>
                </c:pt>
                <c:pt idx="82">
                  <c:v>44866</c:v>
                </c:pt>
                <c:pt idx="83">
                  <c:v>44896</c:v>
                </c:pt>
                <c:pt idx="84">
                  <c:v>44927</c:v>
                </c:pt>
                <c:pt idx="85">
                  <c:v>44958</c:v>
                </c:pt>
                <c:pt idx="86">
                  <c:v>44986</c:v>
                </c:pt>
                <c:pt idx="87">
                  <c:v>45017</c:v>
                </c:pt>
                <c:pt idx="88">
                  <c:v>45047</c:v>
                </c:pt>
                <c:pt idx="89">
                  <c:v>45078</c:v>
                </c:pt>
                <c:pt idx="90">
                  <c:v>45108</c:v>
                </c:pt>
                <c:pt idx="91">
                  <c:v>45139</c:v>
                </c:pt>
                <c:pt idx="92">
                  <c:v>45170</c:v>
                </c:pt>
                <c:pt idx="93">
                  <c:v>45200</c:v>
                </c:pt>
                <c:pt idx="94">
                  <c:v>45231</c:v>
                </c:pt>
                <c:pt idx="95">
                  <c:v>45261</c:v>
                </c:pt>
                <c:pt idx="96">
                  <c:v>45292</c:v>
                </c:pt>
                <c:pt idx="97">
                  <c:v>45323</c:v>
                </c:pt>
                <c:pt idx="98">
                  <c:v>45352</c:v>
                </c:pt>
                <c:pt idx="99">
                  <c:v>45383</c:v>
                </c:pt>
                <c:pt idx="100">
                  <c:v>45413</c:v>
                </c:pt>
                <c:pt idx="101">
                  <c:v>45444</c:v>
                </c:pt>
                <c:pt idx="102">
                  <c:v>45474</c:v>
                </c:pt>
                <c:pt idx="103">
                  <c:v>45505</c:v>
                </c:pt>
                <c:pt idx="104">
                  <c:v>45536</c:v>
                </c:pt>
                <c:pt idx="105">
                  <c:v>45566</c:v>
                </c:pt>
                <c:pt idx="106">
                  <c:v>45597</c:v>
                </c:pt>
                <c:pt idx="107">
                  <c:v>45627</c:v>
                </c:pt>
                <c:pt idx="108">
                  <c:v>45658</c:v>
                </c:pt>
                <c:pt idx="109">
                  <c:v>45689</c:v>
                </c:pt>
                <c:pt idx="110">
                  <c:v>45717</c:v>
                </c:pt>
                <c:pt idx="111">
                  <c:v>45748</c:v>
                </c:pt>
              </c:numCache>
            </c:numRef>
          </c:cat>
          <c:val>
            <c:numRef>
              <c:f>Hoja1!$M$3:$M$114</c:f>
              <c:numCache>
                <c:formatCode>General</c:formatCode>
                <c:ptCount val="112"/>
                <c:pt idx="12" formatCode="0.0%">
                  <c:v>-3.2651885251151702E-2</c:v>
                </c:pt>
                <c:pt idx="13" formatCode="0.0%">
                  <c:v>-3.4401090178930005E-2</c:v>
                </c:pt>
                <c:pt idx="14" formatCode="0.0%">
                  <c:v>-1.8360051400515554E-2</c:v>
                </c:pt>
                <c:pt idx="15" formatCode="0.0%">
                  <c:v>-1.0586645248891857E-2</c:v>
                </c:pt>
                <c:pt idx="16" formatCode="0.0%">
                  <c:v>-1.8762219473029473E-2</c:v>
                </c:pt>
                <c:pt idx="17" formatCode="0.0%">
                  <c:v>-1.247537112255781E-3</c:v>
                </c:pt>
                <c:pt idx="18" formatCode="0.0%">
                  <c:v>-1.0278371139768261E-2</c:v>
                </c:pt>
                <c:pt idx="19" formatCode="0.0%">
                  <c:v>-1.6203835456813032E-2</c:v>
                </c:pt>
                <c:pt idx="20" formatCode="0.0%">
                  <c:v>-1.0391669883889953E-2</c:v>
                </c:pt>
                <c:pt idx="21" formatCode="0.0%">
                  <c:v>-1.1349873019829593E-2</c:v>
                </c:pt>
                <c:pt idx="22" formatCode="0.0%">
                  <c:v>-1.8468241393321705E-2</c:v>
                </c:pt>
                <c:pt idx="23" formatCode="0.0%">
                  <c:v>-7.6733095495895576E-3</c:v>
                </c:pt>
                <c:pt idx="24" formatCode="0.0%">
                  <c:v>-2.4964708990791173E-3</c:v>
                </c:pt>
                <c:pt idx="25" formatCode="0.0%">
                  <c:v>-9.5274099573416926E-4</c:v>
                </c:pt>
                <c:pt idx="26" formatCode="0.0%">
                  <c:v>4.2349662846219438E-3</c:v>
                </c:pt>
                <c:pt idx="27" formatCode="0.0%">
                  <c:v>-3.6883183585902923E-3</c:v>
                </c:pt>
                <c:pt idx="28" formatCode="0.0%">
                  <c:v>-4.5625622817859757E-3</c:v>
                </c:pt>
                <c:pt idx="29" formatCode="0.0%">
                  <c:v>-1.396287629965709E-2</c:v>
                </c:pt>
                <c:pt idx="30" formatCode="0.0%">
                  <c:v>-1.3972879253239201E-2</c:v>
                </c:pt>
                <c:pt idx="31" formatCode="0.0%">
                  <c:v>-1.608796282018643E-2</c:v>
                </c:pt>
                <c:pt idx="32" formatCode="0.0%">
                  <c:v>-2.1906834901361139E-2</c:v>
                </c:pt>
                <c:pt idx="33" formatCode="0.0%">
                  <c:v>-1.1362097537082061E-2</c:v>
                </c:pt>
                <c:pt idx="34" formatCode="0.0%">
                  <c:v>-2.4782572932791069E-3</c:v>
                </c:pt>
                <c:pt idx="35" formatCode="0.0%">
                  <c:v>4.3507910878681777E-4</c:v>
                </c:pt>
                <c:pt idx="36" formatCode="0.0%">
                  <c:v>-6.5288806877001893E-3</c:v>
                </c:pt>
                <c:pt idx="37" formatCode="0.0%">
                  <c:v>-7.7971299868573318E-4</c:v>
                </c:pt>
                <c:pt idx="38" formatCode="0.0%">
                  <c:v>-4.823681789776213E-4</c:v>
                </c:pt>
                <c:pt idx="39" formatCode="0.0%">
                  <c:v>5.8610516004611313E-3</c:v>
                </c:pt>
                <c:pt idx="40" formatCode="0.0%">
                  <c:v>9.3768168213510528E-3</c:v>
                </c:pt>
                <c:pt idx="41" formatCode="0.0%">
                  <c:v>4.4271083409683776E-3</c:v>
                </c:pt>
                <c:pt idx="42" formatCode="0.0%">
                  <c:v>5.7457860840575137E-3</c:v>
                </c:pt>
                <c:pt idx="43" formatCode="0.0%">
                  <c:v>1.5604533689732802E-2</c:v>
                </c:pt>
                <c:pt idx="44" formatCode="0.0%">
                  <c:v>2.1366637784172582E-2</c:v>
                </c:pt>
                <c:pt idx="45" formatCode="0.0%">
                  <c:v>6.1319772308352505E-3</c:v>
                </c:pt>
                <c:pt idx="46" formatCode="0.0%">
                  <c:v>9.4399997239440481E-3</c:v>
                </c:pt>
                <c:pt idx="47" formatCode="0.0%">
                  <c:v>-1.0427346375691871E-2</c:v>
                </c:pt>
                <c:pt idx="48" formatCode="0.0%">
                  <c:v>3.9516358758300285E-3</c:v>
                </c:pt>
                <c:pt idx="49" formatCode="0.0%">
                  <c:v>7.0463621071525928E-3</c:v>
                </c:pt>
                <c:pt idx="50" formatCode="0.0%">
                  <c:v>6.5416570275526942E-2</c:v>
                </c:pt>
                <c:pt idx="51" formatCode="0.0%">
                  <c:v>8.3176896693596625E-2</c:v>
                </c:pt>
                <c:pt idx="52" formatCode="0.0%">
                  <c:v>8.5430192521668502E-2</c:v>
                </c:pt>
                <c:pt idx="53" formatCode="0.0%">
                  <c:v>9.2377826463170498E-2</c:v>
                </c:pt>
                <c:pt idx="54" formatCode="0.0%">
                  <c:v>8.2986354770237414E-2</c:v>
                </c:pt>
                <c:pt idx="55" formatCode="0.0%">
                  <c:v>6.9124129895080211E-2</c:v>
                </c:pt>
                <c:pt idx="56" formatCode="0.0%">
                  <c:v>5.3481815414962552E-2</c:v>
                </c:pt>
                <c:pt idx="57" formatCode="0.0%">
                  <c:v>4.9306355435728921E-2</c:v>
                </c:pt>
                <c:pt idx="58" formatCode="0.0%">
                  <c:v>2.8351958682021783E-2</c:v>
                </c:pt>
                <c:pt idx="59" formatCode="0.0%">
                  <c:v>2.7480174289058024E-2</c:v>
                </c:pt>
                <c:pt idx="60" formatCode="0.0%">
                  <c:v>2.9247037715719237E-2</c:v>
                </c:pt>
                <c:pt idx="61" formatCode="0.0%">
                  <c:v>2.119720262822411E-2</c:v>
                </c:pt>
                <c:pt idx="62" formatCode="0.0%">
                  <c:v>-4.1314135937932428E-2</c:v>
                </c:pt>
                <c:pt idx="63" formatCode="0.0%">
                  <c:v>-5.7357176433229351E-2</c:v>
                </c:pt>
                <c:pt idx="64" formatCode="0.0%">
                  <c:v>-6.4259891579874662E-2</c:v>
                </c:pt>
                <c:pt idx="65" formatCode="0.0%">
                  <c:v>-5.9601872129364297E-2</c:v>
                </c:pt>
                <c:pt idx="66" formatCode="0.0%">
                  <c:v>-4.6596767563729768E-2</c:v>
                </c:pt>
                <c:pt idx="67" formatCode="0.0%">
                  <c:v>-3.5915426909885584E-2</c:v>
                </c:pt>
                <c:pt idx="68" formatCode="0.0%">
                  <c:v>-2.5282535667029871E-2</c:v>
                </c:pt>
                <c:pt idx="69" formatCode="0.0%">
                  <c:v>-1.3723424980654819E-2</c:v>
                </c:pt>
                <c:pt idx="70" formatCode="0.0%">
                  <c:v>5.4690028027957194E-3</c:v>
                </c:pt>
                <c:pt idx="71" formatCode="0.0%">
                  <c:v>2.2113920839775592E-2</c:v>
                </c:pt>
                <c:pt idx="72" formatCode="0.0%">
                  <c:v>8.3038332039147011E-3</c:v>
                </c:pt>
                <c:pt idx="73" formatCode="0.0%">
                  <c:v>8.2879795325141448E-3</c:v>
                </c:pt>
                <c:pt idx="74" formatCode="0.0%">
                  <c:v>1.0633770962436895E-2</c:v>
                </c:pt>
                <c:pt idx="75" formatCode="0.0%">
                  <c:v>1.6226666708633708E-2</c:v>
                </c:pt>
                <c:pt idx="76" formatCode="0.0%">
                  <c:v>2.0572841274578479E-2</c:v>
                </c:pt>
                <c:pt idx="77" formatCode="0.0%">
                  <c:v>3.0109376064941573E-2</c:v>
                </c:pt>
                <c:pt idx="78" formatCode="0.0%">
                  <c:v>3.3785391873890402E-2</c:v>
                </c:pt>
                <c:pt idx="79" formatCode="0.0%">
                  <c:v>3.2726108599210768E-2</c:v>
                </c:pt>
                <c:pt idx="80" formatCode="0.0%">
                  <c:v>3.5399157339428333E-2</c:v>
                </c:pt>
                <c:pt idx="81" formatCode="0.0%">
                  <c:v>4.0693140266203853E-2</c:v>
                </c:pt>
                <c:pt idx="82" formatCode="0.0%">
                  <c:v>3.0979137118284816E-2</c:v>
                </c:pt>
                <c:pt idx="83" formatCode="0.0%">
                  <c:v>3.621910224747027E-2</c:v>
                </c:pt>
                <c:pt idx="84" formatCode="0.0%">
                  <c:v>3.3423033606288621E-2</c:v>
                </c:pt>
                <c:pt idx="85" formatCode="0.0%">
                  <c:v>2.7307236840179661E-2</c:v>
                </c:pt>
                <c:pt idx="86" formatCode="0.0%">
                  <c:v>1.4706203333910484E-2</c:v>
                </c:pt>
                <c:pt idx="87" formatCode="0.0%">
                  <c:v>1.1477058537720186E-2</c:v>
                </c:pt>
                <c:pt idx="88" formatCode="0.0%">
                  <c:v>2.0600852087901966E-3</c:v>
                </c:pt>
                <c:pt idx="89" formatCode="0.0%">
                  <c:v>-1.2257355081133348E-2</c:v>
                </c:pt>
                <c:pt idx="90" formatCode="0.0%">
                  <c:v>-3.0310114199086247E-2</c:v>
                </c:pt>
                <c:pt idx="91" formatCode="0.0%">
                  <c:v>-3.3997998500528093E-2</c:v>
                </c:pt>
                <c:pt idx="92" formatCode="0.0%">
                  <c:v>-3.842965364382156E-2</c:v>
                </c:pt>
                <c:pt idx="93" formatCode="0.0%">
                  <c:v>-4.8683977864188543E-2</c:v>
                </c:pt>
                <c:pt idx="94" formatCode="0.0%">
                  <c:v>-5.8092184583671047E-2</c:v>
                </c:pt>
                <c:pt idx="95" formatCode="0.0%">
                  <c:v>-6.9627703240359828E-2</c:v>
                </c:pt>
                <c:pt idx="96" formatCode="0.0%">
                  <c:v>-5.5511603150281141E-2</c:v>
                </c:pt>
                <c:pt idx="97" formatCode="0.0%">
                  <c:v>-5.4922719361235606E-2</c:v>
                </c:pt>
                <c:pt idx="98" formatCode="0.0%">
                  <c:v>-4.5712365712053948E-2</c:v>
                </c:pt>
                <c:pt idx="99" formatCode="0.0%">
                  <c:v>-5.6040176378669093E-2</c:v>
                </c:pt>
                <c:pt idx="100" formatCode="0.0%">
                  <c:v>-5.2157486601744907E-2</c:v>
                </c:pt>
                <c:pt idx="101" formatCode="0.0%">
                  <c:v>-4.2073319685484778E-2</c:v>
                </c:pt>
                <c:pt idx="102" formatCode="0.0%">
                  <c:v>-3.3080452764955304E-2</c:v>
                </c:pt>
                <c:pt idx="103" formatCode="0.0%">
                  <c:v>-2.9667040297687741E-2</c:v>
                </c:pt>
                <c:pt idx="104" formatCode="0.0%">
                  <c:v>-3.0451237142048448E-2</c:v>
                </c:pt>
                <c:pt idx="105" formatCode="0.0%">
                  <c:v>-2.0712585440653353E-2</c:v>
                </c:pt>
                <c:pt idx="106" formatCode="0.0%">
                  <c:v>-6.6968558914579646E-3</c:v>
                </c:pt>
                <c:pt idx="107" formatCode="0.0%">
                  <c:v>6.3411212024471197E-3</c:v>
                </c:pt>
                <c:pt idx="108" formatCode="0.0%">
                  <c:v>2.2641547124355801E-3</c:v>
                </c:pt>
                <c:pt idx="109" formatCode="0.0%">
                  <c:v>5.3651457770046568E-3</c:v>
                </c:pt>
                <c:pt idx="110" formatCode="0.0%">
                  <c:v>7.3093869292766497E-3</c:v>
                </c:pt>
                <c:pt idx="111" formatCode="0.0%">
                  <c:v>9.800839173887084E-3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F5AE-40D5-9F16-3E15EAD7E209}"/>
            </c:ext>
          </c:extLst>
        </c:ser>
        <c:ser>
          <c:idx val="12"/>
          <c:order val="12"/>
          <c:tx>
            <c:strRef>
              <c:f>Hoja1!$N$2</c:f>
              <c:strCache>
                <c:ptCount val="1"/>
                <c:pt idx="0">
                  <c:v>Consumo</c:v>
                </c:pt>
              </c:strCache>
            </c:strRef>
          </c:tx>
          <c:spPr>
            <a:ln w="28575" cap="rnd">
              <a:solidFill>
                <a:srgbClr val="A02B93">
                  <a:lumMod val="50000"/>
                </a:srgbClr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1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17-4EEE-9DA9-BD256CB215AE}"/>
                </c:ext>
              </c:extLst>
            </c:dLbl>
            <c:dLbl>
              <c:idx val="111"/>
              <c:layout>
                <c:manualLayout>
                  <c:x val="-3.7885019733476036E-2"/>
                  <c:y val="-3.429124452723887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A49-47CA-BB52-ABBA44E4B24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Hoja1!$A$3:$A$114</c:f>
              <c:numCache>
                <c:formatCode>mmm\-yy</c:formatCode>
                <c:ptCount val="112"/>
                <c:pt idx="0">
                  <c:v>42370</c:v>
                </c:pt>
                <c:pt idx="1">
                  <c:v>42401</c:v>
                </c:pt>
                <c:pt idx="2">
                  <c:v>42430</c:v>
                </c:pt>
                <c:pt idx="3">
                  <c:v>42461</c:v>
                </c:pt>
                <c:pt idx="4">
                  <c:v>42491</c:v>
                </c:pt>
                <c:pt idx="5">
                  <c:v>42522</c:v>
                </c:pt>
                <c:pt idx="6">
                  <c:v>42552</c:v>
                </c:pt>
                <c:pt idx="7">
                  <c:v>42583</c:v>
                </c:pt>
                <c:pt idx="8">
                  <c:v>42614</c:v>
                </c:pt>
                <c:pt idx="9">
                  <c:v>42644</c:v>
                </c:pt>
                <c:pt idx="10">
                  <c:v>42675</c:v>
                </c:pt>
                <c:pt idx="11">
                  <c:v>42705</c:v>
                </c:pt>
                <c:pt idx="12">
                  <c:v>42736</c:v>
                </c:pt>
                <c:pt idx="13">
                  <c:v>42767</c:v>
                </c:pt>
                <c:pt idx="14">
                  <c:v>42795</c:v>
                </c:pt>
                <c:pt idx="15">
                  <c:v>42826</c:v>
                </c:pt>
                <c:pt idx="16">
                  <c:v>42856</c:v>
                </c:pt>
                <c:pt idx="17">
                  <c:v>42887</c:v>
                </c:pt>
                <c:pt idx="18">
                  <c:v>42917</c:v>
                </c:pt>
                <c:pt idx="19">
                  <c:v>42948</c:v>
                </c:pt>
                <c:pt idx="20">
                  <c:v>42979</c:v>
                </c:pt>
                <c:pt idx="21">
                  <c:v>43009</c:v>
                </c:pt>
                <c:pt idx="22">
                  <c:v>43040</c:v>
                </c:pt>
                <c:pt idx="23">
                  <c:v>43070</c:v>
                </c:pt>
                <c:pt idx="24">
                  <c:v>43101</c:v>
                </c:pt>
                <c:pt idx="25">
                  <c:v>43132</c:v>
                </c:pt>
                <c:pt idx="26">
                  <c:v>43160</c:v>
                </c:pt>
                <c:pt idx="27">
                  <c:v>43191</c:v>
                </c:pt>
                <c:pt idx="28">
                  <c:v>43221</c:v>
                </c:pt>
                <c:pt idx="29">
                  <c:v>43252</c:v>
                </c:pt>
                <c:pt idx="30">
                  <c:v>43282</c:v>
                </c:pt>
                <c:pt idx="31">
                  <c:v>43313</c:v>
                </c:pt>
                <c:pt idx="32">
                  <c:v>43344</c:v>
                </c:pt>
                <c:pt idx="33">
                  <c:v>43374</c:v>
                </c:pt>
                <c:pt idx="34">
                  <c:v>43405</c:v>
                </c:pt>
                <c:pt idx="35">
                  <c:v>43435</c:v>
                </c:pt>
                <c:pt idx="36">
                  <c:v>43466</c:v>
                </c:pt>
                <c:pt idx="37">
                  <c:v>43497</c:v>
                </c:pt>
                <c:pt idx="38">
                  <c:v>43525</c:v>
                </c:pt>
                <c:pt idx="39">
                  <c:v>43556</c:v>
                </c:pt>
                <c:pt idx="40">
                  <c:v>43586</c:v>
                </c:pt>
                <c:pt idx="41">
                  <c:v>43617</c:v>
                </c:pt>
                <c:pt idx="42">
                  <c:v>43647</c:v>
                </c:pt>
                <c:pt idx="43">
                  <c:v>43678</c:v>
                </c:pt>
                <c:pt idx="44">
                  <c:v>43709</c:v>
                </c:pt>
                <c:pt idx="45">
                  <c:v>43739</c:v>
                </c:pt>
                <c:pt idx="46">
                  <c:v>43770</c:v>
                </c:pt>
                <c:pt idx="47">
                  <c:v>43800</c:v>
                </c:pt>
                <c:pt idx="48">
                  <c:v>43831</c:v>
                </c:pt>
                <c:pt idx="49">
                  <c:v>43862</c:v>
                </c:pt>
                <c:pt idx="50">
                  <c:v>43891</c:v>
                </c:pt>
                <c:pt idx="51">
                  <c:v>43922</c:v>
                </c:pt>
                <c:pt idx="52">
                  <c:v>43952</c:v>
                </c:pt>
                <c:pt idx="53">
                  <c:v>43983</c:v>
                </c:pt>
                <c:pt idx="54">
                  <c:v>44013</c:v>
                </c:pt>
                <c:pt idx="55">
                  <c:v>44044</c:v>
                </c:pt>
                <c:pt idx="56">
                  <c:v>44075</c:v>
                </c:pt>
                <c:pt idx="57">
                  <c:v>44105</c:v>
                </c:pt>
                <c:pt idx="58">
                  <c:v>44136</c:v>
                </c:pt>
                <c:pt idx="59">
                  <c:v>44166</c:v>
                </c:pt>
                <c:pt idx="60">
                  <c:v>44197</c:v>
                </c:pt>
                <c:pt idx="61">
                  <c:v>44228</c:v>
                </c:pt>
                <c:pt idx="62">
                  <c:v>44256</c:v>
                </c:pt>
                <c:pt idx="63">
                  <c:v>44287</c:v>
                </c:pt>
                <c:pt idx="64">
                  <c:v>44317</c:v>
                </c:pt>
                <c:pt idx="65">
                  <c:v>44348</c:v>
                </c:pt>
                <c:pt idx="66">
                  <c:v>44378</c:v>
                </c:pt>
                <c:pt idx="67">
                  <c:v>44409</c:v>
                </c:pt>
                <c:pt idx="68">
                  <c:v>44440</c:v>
                </c:pt>
                <c:pt idx="69">
                  <c:v>44470</c:v>
                </c:pt>
                <c:pt idx="70">
                  <c:v>44501</c:v>
                </c:pt>
                <c:pt idx="71">
                  <c:v>44531</c:v>
                </c:pt>
                <c:pt idx="72">
                  <c:v>44562</c:v>
                </c:pt>
                <c:pt idx="73">
                  <c:v>44593</c:v>
                </c:pt>
                <c:pt idx="74">
                  <c:v>44621</c:v>
                </c:pt>
                <c:pt idx="75">
                  <c:v>44652</c:v>
                </c:pt>
                <c:pt idx="76">
                  <c:v>44682</c:v>
                </c:pt>
                <c:pt idx="77">
                  <c:v>44713</c:v>
                </c:pt>
                <c:pt idx="78">
                  <c:v>44743</c:v>
                </c:pt>
                <c:pt idx="79">
                  <c:v>44774</c:v>
                </c:pt>
                <c:pt idx="80">
                  <c:v>44805</c:v>
                </c:pt>
                <c:pt idx="81">
                  <c:v>44835</c:v>
                </c:pt>
                <c:pt idx="82">
                  <c:v>44866</c:v>
                </c:pt>
                <c:pt idx="83">
                  <c:v>44896</c:v>
                </c:pt>
                <c:pt idx="84">
                  <c:v>44927</c:v>
                </c:pt>
                <c:pt idx="85">
                  <c:v>44958</c:v>
                </c:pt>
                <c:pt idx="86">
                  <c:v>44986</c:v>
                </c:pt>
                <c:pt idx="87">
                  <c:v>45017</c:v>
                </c:pt>
                <c:pt idx="88">
                  <c:v>45047</c:v>
                </c:pt>
                <c:pt idx="89">
                  <c:v>45078</c:v>
                </c:pt>
                <c:pt idx="90">
                  <c:v>45108</c:v>
                </c:pt>
                <c:pt idx="91">
                  <c:v>45139</c:v>
                </c:pt>
                <c:pt idx="92">
                  <c:v>45170</c:v>
                </c:pt>
                <c:pt idx="93">
                  <c:v>45200</c:v>
                </c:pt>
                <c:pt idx="94">
                  <c:v>45231</c:v>
                </c:pt>
                <c:pt idx="95">
                  <c:v>45261</c:v>
                </c:pt>
                <c:pt idx="96">
                  <c:v>45292</c:v>
                </c:pt>
                <c:pt idx="97">
                  <c:v>45323</c:v>
                </c:pt>
                <c:pt idx="98">
                  <c:v>45352</c:v>
                </c:pt>
                <c:pt idx="99">
                  <c:v>45383</c:v>
                </c:pt>
                <c:pt idx="100">
                  <c:v>45413</c:v>
                </c:pt>
                <c:pt idx="101">
                  <c:v>45444</c:v>
                </c:pt>
                <c:pt idx="102">
                  <c:v>45474</c:v>
                </c:pt>
                <c:pt idx="103">
                  <c:v>45505</c:v>
                </c:pt>
                <c:pt idx="104">
                  <c:v>45536</c:v>
                </c:pt>
                <c:pt idx="105">
                  <c:v>45566</c:v>
                </c:pt>
                <c:pt idx="106">
                  <c:v>45597</c:v>
                </c:pt>
                <c:pt idx="107">
                  <c:v>45627</c:v>
                </c:pt>
                <c:pt idx="108">
                  <c:v>45658</c:v>
                </c:pt>
                <c:pt idx="109">
                  <c:v>45689</c:v>
                </c:pt>
                <c:pt idx="110">
                  <c:v>45717</c:v>
                </c:pt>
                <c:pt idx="111">
                  <c:v>45748</c:v>
                </c:pt>
              </c:numCache>
            </c:numRef>
          </c:cat>
          <c:val>
            <c:numRef>
              <c:f>Hoja1!$N$3:$N$114</c:f>
              <c:numCache>
                <c:formatCode>General</c:formatCode>
                <c:ptCount val="112"/>
                <c:pt idx="12" formatCode="0.0%">
                  <c:v>8.0475070262152171E-2</c:v>
                </c:pt>
                <c:pt idx="13" formatCode="0.0%">
                  <c:v>8.2521699929447356E-2</c:v>
                </c:pt>
                <c:pt idx="14" formatCode="0.0%">
                  <c:v>9.002562604791442E-2</c:v>
                </c:pt>
                <c:pt idx="15" formatCode="0.0%">
                  <c:v>8.5047114403689505E-2</c:v>
                </c:pt>
                <c:pt idx="16" formatCode="0.0%">
                  <c:v>8.6625684463923269E-2</c:v>
                </c:pt>
                <c:pt idx="17" formatCode="0.0%">
                  <c:v>8.3001556945567989E-2</c:v>
                </c:pt>
                <c:pt idx="18" formatCode="0.0%">
                  <c:v>8.6786810443119089E-2</c:v>
                </c:pt>
                <c:pt idx="19" formatCode="0.0%">
                  <c:v>7.6592560567471768E-2</c:v>
                </c:pt>
                <c:pt idx="20" formatCode="0.0%">
                  <c:v>7.2229958410610751E-2</c:v>
                </c:pt>
                <c:pt idx="21" formatCode="0.0%">
                  <c:v>6.7667675853209763E-2</c:v>
                </c:pt>
                <c:pt idx="22" formatCode="0.0%">
                  <c:v>6.3953079768966692E-2</c:v>
                </c:pt>
                <c:pt idx="23" formatCode="0.0%">
                  <c:v>5.5956571354200291E-2</c:v>
                </c:pt>
                <c:pt idx="24" formatCode="0.0%">
                  <c:v>5.6518185135722598E-2</c:v>
                </c:pt>
                <c:pt idx="25" formatCode="0.0%">
                  <c:v>5.788539629365741E-2</c:v>
                </c:pt>
                <c:pt idx="26" formatCode="0.0%">
                  <c:v>5.4998173581115362E-2</c:v>
                </c:pt>
                <c:pt idx="27" formatCode="0.0%">
                  <c:v>5.7233437549019772E-2</c:v>
                </c:pt>
                <c:pt idx="28" formatCode="0.0%">
                  <c:v>5.4421059526141402E-2</c:v>
                </c:pt>
                <c:pt idx="29" formatCode="0.0%">
                  <c:v>5.0930346670223337E-2</c:v>
                </c:pt>
                <c:pt idx="30" formatCode="0.0%">
                  <c:v>5.0771673534691919E-2</c:v>
                </c:pt>
                <c:pt idx="31" formatCode="0.0%">
                  <c:v>5.3811036647027688E-2</c:v>
                </c:pt>
                <c:pt idx="32" formatCode="0.0%">
                  <c:v>5.1680825111563466E-2</c:v>
                </c:pt>
                <c:pt idx="33" formatCode="0.0%">
                  <c:v>5.373654440999176E-2</c:v>
                </c:pt>
                <c:pt idx="34" formatCode="0.0%">
                  <c:v>5.6527148514699643E-2</c:v>
                </c:pt>
                <c:pt idx="35" formatCode="0.0%">
                  <c:v>6.0360175771370317E-2</c:v>
                </c:pt>
                <c:pt idx="36" formatCode="0.0%">
                  <c:v>6.3890064415277781E-2</c:v>
                </c:pt>
                <c:pt idx="37" formatCode="0.0%">
                  <c:v>6.7952341898345425E-2</c:v>
                </c:pt>
                <c:pt idx="38" formatCode="0.0%">
                  <c:v>7.2764221100129145E-2</c:v>
                </c:pt>
                <c:pt idx="39" formatCode="0.0%">
                  <c:v>7.5572607503038958E-2</c:v>
                </c:pt>
                <c:pt idx="40" formatCode="0.0%">
                  <c:v>8.0983218416087466E-2</c:v>
                </c:pt>
                <c:pt idx="41" formatCode="0.0%">
                  <c:v>8.419439897851877E-2</c:v>
                </c:pt>
                <c:pt idx="42" formatCode="0.0%">
                  <c:v>8.9351711551751922E-2</c:v>
                </c:pt>
                <c:pt idx="43" formatCode="0.0%">
                  <c:v>9.4335314918258195E-2</c:v>
                </c:pt>
                <c:pt idx="44" formatCode="0.0%">
                  <c:v>0.10451706908995106</c:v>
                </c:pt>
                <c:pt idx="45" formatCode="0.0%">
                  <c:v>0.11033093320943954</c:v>
                </c:pt>
                <c:pt idx="46" formatCode="0.0%">
                  <c:v>0.11222462714040193</c:v>
                </c:pt>
                <c:pt idx="47" formatCode="0.0%">
                  <c:v>0.11940121888880095</c:v>
                </c:pt>
                <c:pt idx="48" formatCode="0.0%">
                  <c:v>0.12606992932872974</c:v>
                </c:pt>
                <c:pt idx="49" formatCode="0.0%">
                  <c:v>0.13105360614032091</c:v>
                </c:pt>
                <c:pt idx="50" formatCode="0.0%">
                  <c:v>0.12038820542044815</c:v>
                </c:pt>
                <c:pt idx="51" formatCode="0.0%">
                  <c:v>9.3371654211801491E-2</c:v>
                </c:pt>
                <c:pt idx="52" formatCode="0.0%">
                  <c:v>7.338494992878819E-2</c:v>
                </c:pt>
                <c:pt idx="53" formatCode="0.0%">
                  <c:v>6.4966328659860961E-2</c:v>
                </c:pt>
                <c:pt idx="54" formatCode="0.0%">
                  <c:v>4.8330609964496229E-2</c:v>
                </c:pt>
                <c:pt idx="55" formatCode="0.0%">
                  <c:v>3.274705800309885E-2</c:v>
                </c:pt>
                <c:pt idx="56" formatCode="0.0%">
                  <c:v>2.0788098425478463E-2</c:v>
                </c:pt>
                <c:pt idx="57" formatCode="0.0%">
                  <c:v>1.6500164057233313E-2</c:v>
                </c:pt>
                <c:pt idx="58" formatCode="0.0%">
                  <c:v>1.3568065472909341E-2</c:v>
                </c:pt>
                <c:pt idx="59" formatCode="0.0%">
                  <c:v>4.1668355364836707E-3</c:v>
                </c:pt>
                <c:pt idx="60" formatCode="0.0%">
                  <c:v>-6.5459289093285911E-3</c:v>
                </c:pt>
                <c:pt idx="61" formatCode="0.0%">
                  <c:v>-1.333062358200432E-2</c:v>
                </c:pt>
                <c:pt idx="62" formatCode="0.0%">
                  <c:v>-9.5403566613903035E-3</c:v>
                </c:pt>
                <c:pt idx="63" formatCode="0.0%">
                  <c:v>6.0452984294021572E-3</c:v>
                </c:pt>
                <c:pt idx="64" formatCode="0.0%">
                  <c:v>4.1026260138958826E-3</c:v>
                </c:pt>
                <c:pt idx="65" formatCode="0.0%">
                  <c:v>1.382240977721505E-2</c:v>
                </c:pt>
                <c:pt idx="66" formatCode="0.0%">
                  <c:v>2.6116613736613559E-2</c:v>
                </c:pt>
                <c:pt idx="67" formatCode="0.0%">
                  <c:v>3.9034820748602428E-2</c:v>
                </c:pt>
                <c:pt idx="68" formatCode="0.0%">
                  <c:v>4.9994886114604453E-2</c:v>
                </c:pt>
                <c:pt idx="69" formatCode="0.0%">
                  <c:v>5.8354942027768919E-2</c:v>
                </c:pt>
                <c:pt idx="70" formatCode="0.0%">
                  <c:v>6.3717667080763984E-2</c:v>
                </c:pt>
                <c:pt idx="71" formatCode="0.0%">
                  <c:v>7.1376615592564141E-2</c:v>
                </c:pt>
                <c:pt idx="72" formatCode="0.0%">
                  <c:v>7.5434687472508921E-2</c:v>
                </c:pt>
                <c:pt idx="73" formatCode="0.0%">
                  <c:v>8.1989442366612986E-2</c:v>
                </c:pt>
                <c:pt idx="74" formatCode="0.0%">
                  <c:v>9.3622823284934764E-2</c:v>
                </c:pt>
                <c:pt idx="75" formatCode="0.0%">
                  <c:v>0.10267869785837425</c:v>
                </c:pt>
                <c:pt idx="76" formatCode="0.0%">
                  <c:v>0.12681321154679948</c:v>
                </c:pt>
                <c:pt idx="77" formatCode="0.0%">
                  <c:v>0.1309571210743643</c:v>
                </c:pt>
                <c:pt idx="78" formatCode="0.0%">
                  <c:v>0.124062798038721</c:v>
                </c:pt>
                <c:pt idx="79" formatCode="0.0%">
                  <c:v>0.11885663130994484</c:v>
                </c:pt>
                <c:pt idx="80" formatCode="0.0%">
                  <c:v>0.10887957798443493</c:v>
                </c:pt>
                <c:pt idx="81" formatCode="0.0%">
                  <c:v>9.0856959352480393E-2</c:v>
                </c:pt>
                <c:pt idx="82" formatCode="0.0%">
                  <c:v>7.2576853693258281E-2</c:v>
                </c:pt>
                <c:pt idx="83" formatCode="0.0%">
                  <c:v>5.1671552275491361E-2</c:v>
                </c:pt>
                <c:pt idx="84" formatCode="0.0%">
                  <c:v>3.3460376212983478E-2</c:v>
                </c:pt>
                <c:pt idx="85" formatCode="0.0%">
                  <c:v>8.8436448829070091E-3</c:v>
                </c:pt>
                <c:pt idx="86" formatCode="0.0%">
                  <c:v>-1.5137332386058633E-2</c:v>
                </c:pt>
                <c:pt idx="87" formatCode="0.0%">
                  <c:v>-3.072621211002402E-2</c:v>
                </c:pt>
                <c:pt idx="88" formatCode="0.0%">
                  <c:v>-4.8104185651711484E-2</c:v>
                </c:pt>
                <c:pt idx="89" formatCode="0.0%">
                  <c:v>-6.8601510875123672E-2</c:v>
                </c:pt>
                <c:pt idx="90" formatCode="0.0%">
                  <c:v>-7.8739832758756956E-2</c:v>
                </c:pt>
                <c:pt idx="91" formatCode="0.0%">
                  <c:v>-9.0570104027718035E-2</c:v>
                </c:pt>
                <c:pt idx="92" formatCode="0.0%">
                  <c:v>-0.10205331684634467</c:v>
                </c:pt>
                <c:pt idx="93" formatCode="0.0%">
                  <c:v>-0.10979436894074401</c:v>
                </c:pt>
                <c:pt idx="94" formatCode="0.0%">
                  <c:v>-0.11605541749707537</c:v>
                </c:pt>
                <c:pt idx="95" formatCode="0.0%">
                  <c:v>-0.11665509627106674</c:v>
                </c:pt>
                <c:pt idx="96" formatCode="0.0%">
                  <c:v>-0.11450275696752366</c:v>
                </c:pt>
                <c:pt idx="97" formatCode="0.0%">
                  <c:v>-0.11378394088088939</c:v>
                </c:pt>
                <c:pt idx="98" formatCode="0.0%">
                  <c:v>-0.1148704582764325</c:v>
                </c:pt>
                <c:pt idx="99" formatCode="0.0%">
                  <c:v>-0.11444954309006461</c:v>
                </c:pt>
                <c:pt idx="100" formatCode="0.0%">
                  <c:v>-0.11761704470018719</c:v>
                </c:pt>
                <c:pt idx="101" formatCode="0.0%">
                  <c:v>-0.11923713773004319</c:v>
                </c:pt>
                <c:pt idx="102" formatCode="0.0%">
                  <c:v>-0.11740678637305435</c:v>
                </c:pt>
                <c:pt idx="103" formatCode="0.0%">
                  <c:v>-0.11234632222812191</c:v>
                </c:pt>
                <c:pt idx="104" formatCode="0.0%">
                  <c:v>-0.10857651979644478</c:v>
                </c:pt>
                <c:pt idx="105" formatCode="0.0%">
                  <c:v>-0.10047579687760955</c:v>
                </c:pt>
                <c:pt idx="106" formatCode="0.0%">
                  <c:v>-8.7440268868882787E-2</c:v>
                </c:pt>
                <c:pt idx="107" formatCode="0.0%">
                  <c:v>-8.4111899710393345E-2</c:v>
                </c:pt>
                <c:pt idx="108" formatCode="0.0%">
                  <c:v>-8.0576348018503885E-2</c:v>
                </c:pt>
                <c:pt idx="109" formatCode="0.0%">
                  <c:v>-7.4497941153968003E-2</c:v>
                </c:pt>
                <c:pt idx="110" formatCode="0.0%">
                  <c:v>-6.5776969704542471E-2</c:v>
                </c:pt>
                <c:pt idx="111" formatCode="0.0%">
                  <c:v>-5.8843291597949203E-2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F5AE-40D5-9F16-3E15EAD7E209}"/>
            </c:ext>
          </c:extLst>
        </c:ser>
        <c:ser>
          <c:idx val="13"/>
          <c:order val="13"/>
          <c:tx>
            <c:strRef>
              <c:f>Hoja1!$O$2</c:f>
              <c:strCache>
                <c:ptCount val="1"/>
                <c:pt idx="0">
                  <c:v>Vivienda</c:v>
                </c:pt>
              </c:strCache>
            </c:strRef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10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BA4A-45CC-A936-46A42CA70508}"/>
                </c:ext>
              </c:extLst>
            </c:dLbl>
            <c:dLbl>
              <c:idx val="1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17-4EEE-9DA9-BD256CB215AE}"/>
                </c:ext>
              </c:extLst>
            </c:dLbl>
            <c:dLbl>
              <c:idx val="111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A49-47CA-BB52-ABBA44E4B24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Hoja1!$A$3:$A$114</c:f>
              <c:numCache>
                <c:formatCode>mmm\-yy</c:formatCode>
                <c:ptCount val="112"/>
                <c:pt idx="0">
                  <c:v>42370</c:v>
                </c:pt>
                <c:pt idx="1">
                  <c:v>42401</c:v>
                </c:pt>
                <c:pt idx="2">
                  <c:v>42430</c:v>
                </c:pt>
                <c:pt idx="3">
                  <c:v>42461</c:v>
                </c:pt>
                <c:pt idx="4">
                  <c:v>42491</c:v>
                </c:pt>
                <c:pt idx="5">
                  <c:v>42522</c:v>
                </c:pt>
                <c:pt idx="6">
                  <c:v>42552</c:v>
                </c:pt>
                <c:pt idx="7">
                  <c:v>42583</c:v>
                </c:pt>
                <c:pt idx="8">
                  <c:v>42614</c:v>
                </c:pt>
                <c:pt idx="9">
                  <c:v>42644</c:v>
                </c:pt>
                <c:pt idx="10">
                  <c:v>42675</c:v>
                </c:pt>
                <c:pt idx="11">
                  <c:v>42705</c:v>
                </c:pt>
                <c:pt idx="12">
                  <c:v>42736</c:v>
                </c:pt>
                <c:pt idx="13">
                  <c:v>42767</c:v>
                </c:pt>
                <c:pt idx="14">
                  <c:v>42795</c:v>
                </c:pt>
                <c:pt idx="15">
                  <c:v>42826</c:v>
                </c:pt>
                <c:pt idx="16">
                  <c:v>42856</c:v>
                </c:pt>
                <c:pt idx="17">
                  <c:v>42887</c:v>
                </c:pt>
                <c:pt idx="18">
                  <c:v>42917</c:v>
                </c:pt>
                <c:pt idx="19">
                  <c:v>42948</c:v>
                </c:pt>
                <c:pt idx="20">
                  <c:v>42979</c:v>
                </c:pt>
                <c:pt idx="21">
                  <c:v>43009</c:v>
                </c:pt>
                <c:pt idx="22">
                  <c:v>43040</c:v>
                </c:pt>
                <c:pt idx="23">
                  <c:v>43070</c:v>
                </c:pt>
                <c:pt idx="24">
                  <c:v>43101</c:v>
                </c:pt>
                <c:pt idx="25">
                  <c:v>43132</c:v>
                </c:pt>
                <c:pt idx="26">
                  <c:v>43160</c:v>
                </c:pt>
                <c:pt idx="27">
                  <c:v>43191</c:v>
                </c:pt>
                <c:pt idx="28">
                  <c:v>43221</c:v>
                </c:pt>
                <c:pt idx="29">
                  <c:v>43252</c:v>
                </c:pt>
                <c:pt idx="30">
                  <c:v>43282</c:v>
                </c:pt>
                <c:pt idx="31">
                  <c:v>43313</c:v>
                </c:pt>
                <c:pt idx="32">
                  <c:v>43344</c:v>
                </c:pt>
                <c:pt idx="33">
                  <c:v>43374</c:v>
                </c:pt>
                <c:pt idx="34">
                  <c:v>43405</c:v>
                </c:pt>
                <c:pt idx="35">
                  <c:v>43435</c:v>
                </c:pt>
                <c:pt idx="36">
                  <c:v>43466</c:v>
                </c:pt>
                <c:pt idx="37">
                  <c:v>43497</c:v>
                </c:pt>
                <c:pt idx="38">
                  <c:v>43525</c:v>
                </c:pt>
                <c:pt idx="39">
                  <c:v>43556</c:v>
                </c:pt>
                <c:pt idx="40">
                  <c:v>43586</c:v>
                </c:pt>
                <c:pt idx="41">
                  <c:v>43617</c:v>
                </c:pt>
                <c:pt idx="42">
                  <c:v>43647</c:v>
                </c:pt>
                <c:pt idx="43">
                  <c:v>43678</c:v>
                </c:pt>
                <c:pt idx="44">
                  <c:v>43709</c:v>
                </c:pt>
                <c:pt idx="45">
                  <c:v>43739</c:v>
                </c:pt>
                <c:pt idx="46">
                  <c:v>43770</c:v>
                </c:pt>
                <c:pt idx="47">
                  <c:v>43800</c:v>
                </c:pt>
                <c:pt idx="48">
                  <c:v>43831</c:v>
                </c:pt>
                <c:pt idx="49">
                  <c:v>43862</c:v>
                </c:pt>
                <c:pt idx="50">
                  <c:v>43891</c:v>
                </c:pt>
                <c:pt idx="51">
                  <c:v>43922</c:v>
                </c:pt>
                <c:pt idx="52">
                  <c:v>43952</c:v>
                </c:pt>
                <c:pt idx="53">
                  <c:v>43983</c:v>
                </c:pt>
                <c:pt idx="54">
                  <c:v>44013</c:v>
                </c:pt>
                <c:pt idx="55">
                  <c:v>44044</c:v>
                </c:pt>
                <c:pt idx="56">
                  <c:v>44075</c:v>
                </c:pt>
                <c:pt idx="57">
                  <c:v>44105</c:v>
                </c:pt>
                <c:pt idx="58">
                  <c:v>44136</c:v>
                </c:pt>
                <c:pt idx="59">
                  <c:v>44166</c:v>
                </c:pt>
                <c:pt idx="60">
                  <c:v>44197</c:v>
                </c:pt>
                <c:pt idx="61">
                  <c:v>44228</c:v>
                </c:pt>
                <c:pt idx="62">
                  <c:v>44256</c:v>
                </c:pt>
                <c:pt idx="63">
                  <c:v>44287</c:v>
                </c:pt>
                <c:pt idx="64">
                  <c:v>44317</c:v>
                </c:pt>
                <c:pt idx="65">
                  <c:v>44348</c:v>
                </c:pt>
                <c:pt idx="66">
                  <c:v>44378</c:v>
                </c:pt>
                <c:pt idx="67">
                  <c:v>44409</c:v>
                </c:pt>
                <c:pt idx="68">
                  <c:v>44440</c:v>
                </c:pt>
                <c:pt idx="69">
                  <c:v>44470</c:v>
                </c:pt>
                <c:pt idx="70">
                  <c:v>44501</c:v>
                </c:pt>
                <c:pt idx="71">
                  <c:v>44531</c:v>
                </c:pt>
                <c:pt idx="72">
                  <c:v>44562</c:v>
                </c:pt>
                <c:pt idx="73">
                  <c:v>44593</c:v>
                </c:pt>
                <c:pt idx="74">
                  <c:v>44621</c:v>
                </c:pt>
                <c:pt idx="75">
                  <c:v>44652</c:v>
                </c:pt>
                <c:pt idx="76">
                  <c:v>44682</c:v>
                </c:pt>
                <c:pt idx="77">
                  <c:v>44713</c:v>
                </c:pt>
                <c:pt idx="78">
                  <c:v>44743</c:v>
                </c:pt>
                <c:pt idx="79">
                  <c:v>44774</c:v>
                </c:pt>
                <c:pt idx="80">
                  <c:v>44805</c:v>
                </c:pt>
                <c:pt idx="81">
                  <c:v>44835</c:v>
                </c:pt>
                <c:pt idx="82">
                  <c:v>44866</c:v>
                </c:pt>
                <c:pt idx="83">
                  <c:v>44896</c:v>
                </c:pt>
                <c:pt idx="84">
                  <c:v>44927</c:v>
                </c:pt>
                <c:pt idx="85">
                  <c:v>44958</c:v>
                </c:pt>
                <c:pt idx="86">
                  <c:v>44986</c:v>
                </c:pt>
                <c:pt idx="87">
                  <c:v>45017</c:v>
                </c:pt>
                <c:pt idx="88">
                  <c:v>45047</c:v>
                </c:pt>
                <c:pt idx="89">
                  <c:v>45078</c:v>
                </c:pt>
                <c:pt idx="90">
                  <c:v>45108</c:v>
                </c:pt>
                <c:pt idx="91">
                  <c:v>45139</c:v>
                </c:pt>
                <c:pt idx="92">
                  <c:v>45170</c:v>
                </c:pt>
                <c:pt idx="93">
                  <c:v>45200</c:v>
                </c:pt>
                <c:pt idx="94">
                  <c:v>45231</c:v>
                </c:pt>
                <c:pt idx="95">
                  <c:v>45261</c:v>
                </c:pt>
                <c:pt idx="96">
                  <c:v>45292</c:v>
                </c:pt>
                <c:pt idx="97">
                  <c:v>45323</c:v>
                </c:pt>
                <c:pt idx="98">
                  <c:v>45352</c:v>
                </c:pt>
                <c:pt idx="99">
                  <c:v>45383</c:v>
                </c:pt>
                <c:pt idx="100">
                  <c:v>45413</c:v>
                </c:pt>
                <c:pt idx="101">
                  <c:v>45444</c:v>
                </c:pt>
                <c:pt idx="102">
                  <c:v>45474</c:v>
                </c:pt>
                <c:pt idx="103">
                  <c:v>45505</c:v>
                </c:pt>
                <c:pt idx="104">
                  <c:v>45536</c:v>
                </c:pt>
                <c:pt idx="105">
                  <c:v>45566</c:v>
                </c:pt>
                <c:pt idx="106">
                  <c:v>45597</c:v>
                </c:pt>
                <c:pt idx="107">
                  <c:v>45627</c:v>
                </c:pt>
                <c:pt idx="108">
                  <c:v>45658</c:v>
                </c:pt>
                <c:pt idx="109">
                  <c:v>45689</c:v>
                </c:pt>
                <c:pt idx="110">
                  <c:v>45717</c:v>
                </c:pt>
                <c:pt idx="111">
                  <c:v>45748</c:v>
                </c:pt>
              </c:numCache>
            </c:numRef>
          </c:cat>
          <c:val>
            <c:numRef>
              <c:f>Hoja1!$O$3:$O$114</c:f>
              <c:numCache>
                <c:formatCode>General</c:formatCode>
                <c:ptCount val="112"/>
                <c:pt idx="12" formatCode="0.0%">
                  <c:v>9.3956819771284339E-2</c:v>
                </c:pt>
                <c:pt idx="13" formatCode="0.0%">
                  <c:v>9.7277131327126343E-2</c:v>
                </c:pt>
                <c:pt idx="14" formatCode="0.0%">
                  <c:v>9.2672844687322176E-2</c:v>
                </c:pt>
                <c:pt idx="15" formatCode="0.0%">
                  <c:v>8.6439678019820221E-2</c:v>
                </c:pt>
                <c:pt idx="16" formatCode="0.0%">
                  <c:v>8.5105130805872786E-2</c:v>
                </c:pt>
                <c:pt idx="17" formatCode="0.0%">
                  <c:v>7.5543188093574631E-2</c:v>
                </c:pt>
                <c:pt idx="18" formatCode="0.0%">
                  <c:v>7.8611264286203131E-2</c:v>
                </c:pt>
                <c:pt idx="19" formatCode="0.0%">
                  <c:v>7.1990179003093679E-2</c:v>
                </c:pt>
                <c:pt idx="20" formatCode="0.0%">
                  <c:v>7.9536441484581832E-2</c:v>
                </c:pt>
                <c:pt idx="21" formatCode="0.0%">
                  <c:v>7.4529576793364694E-2</c:v>
                </c:pt>
                <c:pt idx="22" formatCode="0.0%">
                  <c:v>7.2803782278919593E-2</c:v>
                </c:pt>
                <c:pt idx="23" formatCode="0.0%">
                  <c:v>7.2884863666680566E-2</c:v>
                </c:pt>
                <c:pt idx="24" formatCode="0.0%">
                  <c:v>7.5903965333418366E-2</c:v>
                </c:pt>
                <c:pt idx="25" formatCode="0.0%">
                  <c:v>6.9144352465185133E-2</c:v>
                </c:pt>
                <c:pt idx="26" formatCode="0.0%">
                  <c:v>8.1294156334006606E-2</c:v>
                </c:pt>
                <c:pt idx="27" formatCode="0.0%">
                  <c:v>8.2920473265282846E-2</c:v>
                </c:pt>
                <c:pt idx="28" formatCode="0.0%">
                  <c:v>8.3489743389888016E-2</c:v>
                </c:pt>
                <c:pt idx="29" formatCode="0.0%">
                  <c:v>9.3200543988404494E-2</c:v>
                </c:pt>
                <c:pt idx="30" formatCode="0.0%">
                  <c:v>8.5686980055993178E-2</c:v>
                </c:pt>
                <c:pt idx="31" formatCode="0.0%">
                  <c:v>8.6066802930128139E-2</c:v>
                </c:pt>
                <c:pt idx="32" formatCode="0.0%">
                  <c:v>8.3526145833952681E-2</c:v>
                </c:pt>
                <c:pt idx="33" formatCode="0.0%">
                  <c:v>8.5429931048760066E-2</c:v>
                </c:pt>
                <c:pt idx="34" formatCode="0.0%">
                  <c:v>9.2320758945519499E-2</c:v>
                </c:pt>
                <c:pt idx="35" formatCode="0.0%">
                  <c:v>8.9947553416584114E-2</c:v>
                </c:pt>
                <c:pt idx="36" formatCode="0.0%">
                  <c:v>9.3481678458483541E-2</c:v>
                </c:pt>
                <c:pt idx="37" formatCode="0.0%">
                  <c:v>9.8418729145048456E-2</c:v>
                </c:pt>
                <c:pt idx="38" formatCode="0.0%">
                  <c:v>9.0292636182389696E-2</c:v>
                </c:pt>
                <c:pt idx="39" formatCode="0.0%">
                  <c:v>8.07429196540419E-2</c:v>
                </c:pt>
                <c:pt idx="40" formatCode="0.0%">
                  <c:v>7.3213224457719051E-2</c:v>
                </c:pt>
                <c:pt idx="41" formatCode="0.0%">
                  <c:v>6.9254360847792462E-2</c:v>
                </c:pt>
                <c:pt idx="42" formatCode="0.0%">
                  <c:v>7.4838320227969435E-2</c:v>
                </c:pt>
                <c:pt idx="43" formatCode="0.0%">
                  <c:v>7.1280492962547903E-2</c:v>
                </c:pt>
                <c:pt idx="44" formatCode="0.0%">
                  <c:v>7.0955308041228626E-2</c:v>
                </c:pt>
                <c:pt idx="45" formatCode="0.0%">
                  <c:v>6.5361727361355149E-2</c:v>
                </c:pt>
                <c:pt idx="46" formatCode="0.0%">
                  <c:v>6.2173456290585349E-2</c:v>
                </c:pt>
                <c:pt idx="47" formatCode="0.0%">
                  <c:v>6.1185668351332767E-2</c:v>
                </c:pt>
                <c:pt idx="48" formatCode="0.0%">
                  <c:v>6.2501375157393957E-2</c:v>
                </c:pt>
                <c:pt idx="49" formatCode="0.0%">
                  <c:v>6.1954059910865222E-2</c:v>
                </c:pt>
                <c:pt idx="50" formatCode="0.0%">
                  <c:v>5.536563562851704E-2</c:v>
                </c:pt>
                <c:pt idx="51" formatCode="0.0%">
                  <c:v>5.7297115119318009E-2</c:v>
                </c:pt>
                <c:pt idx="52" formatCode="0.0%">
                  <c:v>6.1604229983802661E-2</c:v>
                </c:pt>
                <c:pt idx="53" formatCode="0.0%">
                  <c:v>6.4091432443400764E-2</c:v>
                </c:pt>
                <c:pt idx="54" formatCode="0.0%">
                  <c:v>5.9884335400157918E-2</c:v>
                </c:pt>
                <c:pt idx="55" formatCode="0.0%">
                  <c:v>5.6640051224569055E-2</c:v>
                </c:pt>
                <c:pt idx="56" formatCode="0.0%">
                  <c:v>4.9501517775784709E-2</c:v>
                </c:pt>
                <c:pt idx="57" formatCode="0.0%">
                  <c:v>5.3036370131787969E-2</c:v>
                </c:pt>
                <c:pt idx="58" formatCode="0.0%">
                  <c:v>5.5173918170295266E-2</c:v>
                </c:pt>
                <c:pt idx="59" formatCode="0.0%">
                  <c:v>5.437052742591808E-2</c:v>
                </c:pt>
                <c:pt idx="60" formatCode="0.0%">
                  <c:v>5.1338396648601403E-2</c:v>
                </c:pt>
                <c:pt idx="61" formatCode="0.0%">
                  <c:v>5.5392000225963578E-2</c:v>
                </c:pt>
                <c:pt idx="62" formatCode="0.0%">
                  <c:v>6.3329380976145044E-2</c:v>
                </c:pt>
                <c:pt idx="63" formatCode="0.0%">
                  <c:v>6.9604522268107649E-2</c:v>
                </c:pt>
                <c:pt idx="64" formatCode="0.0%">
                  <c:v>6.3987309128002989E-2</c:v>
                </c:pt>
                <c:pt idx="65" formatCode="0.0%">
                  <c:v>6.3555071345205105E-2</c:v>
                </c:pt>
                <c:pt idx="66" formatCode="0.0%">
                  <c:v>6.9618534641720631E-2</c:v>
                </c:pt>
                <c:pt idx="67" formatCode="0.0%">
                  <c:v>7.5008725143953958E-2</c:v>
                </c:pt>
                <c:pt idx="68" formatCode="0.0%">
                  <c:v>8.4705084790372975E-2</c:v>
                </c:pt>
                <c:pt idx="69" formatCode="0.0%">
                  <c:v>8.7345190915099513E-2</c:v>
                </c:pt>
                <c:pt idx="70" formatCode="0.0%">
                  <c:v>8.6432309122491668E-2</c:v>
                </c:pt>
                <c:pt idx="71" formatCode="0.0%">
                  <c:v>8.6310156801364002E-2</c:v>
                </c:pt>
                <c:pt idx="72" formatCode="0.0%">
                  <c:v>7.7266728740400081E-2</c:v>
                </c:pt>
                <c:pt idx="73" formatCode="0.0%">
                  <c:v>6.7667602590417264E-2</c:v>
                </c:pt>
                <c:pt idx="74" formatCode="0.0%">
                  <c:v>6.5666563445914594E-2</c:v>
                </c:pt>
                <c:pt idx="75" formatCode="0.0%">
                  <c:v>5.7602330135909208E-2</c:v>
                </c:pt>
                <c:pt idx="76" formatCode="0.0%">
                  <c:v>6.1989196143568792E-2</c:v>
                </c:pt>
                <c:pt idx="77" formatCode="0.0%">
                  <c:v>6.1066837920142003E-2</c:v>
                </c:pt>
                <c:pt idx="78" formatCode="0.0%">
                  <c:v>5.4513947328993062E-2</c:v>
                </c:pt>
                <c:pt idx="79" formatCode="0.0%">
                  <c:v>4.666615606620983E-2</c:v>
                </c:pt>
                <c:pt idx="80" formatCode="0.0%">
                  <c:v>3.7696159108393301E-2</c:v>
                </c:pt>
                <c:pt idx="81" formatCode="0.0%">
                  <c:v>2.949893515374491E-2</c:v>
                </c:pt>
                <c:pt idx="82" formatCode="0.0%">
                  <c:v>2.4529983012945733E-2</c:v>
                </c:pt>
                <c:pt idx="83" formatCode="0.0%">
                  <c:v>1.4732211988740751E-2</c:v>
                </c:pt>
                <c:pt idx="84" formatCode="0.0%">
                  <c:v>9.7462284517215725E-3</c:v>
                </c:pt>
                <c:pt idx="85" formatCode="0.0%">
                  <c:v>6.1606701015026744E-4</c:v>
                </c:pt>
                <c:pt idx="86" formatCode="0.0%">
                  <c:v>-8.8652118973653327E-3</c:v>
                </c:pt>
                <c:pt idx="87" formatCode="0.0%">
                  <c:v>-1.1026132224476681E-2</c:v>
                </c:pt>
                <c:pt idx="88" formatCode="0.0%">
                  <c:v>-1.4032898902261337E-2</c:v>
                </c:pt>
                <c:pt idx="89" formatCode="0.0%">
                  <c:v>-1.7905133715333754E-2</c:v>
                </c:pt>
                <c:pt idx="90" formatCode="0.0%">
                  <c:v>-2.2236468350749661E-2</c:v>
                </c:pt>
                <c:pt idx="91" formatCode="0.0%">
                  <c:v>-2.290476511894779E-2</c:v>
                </c:pt>
                <c:pt idx="92" formatCode="0.0%">
                  <c:v>-2.1685722065014179E-2</c:v>
                </c:pt>
                <c:pt idx="93" formatCode="0.0%">
                  <c:v>-1.8437704343640116E-2</c:v>
                </c:pt>
                <c:pt idx="94" formatCode="0.0%">
                  <c:v>-1.7013294673647428E-2</c:v>
                </c:pt>
                <c:pt idx="95" formatCode="0.0%">
                  <c:v>-9.9960543737709351E-3</c:v>
                </c:pt>
                <c:pt idx="96" formatCode="0.0%">
                  <c:v>1.8769559517526346E-3</c:v>
                </c:pt>
                <c:pt idx="97" formatCode="0.0%">
                  <c:v>8.3076092223774989E-3</c:v>
                </c:pt>
                <c:pt idx="98" formatCode="0.0%">
                  <c:v>7.2812870667466889E-3</c:v>
                </c:pt>
                <c:pt idx="99" formatCode="0.0%">
                  <c:v>1.0676164223795137E-2</c:v>
                </c:pt>
                <c:pt idx="100" formatCode="0.0%">
                  <c:v>1.1634344399872987E-2</c:v>
                </c:pt>
                <c:pt idx="101" formatCode="0.0%">
                  <c:v>9.5526521574531564E-3</c:v>
                </c:pt>
                <c:pt idx="102" formatCode="0.0%">
                  <c:v>1.2446052186972034E-2</c:v>
                </c:pt>
                <c:pt idx="103" formatCode="0.0%">
                  <c:v>1.889603306003429E-2</c:v>
                </c:pt>
                <c:pt idx="104" formatCode="0.0%">
                  <c:v>2.0340044179181005E-2</c:v>
                </c:pt>
                <c:pt idx="105" formatCode="0.0%">
                  <c:v>2.29058664285684E-2</c:v>
                </c:pt>
                <c:pt idx="106" formatCode="0.0%">
                  <c:v>2.5246050587750313E-2</c:v>
                </c:pt>
                <c:pt idx="107" formatCode="0.0%">
                  <c:v>2.8274272697230929E-2</c:v>
                </c:pt>
                <c:pt idx="108" formatCode="0.0%">
                  <c:v>2.956895541782046E-2</c:v>
                </c:pt>
                <c:pt idx="109" formatCode="0.0%">
                  <c:v>3.4675085308022338E-2</c:v>
                </c:pt>
                <c:pt idx="110" formatCode="0.0%">
                  <c:v>4.2938730244737731E-2</c:v>
                </c:pt>
                <c:pt idx="111" formatCode="0.0%">
                  <c:v>4.4992999305834898E-2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F5AE-40D5-9F16-3E15EAD7E209}"/>
            </c:ext>
          </c:extLst>
        </c:ser>
        <c:ser>
          <c:idx val="14"/>
          <c:order val="14"/>
          <c:tx>
            <c:strRef>
              <c:f>Hoja1!$P$2</c:f>
              <c:strCache>
                <c:ptCount val="1"/>
                <c:pt idx="0">
                  <c:v>Microcrédito</c:v>
                </c:pt>
              </c:strCache>
            </c:strRef>
          </c:tx>
          <c:spPr>
            <a:ln w="28575" cap="rnd">
              <a:solidFill>
                <a:srgbClr val="00B0F0"/>
              </a:solidFill>
              <a:round/>
            </a:ln>
            <a:effectLst/>
          </c:spPr>
          <c:marker>
            <c:symbol val="none"/>
          </c:marker>
          <c:dLbls>
            <c:dLbl>
              <c:idx val="1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117-4EEE-9DA9-BD256CB215AE}"/>
                </c:ext>
              </c:extLst>
            </c:dLbl>
            <c:dLbl>
              <c:idx val="111"/>
              <c:layout>
                <c:manualLayout>
                  <c:x val="-6.8881854060865522E-3"/>
                  <c:y val="-2.204437148179642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A49-47CA-BB52-ABBA44E4B24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F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Hoja1!$A$3:$A$114</c:f>
              <c:numCache>
                <c:formatCode>mmm\-yy</c:formatCode>
                <c:ptCount val="112"/>
                <c:pt idx="0">
                  <c:v>42370</c:v>
                </c:pt>
                <c:pt idx="1">
                  <c:v>42401</c:v>
                </c:pt>
                <c:pt idx="2">
                  <c:v>42430</c:v>
                </c:pt>
                <c:pt idx="3">
                  <c:v>42461</c:v>
                </c:pt>
                <c:pt idx="4">
                  <c:v>42491</c:v>
                </c:pt>
                <c:pt idx="5">
                  <c:v>42522</c:v>
                </c:pt>
                <c:pt idx="6">
                  <c:v>42552</c:v>
                </c:pt>
                <c:pt idx="7">
                  <c:v>42583</c:v>
                </c:pt>
                <c:pt idx="8">
                  <c:v>42614</c:v>
                </c:pt>
                <c:pt idx="9">
                  <c:v>42644</c:v>
                </c:pt>
                <c:pt idx="10">
                  <c:v>42675</c:v>
                </c:pt>
                <c:pt idx="11">
                  <c:v>42705</c:v>
                </c:pt>
                <c:pt idx="12">
                  <c:v>42736</c:v>
                </c:pt>
                <c:pt idx="13">
                  <c:v>42767</c:v>
                </c:pt>
                <c:pt idx="14">
                  <c:v>42795</c:v>
                </c:pt>
                <c:pt idx="15">
                  <c:v>42826</c:v>
                </c:pt>
                <c:pt idx="16">
                  <c:v>42856</c:v>
                </c:pt>
                <c:pt idx="17">
                  <c:v>42887</c:v>
                </c:pt>
                <c:pt idx="18">
                  <c:v>42917</c:v>
                </c:pt>
                <c:pt idx="19">
                  <c:v>42948</c:v>
                </c:pt>
                <c:pt idx="20">
                  <c:v>42979</c:v>
                </c:pt>
                <c:pt idx="21">
                  <c:v>43009</c:v>
                </c:pt>
                <c:pt idx="22">
                  <c:v>43040</c:v>
                </c:pt>
                <c:pt idx="23">
                  <c:v>43070</c:v>
                </c:pt>
                <c:pt idx="24">
                  <c:v>43101</c:v>
                </c:pt>
                <c:pt idx="25">
                  <c:v>43132</c:v>
                </c:pt>
                <c:pt idx="26">
                  <c:v>43160</c:v>
                </c:pt>
                <c:pt idx="27">
                  <c:v>43191</c:v>
                </c:pt>
                <c:pt idx="28">
                  <c:v>43221</c:v>
                </c:pt>
                <c:pt idx="29">
                  <c:v>43252</c:v>
                </c:pt>
                <c:pt idx="30">
                  <c:v>43282</c:v>
                </c:pt>
                <c:pt idx="31">
                  <c:v>43313</c:v>
                </c:pt>
                <c:pt idx="32">
                  <c:v>43344</c:v>
                </c:pt>
                <c:pt idx="33">
                  <c:v>43374</c:v>
                </c:pt>
                <c:pt idx="34">
                  <c:v>43405</c:v>
                </c:pt>
                <c:pt idx="35">
                  <c:v>43435</c:v>
                </c:pt>
                <c:pt idx="36">
                  <c:v>43466</c:v>
                </c:pt>
                <c:pt idx="37">
                  <c:v>43497</c:v>
                </c:pt>
                <c:pt idx="38">
                  <c:v>43525</c:v>
                </c:pt>
                <c:pt idx="39">
                  <c:v>43556</c:v>
                </c:pt>
                <c:pt idx="40">
                  <c:v>43586</c:v>
                </c:pt>
                <c:pt idx="41">
                  <c:v>43617</c:v>
                </c:pt>
                <c:pt idx="42">
                  <c:v>43647</c:v>
                </c:pt>
                <c:pt idx="43">
                  <c:v>43678</c:v>
                </c:pt>
                <c:pt idx="44">
                  <c:v>43709</c:v>
                </c:pt>
                <c:pt idx="45">
                  <c:v>43739</c:v>
                </c:pt>
                <c:pt idx="46">
                  <c:v>43770</c:v>
                </c:pt>
                <c:pt idx="47">
                  <c:v>43800</c:v>
                </c:pt>
                <c:pt idx="48">
                  <c:v>43831</c:v>
                </c:pt>
                <c:pt idx="49">
                  <c:v>43862</c:v>
                </c:pt>
                <c:pt idx="50">
                  <c:v>43891</c:v>
                </c:pt>
                <c:pt idx="51">
                  <c:v>43922</c:v>
                </c:pt>
                <c:pt idx="52">
                  <c:v>43952</c:v>
                </c:pt>
                <c:pt idx="53">
                  <c:v>43983</c:v>
                </c:pt>
                <c:pt idx="54">
                  <c:v>44013</c:v>
                </c:pt>
                <c:pt idx="55">
                  <c:v>44044</c:v>
                </c:pt>
                <c:pt idx="56">
                  <c:v>44075</c:v>
                </c:pt>
                <c:pt idx="57">
                  <c:v>44105</c:v>
                </c:pt>
                <c:pt idx="58">
                  <c:v>44136</c:v>
                </c:pt>
                <c:pt idx="59">
                  <c:v>44166</c:v>
                </c:pt>
                <c:pt idx="60">
                  <c:v>44197</c:v>
                </c:pt>
                <c:pt idx="61">
                  <c:v>44228</c:v>
                </c:pt>
                <c:pt idx="62">
                  <c:v>44256</c:v>
                </c:pt>
                <c:pt idx="63">
                  <c:v>44287</c:v>
                </c:pt>
                <c:pt idx="64">
                  <c:v>44317</c:v>
                </c:pt>
                <c:pt idx="65">
                  <c:v>44348</c:v>
                </c:pt>
                <c:pt idx="66">
                  <c:v>44378</c:v>
                </c:pt>
                <c:pt idx="67">
                  <c:v>44409</c:v>
                </c:pt>
                <c:pt idx="68">
                  <c:v>44440</c:v>
                </c:pt>
                <c:pt idx="69">
                  <c:v>44470</c:v>
                </c:pt>
                <c:pt idx="70">
                  <c:v>44501</c:v>
                </c:pt>
                <c:pt idx="71">
                  <c:v>44531</c:v>
                </c:pt>
                <c:pt idx="72">
                  <c:v>44562</c:v>
                </c:pt>
                <c:pt idx="73">
                  <c:v>44593</c:v>
                </c:pt>
                <c:pt idx="74">
                  <c:v>44621</c:v>
                </c:pt>
                <c:pt idx="75">
                  <c:v>44652</c:v>
                </c:pt>
                <c:pt idx="76">
                  <c:v>44682</c:v>
                </c:pt>
                <c:pt idx="77">
                  <c:v>44713</c:v>
                </c:pt>
                <c:pt idx="78">
                  <c:v>44743</c:v>
                </c:pt>
                <c:pt idx="79">
                  <c:v>44774</c:v>
                </c:pt>
                <c:pt idx="80">
                  <c:v>44805</c:v>
                </c:pt>
                <c:pt idx="81">
                  <c:v>44835</c:v>
                </c:pt>
                <c:pt idx="82">
                  <c:v>44866</c:v>
                </c:pt>
                <c:pt idx="83">
                  <c:v>44896</c:v>
                </c:pt>
                <c:pt idx="84">
                  <c:v>44927</c:v>
                </c:pt>
                <c:pt idx="85">
                  <c:v>44958</c:v>
                </c:pt>
                <c:pt idx="86">
                  <c:v>44986</c:v>
                </c:pt>
                <c:pt idx="87">
                  <c:v>45017</c:v>
                </c:pt>
                <c:pt idx="88">
                  <c:v>45047</c:v>
                </c:pt>
                <c:pt idx="89">
                  <c:v>45078</c:v>
                </c:pt>
                <c:pt idx="90">
                  <c:v>45108</c:v>
                </c:pt>
                <c:pt idx="91">
                  <c:v>45139</c:v>
                </c:pt>
                <c:pt idx="92">
                  <c:v>45170</c:v>
                </c:pt>
                <c:pt idx="93">
                  <c:v>45200</c:v>
                </c:pt>
                <c:pt idx="94">
                  <c:v>45231</c:v>
                </c:pt>
                <c:pt idx="95">
                  <c:v>45261</c:v>
                </c:pt>
                <c:pt idx="96">
                  <c:v>45292</c:v>
                </c:pt>
                <c:pt idx="97">
                  <c:v>45323</c:v>
                </c:pt>
                <c:pt idx="98">
                  <c:v>45352</c:v>
                </c:pt>
                <c:pt idx="99">
                  <c:v>45383</c:v>
                </c:pt>
                <c:pt idx="100">
                  <c:v>45413</c:v>
                </c:pt>
                <c:pt idx="101">
                  <c:v>45444</c:v>
                </c:pt>
                <c:pt idx="102">
                  <c:v>45474</c:v>
                </c:pt>
                <c:pt idx="103">
                  <c:v>45505</c:v>
                </c:pt>
                <c:pt idx="104">
                  <c:v>45536</c:v>
                </c:pt>
                <c:pt idx="105">
                  <c:v>45566</c:v>
                </c:pt>
                <c:pt idx="106">
                  <c:v>45597</c:v>
                </c:pt>
                <c:pt idx="107">
                  <c:v>45627</c:v>
                </c:pt>
                <c:pt idx="108">
                  <c:v>45658</c:v>
                </c:pt>
                <c:pt idx="109">
                  <c:v>45689</c:v>
                </c:pt>
                <c:pt idx="110">
                  <c:v>45717</c:v>
                </c:pt>
                <c:pt idx="111">
                  <c:v>45748</c:v>
                </c:pt>
              </c:numCache>
            </c:numRef>
          </c:cat>
          <c:val>
            <c:numRef>
              <c:f>Hoja1!$P$3:$P$114</c:f>
              <c:numCache>
                <c:formatCode>General</c:formatCode>
                <c:ptCount val="112"/>
                <c:pt idx="12" formatCode="0.0%">
                  <c:v>1.877767758748683E-2</c:v>
                </c:pt>
                <c:pt idx="13" formatCode="0.0%">
                  <c:v>2.4134641885186214E-2</c:v>
                </c:pt>
                <c:pt idx="14" formatCode="0.0%">
                  <c:v>3.4214774451516439E-2</c:v>
                </c:pt>
                <c:pt idx="15" formatCode="0.0%">
                  <c:v>2.8561625100003818E-2</c:v>
                </c:pt>
                <c:pt idx="16" formatCode="0.0%">
                  <c:v>2.936951762358353E-2</c:v>
                </c:pt>
                <c:pt idx="17" formatCode="0.0%">
                  <c:v>4.5927429383885832E-2</c:v>
                </c:pt>
                <c:pt idx="18" formatCode="0.0%">
                  <c:v>5.4974811072293406E-2</c:v>
                </c:pt>
                <c:pt idx="19" formatCode="0.0%">
                  <c:v>4.5426274790385079E-2</c:v>
                </c:pt>
                <c:pt idx="20" formatCode="0.0%">
                  <c:v>4.2086254324237959E-2</c:v>
                </c:pt>
                <c:pt idx="21" formatCode="0.0%">
                  <c:v>3.7441926961463867E-2</c:v>
                </c:pt>
                <c:pt idx="22" formatCode="0.0%">
                  <c:v>3.6581802008909259E-2</c:v>
                </c:pt>
                <c:pt idx="23" formatCode="0.0%">
                  <c:v>3.6475462106795975E-2</c:v>
                </c:pt>
                <c:pt idx="24" formatCode="0.0%">
                  <c:v>3.8971282656045991E-2</c:v>
                </c:pt>
                <c:pt idx="25" formatCode="0.0%">
                  <c:v>4.1107516791074161E-2</c:v>
                </c:pt>
                <c:pt idx="26" formatCode="0.0%">
                  <c:v>3.5780635968445829E-2</c:v>
                </c:pt>
                <c:pt idx="27" formatCode="0.0%">
                  <c:v>3.6137044121700157E-2</c:v>
                </c:pt>
                <c:pt idx="28" formatCode="0.0%">
                  <c:v>3.6226266610680957E-2</c:v>
                </c:pt>
                <c:pt idx="29" formatCode="0.0%">
                  <c:v>2.2234465133186498E-2</c:v>
                </c:pt>
                <c:pt idx="30" formatCode="0.0%">
                  <c:v>1.5049317557874753E-2</c:v>
                </c:pt>
                <c:pt idx="31" formatCode="0.0%">
                  <c:v>1.0778461099941961E-2</c:v>
                </c:pt>
                <c:pt idx="32" formatCode="0.0%">
                  <c:v>1.9762023563809628E-3</c:v>
                </c:pt>
                <c:pt idx="33" formatCode="0.0%">
                  <c:v>4.5874517871080656E-3</c:v>
                </c:pt>
                <c:pt idx="34" formatCode="0.0%">
                  <c:v>5.9454038060748893E-3</c:v>
                </c:pt>
                <c:pt idx="35" formatCode="0.0%">
                  <c:v>3.5459240581192653E-3</c:v>
                </c:pt>
                <c:pt idx="36" formatCode="0.0%">
                  <c:v>4.2371987765978947E-3</c:v>
                </c:pt>
                <c:pt idx="37" formatCode="0.0%">
                  <c:v>4.250859298543963E-3</c:v>
                </c:pt>
                <c:pt idx="38" formatCode="0.0%">
                  <c:v>4.3848247194375745E-3</c:v>
                </c:pt>
                <c:pt idx="39" formatCode="0.0%">
                  <c:v>8.9265603139931926E-4</c:v>
                </c:pt>
                <c:pt idx="40" formatCode="0.0%">
                  <c:v>-2.5596313263596127E-3</c:v>
                </c:pt>
                <c:pt idx="41" formatCode="0.0%">
                  <c:v>-5.5194224320695984E-3</c:v>
                </c:pt>
                <c:pt idx="42" formatCode="0.0%">
                  <c:v>-4.2693521055079398E-3</c:v>
                </c:pt>
                <c:pt idx="43" formatCode="0.0%">
                  <c:v>-2.672429488069783E-3</c:v>
                </c:pt>
                <c:pt idx="44" formatCode="0.0%">
                  <c:v>2.2311020076513088E-3</c:v>
                </c:pt>
                <c:pt idx="45" formatCode="0.0%">
                  <c:v>3.0550720067616943E-3</c:v>
                </c:pt>
                <c:pt idx="46" formatCode="0.0%">
                  <c:v>-1.3473854736414381E-3</c:v>
                </c:pt>
                <c:pt idx="47" formatCode="0.0%">
                  <c:v>1.6353977880909865E-2</c:v>
                </c:pt>
                <c:pt idx="48" formatCode="0.0%">
                  <c:v>1.668334424891138E-2</c:v>
                </c:pt>
                <c:pt idx="49" formatCode="0.0%">
                  <c:v>1.5758111325238966E-2</c:v>
                </c:pt>
                <c:pt idx="50" formatCode="0.0%">
                  <c:v>6.5873854782148022E-3</c:v>
                </c:pt>
                <c:pt idx="51" formatCode="0.0%">
                  <c:v>-3.8760815543237293E-4</c:v>
                </c:pt>
                <c:pt idx="52" formatCode="0.0%">
                  <c:v>-4.0576388819015818E-3</c:v>
                </c:pt>
                <c:pt idx="53" formatCode="0.0%">
                  <c:v>-1.412267176112092E-3</c:v>
                </c:pt>
                <c:pt idx="54" formatCode="0.0%">
                  <c:v>-7.4829568404115587E-3</c:v>
                </c:pt>
                <c:pt idx="55" formatCode="0.0%">
                  <c:v>-1.0645319195826453E-2</c:v>
                </c:pt>
                <c:pt idx="56" formatCode="0.0%">
                  <c:v>-1.2471482918533283E-2</c:v>
                </c:pt>
                <c:pt idx="57" formatCode="0.0%">
                  <c:v>1.0115357727746854E-4</c:v>
                </c:pt>
                <c:pt idx="58" formatCode="0.0%">
                  <c:v>5.2909422884352963E-3</c:v>
                </c:pt>
                <c:pt idx="59" formatCode="0.0%">
                  <c:v>-6.9968160272984026E-3</c:v>
                </c:pt>
                <c:pt idx="60" formatCode="0.0%">
                  <c:v>-6.5725147883886059E-3</c:v>
                </c:pt>
                <c:pt idx="61" formatCode="0.0%">
                  <c:v>-3.6085092881485981E-3</c:v>
                </c:pt>
                <c:pt idx="62" formatCode="0.0%">
                  <c:v>8.3659434835636759E-3</c:v>
                </c:pt>
                <c:pt idx="63" formatCode="0.0%">
                  <c:v>1.3585854701210875E-2</c:v>
                </c:pt>
                <c:pt idx="64" formatCode="0.0%">
                  <c:v>5.8691209807675282E-3</c:v>
                </c:pt>
                <c:pt idx="65" formatCode="0.0%">
                  <c:v>7.849296970779962E-3</c:v>
                </c:pt>
                <c:pt idx="66" formatCode="0.0%">
                  <c:v>1.661758353009879E-2</c:v>
                </c:pt>
                <c:pt idx="67" formatCode="0.0%">
                  <c:v>2.6806875892661175E-2</c:v>
                </c:pt>
                <c:pt idx="68" formatCode="0.0%">
                  <c:v>3.7985915109600255E-2</c:v>
                </c:pt>
                <c:pt idx="69" formatCode="0.0%">
                  <c:v>3.3380645517220975E-2</c:v>
                </c:pt>
                <c:pt idx="70" formatCode="0.0%">
                  <c:v>3.7706467725567183E-2</c:v>
                </c:pt>
                <c:pt idx="71" formatCode="0.0%">
                  <c:v>3.2930968010636885E-2</c:v>
                </c:pt>
                <c:pt idx="72" formatCode="0.0%">
                  <c:v>2.7007851099111857E-2</c:v>
                </c:pt>
                <c:pt idx="73" formatCode="0.0%">
                  <c:v>2.0712470711556241E-2</c:v>
                </c:pt>
                <c:pt idx="74" formatCode="0.0%">
                  <c:v>2.0974896505286056E-2</c:v>
                </c:pt>
                <c:pt idx="75" formatCode="0.0%">
                  <c:v>2.6701084814548803E-2</c:v>
                </c:pt>
                <c:pt idx="76" formatCode="0.0%">
                  <c:v>4.4794447289806305E-2</c:v>
                </c:pt>
                <c:pt idx="77" formatCode="0.0%">
                  <c:v>4.4645370686904551E-2</c:v>
                </c:pt>
                <c:pt idx="78" formatCode="0.0%">
                  <c:v>3.8478118290198537E-2</c:v>
                </c:pt>
                <c:pt idx="79" formatCode="0.0%">
                  <c:v>3.276145143422049E-2</c:v>
                </c:pt>
                <c:pt idx="80" formatCode="0.0%">
                  <c:v>3.1599852781942328E-2</c:v>
                </c:pt>
                <c:pt idx="81" formatCode="0.0%">
                  <c:v>2.3410444264015284E-2</c:v>
                </c:pt>
                <c:pt idx="82" formatCode="0.0%">
                  <c:v>1.7574942906898761E-2</c:v>
                </c:pt>
                <c:pt idx="83" formatCode="0.0%">
                  <c:v>1.4318560064806141E-2</c:v>
                </c:pt>
                <c:pt idx="84" formatCode="0.0%">
                  <c:v>1.3149721192066144E-2</c:v>
                </c:pt>
                <c:pt idx="85" formatCode="0.0%">
                  <c:v>1.2439366399231933E-2</c:v>
                </c:pt>
                <c:pt idx="86" formatCode="0.0%">
                  <c:v>1.636083827143997E-2</c:v>
                </c:pt>
                <c:pt idx="87" formatCode="0.0%">
                  <c:v>1.891194146458508E-2</c:v>
                </c:pt>
                <c:pt idx="88" formatCode="0.0%">
                  <c:v>2.3351870628397275E-2</c:v>
                </c:pt>
                <c:pt idx="89" formatCode="0.0%">
                  <c:v>2.6930132407699148E-2</c:v>
                </c:pt>
                <c:pt idx="90" formatCode="0.0%">
                  <c:v>2.8154491458463493E-2</c:v>
                </c:pt>
                <c:pt idx="91" formatCode="0.0%">
                  <c:v>2.7805848335084704E-2</c:v>
                </c:pt>
                <c:pt idx="92" formatCode="0.0%">
                  <c:v>2.1117189090443578E-2</c:v>
                </c:pt>
                <c:pt idx="93" formatCode="0.0%">
                  <c:v>2.2479176222914843E-2</c:v>
                </c:pt>
                <c:pt idx="94" formatCode="0.0%">
                  <c:v>2.0873741640480503E-2</c:v>
                </c:pt>
                <c:pt idx="95" formatCode="0.0%">
                  <c:v>2.0509001058191423E-2</c:v>
                </c:pt>
                <c:pt idx="96" formatCode="0.0%">
                  <c:v>2.6865541019399641E-2</c:v>
                </c:pt>
                <c:pt idx="97" formatCode="0.0%">
                  <c:v>2.7797213623832029E-2</c:v>
                </c:pt>
                <c:pt idx="98" formatCode="0.0%">
                  <c:v>4.5192801468902255E-2</c:v>
                </c:pt>
                <c:pt idx="99" formatCode="0.0%">
                  <c:v>4.173094160556734E-2</c:v>
                </c:pt>
                <c:pt idx="100" formatCode="0.0%">
                  <c:v>3.5496950437015506E-2</c:v>
                </c:pt>
                <c:pt idx="101" formatCode="0.0%">
                  <c:v>1.9647212640978129E-2</c:v>
                </c:pt>
                <c:pt idx="102" formatCode="0.0%">
                  <c:v>1.9388431584915988E-2</c:v>
                </c:pt>
                <c:pt idx="103" formatCode="0.0%">
                  <c:v>1.8909180904505885E-2</c:v>
                </c:pt>
                <c:pt idx="104" formatCode="0.0%">
                  <c:v>1.6691792753690926E-2</c:v>
                </c:pt>
                <c:pt idx="105" formatCode="0.0%">
                  <c:v>2.293894005577779E-2</c:v>
                </c:pt>
                <c:pt idx="106" formatCode="0.0%">
                  <c:v>2.5358253405887377E-2</c:v>
                </c:pt>
                <c:pt idx="107" formatCode="0.0%">
                  <c:v>3.2647033442726014E-2</c:v>
                </c:pt>
                <c:pt idx="108" formatCode="0.0%">
                  <c:v>3.2483463940099495E-2</c:v>
                </c:pt>
                <c:pt idx="109" formatCode="0.0%">
                  <c:v>3.614177985898416E-2</c:v>
                </c:pt>
                <c:pt idx="110" formatCode="0.0%">
                  <c:v>1.6655568159034816E-2</c:v>
                </c:pt>
                <c:pt idx="111" formatCode="0.0%">
                  <c:v>2.157929777113244E-2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F5AE-40D5-9F16-3E15EAD7E2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89078816"/>
        <c:axId val="1289083136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Hoja1!$B$2</c15:sqref>
                        </c15:formulaRef>
                      </c:ext>
                    </c:extLst>
                    <c:strCache>
                      <c:ptCount val="1"/>
                      <c:pt idx="0">
                        <c:v>Comercial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Hoja1!$B$3:$B$109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0">
                        <c:v>224584.34972346498</c:v>
                      </c:pt>
                      <c:pt idx="1">
                        <c:v>227923.81585176502</c:v>
                      </c:pt>
                      <c:pt idx="2">
                        <c:v>226458.81285487802</c:v>
                      </c:pt>
                      <c:pt idx="3">
                        <c:v>226811.82833125599</c:v>
                      </c:pt>
                      <c:pt idx="4">
                        <c:v>230371.577946309</c:v>
                      </c:pt>
                      <c:pt idx="5">
                        <c:v>229924.39893803</c:v>
                      </c:pt>
                      <c:pt idx="6">
                        <c:v>232238.85026475001</c:v>
                      </c:pt>
                      <c:pt idx="7">
                        <c:v>231830.526814871</c:v>
                      </c:pt>
                      <c:pt idx="8">
                        <c:v>231704.477222466</c:v>
                      </c:pt>
                      <c:pt idx="9">
                        <c:v>231917.94033032103</c:v>
                      </c:pt>
                      <c:pt idx="10">
                        <c:v>234036.80702807099</c:v>
                      </c:pt>
                      <c:pt idx="11">
                        <c:v>231946.372068122</c:v>
                      </c:pt>
                      <c:pt idx="12">
                        <c:v>229539.30232054999</c:v>
                      </c:pt>
                      <c:pt idx="13">
                        <c:v>231891.727820737</c:v>
                      </c:pt>
                      <c:pt idx="14">
                        <c:v>232931.02090954399</c:v>
                      </c:pt>
                      <c:pt idx="15">
                        <c:v>235004.940139087</c:v>
                      </c:pt>
                      <c:pt idx="16">
                        <c:v>236104.60250007801</c:v>
                      </c:pt>
                      <c:pt idx="17">
                        <c:v>238805.71437566599</c:v>
                      </c:pt>
                      <c:pt idx="18">
                        <c:v>237741.24304219498</c:v>
                      </c:pt>
                      <c:pt idx="19">
                        <c:v>237049.19707263401</c:v>
                      </c:pt>
                      <c:pt idx="20">
                        <c:v>238496.85855946099</c:v>
                      </c:pt>
                      <c:pt idx="21">
                        <c:v>238675.59833036599</c:v>
                      </c:pt>
                      <c:pt idx="22">
                        <c:v>239355.673876902</c:v>
                      </c:pt>
                      <c:pt idx="23">
                        <c:v>239657.668846013</c:v>
                      </c:pt>
                      <c:pt idx="24">
                        <c:v>237408.97685698801</c:v>
                      </c:pt>
                      <c:pt idx="25">
                        <c:v>239505.46979725201</c:v>
                      </c:pt>
                      <c:pt idx="26">
                        <c:v>241213.34595403701</c:v>
                      </c:pt>
                      <c:pt idx="27">
                        <c:v>241488.96285437502</c:v>
                      </c:pt>
                      <c:pt idx="28">
                        <c:v>242494.67215248299</c:v>
                      </c:pt>
                      <c:pt idx="29">
                        <c:v>243114.670819163</c:v>
                      </c:pt>
                      <c:pt idx="30">
                        <c:v>241834.82312391201</c:v>
                      </c:pt>
                      <c:pt idx="31">
                        <c:v>240569.51404390301</c:v>
                      </c:pt>
                      <c:pt idx="32">
                        <c:v>240969.58633835701</c:v>
                      </c:pt>
                      <c:pt idx="33">
                        <c:v>243938.583896747</c:v>
                      </c:pt>
                      <c:pt idx="34">
                        <c:v>246571.60724120398</c:v>
                      </c:pt>
                      <c:pt idx="35">
                        <c:v>247377.96881304501</c:v>
                      </c:pt>
                      <c:pt idx="36">
                        <c:v>243332.00164224202</c:v>
                      </c:pt>
                      <c:pt idx="37">
                        <c:v>246536.563717371</c:v>
                      </c:pt>
                      <c:pt idx="38">
                        <c:v>248863.841541409</c:v>
                      </c:pt>
                      <c:pt idx="39">
                        <c:v>250741.56354772201</c:v>
                      </c:pt>
                      <c:pt idx="40">
                        <c:v>252789.70362819202</c:v>
                      </c:pt>
                      <c:pt idx="41">
                        <c:v>252514.29558951501</c:v>
                      </c:pt>
                      <c:pt idx="42">
                        <c:v>252392.52261502098</c:v>
                      </c:pt>
                      <c:pt idx="43">
                        <c:v>253359.98749289798</c:v>
                      </c:pt>
                      <c:pt idx="44">
                        <c:v>255299.70499545499</c:v>
                      </c:pt>
                      <c:pt idx="45">
                        <c:v>254840.21516279702</c:v>
                      </c:pt>
                      <c:pt idx="46">
                        <c:v>258396.083384272</c:v>
                      </c:pt>
                      <c:pt idx="47">
                        <c:v>254198.83586141199</c:v>
                      </c:pt>
                      <c:pt idx="48">
                        <c:v>253098.01922078</c:v>
                      </c:pt>
                      <c:pt idx="49">
                        <c:v>257435.41674169002</c:v>
                      </c:pt>
                      <c:pt idx="50">
                        <c:v>274719.11437250901</c:v>
                      </c:pt>
                      <c:pt idx="51">
                        <c:v>280387.66449927096</c:v>
                      </c:pt>
                      <c:pt idx="52">
                        <c:v>281591.218365382</c:v>
                      </c:pt>
                      <c:pt idx="53">
                        <c:v>281397.26610643603</c:v>
                      </c:pt>
                      <c:pt idx="54">
                        <c:v>278314.89546678797</c:v>
                      </c:pt>
                      <c:pt idx="55">
                        <c:v>275619.318844411</c:v>
                      </c:pt>
                      <c:pt idx="56">
                        <c:v>273972.56242216995</c:v>
                      </c:pt>
                      <c:pt idx="57">
                        <c:v>271840.46065200696</c:v>
                      </c:pt>
                      <c:pt idx="58">
                        <c:v>269565.36714479601</c:v>
                      </c:pt>
                      <c:pt idx="59">
                        <c:v>265298.46498658904</c:v>
                      </c:pt>
                      <c:pt idx="60">
                        <c:v>264555.19939060102</c:v>
                      </c:pt>
                      <c:pt idx="61">
                        <c:v>266915.52243553504</c:v>
                      </c:pt>
                      <c:pt idx="62">
                        <c:v>267508.47104052902</c:v>
                      </c:pt>
                      <c:pt idx="63">
                        <c:v>269769.92863927397</c:v>
                      </c:pt>
                      <c:pt idx="64">
                        <c:v>272797.04610155098</c:v>
                      </c:pt>
                      <c:pt idx="65">
                        <c:v>274839.08120997698</c:v>
                      </c:pt>
                      <c:pt idx="66">
                        <c:v>276402.55717493698</c:v>
                      </c:pt>
                      <c:pt idx="67">
                        <c:v>277957.24288823298</c:v>
                      </c:pt>
                      <c:pt idx="68">
                        <c:v>279405.701455915</c:v>
                      </c:pt>
                      <c:pt idx="69">
                        <c:v>280587.20837947703</c:v>
                      </c:pt>
                      <c:pt idx="70">
                        <c:v>285200.26827276096</c:v>
                      </c:pt>
                      <c:pt idx="71">
                        <c:v>286080.11864456302</c:v>
                      </c:pt>
                      <c:pt idx="72">
                        <c:v>285111.76779688103</c:v>
                      </c:pt>
                      <c:pt idx="73">
                        <c:v>290489.97034139198</c:v>
                      </c:pt>
                      <c:pt idx="74">
                        <c:v>293178.22018172004</c:v>
                      </c:pt>
                      <c:pt idx="75">
                        <c:v>299056.552652938</c:v>
                      </c:pt>
                      <c:pt idx="76">
                        <c:v>303122.403018468</c:v>
                      </c:pt>
                      <c:pt idx="77">
                        <c:v>309718.98007425497</c:v>
                      </c:pt>
                      <c:pt idx="78">
                        <c:v>313928.21250083297</c:v>
                      </c:pt>
                      <c:pt idx="79">
                        <c:v>317177.146847005</c:v>
                      </c:pt>
                      <c:pt idx="80">
                        <c:v>321264.05580884399</c:v>
                      </c:pt>
                      <c:pt idx="81">
                        <c:v>326294.64287162101</c:v>
                      </c:pt>
                      <c:pt idx="82">
                        <c:v>329775.81327330298</c:v>
                      </c:pt>
                      <c:pt idx="83">
                        <c:v>333983.11926234199</c:v>
                      </c:pt>
                      <c:pt idx="84">
                        <c:v>332426.05505540798</c:v>
                      </c:pt>
                      <c:pt idx="85">
                        <c:v>337008.076825834</c:v>
                      </c:pt>
                      <c:pt idx="86">
                        <c:v>336602.043192602</c:v>
                      </c:pt>
                      <c:pt idx="87">
                        <c:v>340826.82012167299</c:v>
                      </c:pt>
                      <c:pt idx="88">
                        <c:v>341234.95599578798</c:v>
                      </c:pt>
                      <c:pt idx="89">
                        <c:v>343485.578443904</c:v>
                      </c:pt>
                      <c:pt idx="90">
                        <c:v>341425.58468611399</c:v>
                      </c:pt>
                      <c:pt idx="91">
                        <c:v>342653.76337302796</c:v>
                      </c:pt>
                      <c:pt idx="92">
                        <c:v>344232.67156792904</c:v>
                      </c:pt>
                      <c:pt idx="93">
                        <c:v>344594.83444280998</c:v>
                      </c:pt>
                      <c:pt idx="94">
                        <c:v>344083.533338051</c:v>
                      </c:pt>
                      <c:pt idx="95">
                        <c:v>341707.47745424096</c:v>
                      </c:pt>
                      <c:pt idx="96">
                        <c:v>341728.71497901395</c:v>
                      </c:pt>
                      <c:pt idx="97">
                        <c:v>344575.45206958801</c:v>
                      </c:pt>
                      <c:pt idx="98">
                        <c:v>346019.03665617597</c:v>
                      </c:pt>
                      <c:pt idx="99">
                        <c:v>346159.591028244</c:v>
                      </c:pt>
                      <c:pt idx="100">
                        <c:v>347843.81706533901</c:v>
                      </c:pt>
                      <c:pt idx="101">
                        <c:v>353682.38943767204</c:v>
                      </c:pt>
                      <c:pt idx="102">
                        <c:v>353544.562951467</c:v>
                      </c:pt>
                      <c:pt idx="103">
                        <c:v>353443.79957161803</c:v>
                      </c:pt>
                      <c:pt idx="104">
                        <c:v>353755.359987779</c:v>
                      </c:pt>
                      <c:pt idx="105">
                        <c:v>356095.05307528103</c:v>
                      </c:pt>
                      <c:pt idx="106">
                        <c:v>359674.91231516597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5-F5AE-40D5-9F16-3E15EAD7E209}"/>
                  </c:ext>
                </c:extLst>
              </c15:ser>
            </c15:filteredLineSeries>
            <c15:filteredLineSeries>
              <c15:ser>
                <c:idx val="1"/>
                <c:order val="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Hoja1!$C$2</c15:sqref>
                        </c15:formulaRef>
                      </c:ext>
                    </c:extLst>
                    <c:strCache>
                      <c:ptCount val="1"/>
                      <c:pt idx="0">
                        <c:v>Consumo</c:v>
                      </c:pt>
                    </c:strCache>
                  </c:strRef>
                </c:tx>
                <c:spPr>
                  <a:ln w="28575" cap="rnd">
                    <a:solidFill>
                      <a:schemeClr val="accent2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Hoja1!$C$3:$C$109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0">
                        <c:v>100276.958143989</c:v>
                      </c:pt>
                      <c:pt idx="1">
                        <c:v>100996.499249988</c:v>
                      </c:pt>
                      <c:pt idx="2">
                        <c:v>101642.78685336601</c:v>
                      </c:pt>
                      <c:pt idx="3">
                        <c:v>102764.613391634</c:v>
                      </c:pt>
                      <c:pt idx="4">
                        <c:v>104024.90878526101</c:v>
                      </c:pt>
                      <c:pt idx="5">
                        <c:v>105613.99421704</c:v>
                      </c:pt>
                      <c:pt idx="6">
                        <c:v>106546.69925103299</c:v>
                      </c:pt>
                      <c:pt idx="7">
                        <c:v>107847.70697408401</c:v>
                      </c:pt>
                      <c:pt idx="8">
                        <c:v>109105.323212566</c:v>
                      </c:pt>
                      <c:pt idx="9">
                        <c:v>110399.07573122799</c:v>
                      </c:pt>
                      <c:pt idx="10">
                        <c:v>112208.978745131</c:v>
                      </c:pt>
                      <c:pt idx="11">
                        <c:v>113379.218331111</c:v>
                      </c:pt>
                      <c:pt idx="12">
                        <c:v>113833.372476273</c:v>
                      </c:pt>
                      <c:pt idx="13">
                        <c:v>114563.53369998799</c:v>
                      </c:pt>
                      <c:pt idx="14">
                        <c:v>115564.36682727801</c:v>
                      </c:pt>
                      <c:pt idx="15">
                        <c:v>116304.54048233799</c:v>
                      </c:pt>
                      <c:pt idx="16">
                        <c:v>117576.63861471499</c:v>
                      </c:pt>
                      <c:pt idx="17">
                        <c:v>118591.441100119</c:v>
                      </c:pt>
                      <c:pt idx="18">
                        <c:v>119413.06549896199</c:v>
                      </c:pt>
                      <c:pt idx="19">
                        <c:v>120283.314188982</c:v>
                      </c:pt>
                      <c:pt idx="20">
                        <c:v>121318.18854674301</c:v>
                      </c:pt>
                      <c:pt idx="21">
                        <c:v>122339.36409692701</c:v>
                      </c:pt>
                      <c:pt idx="22">
                        <c:v>124007.522448762</c:v>
                      </c:pt>
                      <c:pt idx="23">
                        <c:v>124362.933743153</c:v>
                      </c:pt>
                      <c:pt idx="24">
                        <c:v>124453.947079905</c:v>
                      </c:pt>
                      <c:pt idx="25">
                        <c:v>125065.72332097401</c:v>
                      </c:pt>
                      <c:pt idx="26">
                        <c:v>125539.90530753801</c:v>
                      </c:pt>
                      <c:pt idx="27">
                        <c:v>126598.976583756</c:v>
                      </c:pt>
                      <c:pt idx="28">
                        <c:v>127693.895821502</c:v>
                      </c:pt>
                      <c:pt idx="29">
                        <c:v>128427.059142639</c:v>
                      </c:pt>
                      <c:pt idx="30">
                        <c:v>129200.54120834699</c:v>
                      </c:pt>
                      <c:pt idx="31">
                        <c:v>130477.27392840899</c:v>
                      </c:pt>
                      <c:pt idx="32">
                        <c:v>131503.53324603802</c:v>
                      </c:pt>
                      <c:pt idx="33">
                        <c:v>133001.17021835101</c:v>
                      </c:pt>
                      <c:pt idx="34">
                        <c:v>135063.13175379802</c:v>
                      </c:pt>
                      <c:pt idx="35">
                        <c:v>135821.60541920702</c:v>
                      </c:pt>
                      <c:pt idx="36">
                        <c:v>136322.81616105</c:v>
                      </c:pt>
                      <c:pt idx="37">
                        <c:v>137333.26633125098</c:v>
                      </c:pt>
                      <c:pt idx="38">
                        <c:v>138716.988920359</c:v>
                      </c:pt>
                      <c:pt idx="39">
                        <c:v>140275.00235973598</c:v>
                      </c:pt>
                      <c:pt idx="40">
                        <c:v>142258.79851649099</c:v>
                      </c:pt>
                      <c:pt idx="41">
                        <c:v>143636.75653308202</c:v>
                      </c:pt>
                      <c:pt idx="42">
                        <c:v>145642.93550759199</c:v>
                      </c:pt>
                      <c:pt idx="43">
                        <c:v>147686.99874226798</c:v>
                      </c:pt>
                      <c:pt idx="44">
                        <c:v>150258.43688669699</c:v>
                      </c:pt>
                      <c:pt idx="45">
                        <c:v>152803.58429334598</c:v>
                      </c:pt>
                      <c:pt idx="46">
                        <c:v>155422.57170568002</c:v>
                      </c:pt>
                      <c:pt idx="47">
                        <c:v>157200.09166362399</c:v>
                      </c:pt>
                      <c:pt idx="48">
                        <c:v>158441.579137566</c:v>
                      </c:pt>
                      <c:pt idx="49">
                        <c:v>160434.795530089</c:v>
                      </c:pt>
                      <c:pt idx="50">
                        <c:v>160754.24716856499</c:v>
                      </c:pt>
                      <c:pt idx="51">
                        <c:v>158290.30350592398</c:v>
                      </c:pt>
                      <c:pt idx="52">
                        <c:v>156753.467883937</c:v>
                      </c:pt>
                      <c:pt idx="53">
                        <c:v>156128.849327615</c:v>
                      </c:pt>
                      <c:pt idx="54">
                        <c:v>155554.05893003498</c:v>
                      </c:pt>
                      <c:pt idx="55">
                        <c:v>155289.84657850998</c:v>
                      </c:pt>
                      <c:pt idx="56">
                        <c:v>156335.97163972101</c:v>
                      </c:pt>
                      <c:pt idx="57">
                        <c:v>157984.12067064</c:v>
                      </c:pt>
                      <c:pt idx="58">
                        <c:v>159843.02966743402</c:v>
                      </c:pt>
                      <c:pt idx="59">
                        <c:v>160399.39753212698</c:v>
                      </c:pt>
                      <c:pt idx="60">
                        <c:v>159942.78022371</c:v>
                      </c:pt>
                      <c:pt idx="61">
                        <c:v>160803.37109909402</c:v>
                      </c:pt>
                      <c:pt idx="62">
                        <c:v>161642.64731487201</c:v>
                      </c:pt>
                      <c:pt idx="63">
                        <c:v>162332.154372922</c:v>
                      </c:pt>
                      <c:pt idx="64">
                        <c:v>162574.07508145401</c:v>
                      </c:pt>
                      <c:pt idx="65">
                        <c:v>163953.79218407499</c:v>
                      </c:pt>
                      <c:pt idx="66">
                        <c:v>165796.08810946802</c:v>
                      </c:pt>
                      <c:pt idx="67">
                        <c:v>168246.09568060801</c:v>
                      </c:pt>
                      <c:pt idx="68">
                        <c:v>171204.83297783602</c:v>
                      </c:pt>
                      <c:pt idx="69">
                        <c:v>174454.66043710802</c:v>
                      </c:pt>
                      <c:pt idx="70">
                        <c:v>178424.63348796</c:v>
                      </c:pt>
                      <c:pt idx="71">
                        <c:v>180865.68763167001</c:v>
                      </c:pt>
                      <c:pt idx="72">
                        <c:v>183107.81024373299</c:v>
                      </c:pt>
                      <c:pt idx="73">
                        <c:v>186857.251040998</c:v>
                      </c:pt>
                      <c:pt idx="74">
                        <c:v>190568.22607607002</c:v>
                      </c:pt>
                      <c:pt idx="75">
                        <c:v>193989.118552609</c:v>
                      </c:pt>
                      <c:pt idx="76">
                        <c:v>197918.47655629797</c:v>
                      </c:pt>
                      <c:pt idx="77">
                        <c:v>201295.58057285301</c:v>
                      </c:pt>
                      <c:pt idx="78">
                        <c:v>203272.95211173801</c:v>
                      </c:pt>
                      <c:pt idx="79">
                        <c:v>206476.82686382899</c:v>
                      </c:pt>
                      <c:pt idx="80">
                        <c:v>209433.591352763</c:v>
                      </c:pt>
                      <c:pt idx="81">
                        <c:v>211624.49877273399</c:v>
                      </c:pt>
                      <c:pt idx="82">
                        <c:v>213733.67468549401</c:v>
                      </c:pt>
                      <c:pt idx="83">
                        <c:v>213945.75994217399</c:v>
                      </c:pt>
                      <c:pt idx="84">
                        <c:v>213501.382264235</c:v>
                      </c:pt>
                      <c:pt idx="85">
                        <c:v>213329.89936091899</c:v>
                      </c:pt>
                      <c:pt idx="86">
                        <c:v>213106.834320781</c:v>
                      </c:pt>
                      <c:pt idx="87">
                        <c:v>212897.277280476</c:v>
                      </c:pt>
                      <c:pt idx="88">
                        <c:v>212874.96601129801</c:v>
                      </c:pt>
                      <c:pt idx="89">
                        <c:v>211899.667997021</c:v>
                      </c:pt>
                      <c:pt idx="90">
                        <c:v>211233.43716517699</c:v>
                      </c:pt>
                      <c:pt idx="91">
                        <c:v>211380.83395026202</c:v>
                      </c:pt>
                      <c:pt idx="92">
                        <c:v>211082.01074408201</c:v>
                      </c:pt>
                      <c:pt idx="93">
                        <c:v>210560.974708972</c:v>
                      </c:pt>
                      <c:pt idx="94">
                        <c:v>210618.07231232198</c:v>
                      </c:pt>
                      <c:pt idx="95">
                        <c:v>208832.58396621098</c:v>
                      </c:pt>
                      <c:pt idx="96">
                        <c:v>206881.34366230099</c:v>
                      </c:pt>
                      <c:pt idx="97">
                        <c:v>205563.274456607</c:v>
                      </c:pt>
                      <c:pt idx="98">
                        <c:v>204330.78487489102</c:v>
                      </c:pt>
                      <c:pt idx="99">
                        <c:v>203793.194421436</c:v>
                      </c:pt>
                      <c:pt idx="100">
                        <c:v>203063.116380338</c:v>
                      </c:pt>
                      <c:pt idx="101">
                        <c:v>201839.19464247502</c:v>
                      </c:pt>
                      <c:pt idx="102">
                        <c:v>200918.67444890601</c:v>
                      </c:pt>
                      <c:pt idx="103">
                        <c:v>200560.32015065398</c:v>
                      </c:pt>
                      <c:pt idx="104">
                        <c:v>200430.44104599699</c:v>
                      </c:pt>
                      <c:pt idx="105">
                        <c:v>200793.04031503497</c:v>
                      </c:pt>
                      <c:pt idx="106">
                        <c:v>203155.73918149099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6-F5AE-40D5-9F16-3E15EAD7E209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Hoja1!$D$2</c15:sqref>
                        </c15:formulaRef>
                      </c:ext>
                    </c:extLst>
                    <c:strCache>
                      <c:ptCount val="1"/>
                      <c:pt idx="0">
                        <c:v>Vivienda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Hoja1!$D$3:$D$109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0">
                        <c:v>43850.579772577003</c:v>
                      </c:pt>
                      <c:pt idx="1">
                        <c:v>44438.410564860002</c:v>
                      </c:pt>
                      <c:pt idx="2">
                        <c:v>45012.063666786002</c:v>
                      </c:pt>
                      <c:pt idx="3">
                        <c:v>45693.91123677</c:v>
                      </c:pt>
                      <c:pt idx="4">
                        <c:v>46366.931877102004</c:v>
                      </c:pt>
                      <c:pt idx="5">
                        <c:v>47023.559757267998</c:v>
                      </c:pt>
                      <c:pt idx="6">
                        <c:v>47592.151909356995</c:v>
                      </c:pt>
                      <c:pt idx="7">
                        <c:v>48222.472431893002</c:v>
                      </c:pt>
                      <c:pt idx="8">
                        <c:v>48432.001645828997</c:v>
                      </c:pt>
                      <c:pt idx="9">
                        <c:v>49058.138284061999</c:v>
                      </c:pt>
                      <c:pt idx="10">
                        <c:v>49410.831231384</c:v>
                      </c:pt>
                      <c:pt idx="11">
                        <c:v>50165.277568099998</c:v>
                      </c:pt>
                      <c:pt idx="12">
                        <c:v>50369.910097879998</c:v>
                      </c:pt>
                      <c:pt idx="13">
                        <c:v>51063.607044993994</c:v>
                      </c:pt>
                      <c:pt idx="14">
                        <c:v>51296.331252098003</c:v>
                      </c:pt>
                      <c:pt idx="15">
                        <c:v>51778.022204704001</c:v>
                      </c:pt>
                      <c:pt idx="16">
                        <c:v>52336.829188212003</c:v>
                      </c:pt>
                      <c:pt idx="17">
                        <c:v>52450.917307511998</c:v>
                      </c:pt>
                      <c:pt idx="18">
                        <c:v>52950.193128082996</c:v>
                      </c:pt>
                      <c:pt idx="19">
                        <c:v>53560.928059138001</c:v>
                      </c:pt>
                      <c:pt idx="20">
                        <c:v>54207.176809728</c:v>
                      </c:pt>
                      <c:pt idx="21">
                        <c:v>54700.687234215002</c:v>
                      </c:pt>
                      <c:pt idx="22">
                        <c:v>55043.5992425</c:v>
                      </c:pt>
                      <c:pt idx="23">
                        <c:v>55874.297169550002</c:v>
                      </c:pt>
                      <c:pt idx="24">
                        <c:v>56045.847737771001</c:v>
                      </c:pt>
                      <c:pt idx="25">
                        <c:v>56319.597891882004</c:v>
                      </c:pt>
                      <c:pt idx="26">
                        <c:v>57073.127921981002</c:v>
                      </c:pt>
                      <c:pt idx="27">
                        <c:v>57691.061862260001</c:v>
                      </c:pt>
                      <c:pt idx="28">
                        <c:v>58361.681471463999</c:v>
                      </c:pt>
                      <c:pt idx="29">
                        <c:v>59018.14952413</c:v>
                      </c:pt>
                      <c:pt idx="30">
                        <c:v>59138.932061879001</c:v>
                      </c:pt>
                      <c:pt idx="31">
                        <c:v>59827.842718264001</c:v>
                      </c:pt>
                      <c:pt idx="32">
                        <c:v>60484.419308296005</c:v>
                      </c:pt>
                      <c:pt idx="33">
                        <c:v>61201.471099634</c:v>
                      </c:pt>
                      <c:pt idx="34">
                        <c:v>61921.095593331003</c:v>
                      </c:pt>
                      <c:pt idx="35">
                        <c:v>62675.670866571003</c:v>
                      </c:pt>
                      <c:pt idx="36">
                        <c:v>63049.290496666996</c:v>
                      </c:pt>
                      <c:pt idx="37">
                        <c:v>63559.772673210005</c:v>
                      </c:pt>
                      <c:pt idx="38">
                        <c:v>64064.113641799006</c:v>
                      </c:pt>
                      <c:pt idx="39">
                        <c:v>64221.497693275</c:v>
                      </c:pt>
                      <c:pt idx="40">
                        <c:v>64565.007534117998</c:v>
                      </c:pt>
                      <c:pt idx="41">
                        <c:v>65125.972688353002</c:v>
                      </c:pt>
                      <c:pt idx="42">
                        <c:v>65806.798711165</c:v>
                      </c:pt>
                      <c:pt idx="43">
                        <c:v>66339.710541408</c:v>
                      </c:pt>
                      <c:pt idx="44">
                        <c:v>67080.683644578006</c:v>
                      </c:pt>
                      <c:pt idx="45">
                        <c:v>67561.516686032992</c:v>
                      </c:pt>
                      <c:pt idx="46">
                        <c:v>68155.868968987998</c:v>
                      </c:pt>
                      <c:pt idx="47">
                        <c:v>68892.199170840002</c:v>
                      </c:pt>
                      <c:pt idx="48">
                        <c:v>69271.264191469003</c:v>
                      </c:pt>
                      <c:pt idx="49">
                        <c:v>69859.534771456994</c:v>
                      </c:pt>
                      <c:pt idx="50">
                        <c:v>70076.038274930994</c:v>
                      </c:pt>
                      <c:pt idx="51">
                        <c:v>70152.604178459995</c:v>
                      </c:pt>
                      <c:pt idx="52">
                        <c:v>70382.877746746002</c:v>
                      </c:pt>
                      <c:pt idx="53">
                        <c:v>70733.001915342</c:v>
                      </c:pt>
                      <c:pt idx="54">
                        <c:v>71045.320018521001</c:v>
                      </c:pt>
                      <c:pt idx="55">
                        <c:v>71339.897671580999</c:v>
                      </c:pt>
                      <c:pt idx="56">
                        <c:v>71720.026032864</c:v>
                      </c:pt>
                      <c:pt idx="57">
                        <c:v>72320.512402795008</c:v>
                      </c:pt>
                      <c:pt idx="58">
                        <c:v>72930.010181837002</c:v>
                      </c:pt>
                      <c:pt idx="59">
                        <c:v>73752.922627766005</c:v>
                      </c:pt>
                      <c:pt idx="60">
                        <c:v>73937.315454358002</c:v>
                      </c:pt>
                      <c:pt idx="61">
                        <c:v>74820.957402265994</c:v>
                      </c:pt>
                      <c:pt idx="62">
                        <c:v>75569.732449391013</c:v>
                      </c:pt>
                      <c:pt idx="63">
                        <c:v>76402.755209930998</c:v>
                      </c:pt>
                      <c:pt idx="64">
                        <c:v>77211.207899091998</c:v>
                      </c:pt>
                      <c:pt idx="65">
                        <c:v>77795.773919751999</c:v>
                      </c:pt>
                      <c:pt idx="66">
                        <c:v>78813.711606530997</c:v>
                      </c:pt>
                      <c:pt idx="67">
                        <c:v>79858.351654662998</c:v>
                      </c:pt>
                      <c:pt idx="68">
                        <c:v>81030.618030894999</c:v>
                      </c:pt>
                      <c:pt idx="69">
                        <c:v>81956.833711086001</c:v>
                      </c:pt>
                      <c:pt idx="70">
                        <c:v>83064.635241739001</c:v>
                      </c:pt>
                      <c:pt idx="71">
                        <c:v>84264.878401879992</c:v>
                      </c:pt>
                      <c:pt idx="72">
                        <c:v>84781.352134250003</c:v>
                      </c:pt>
                      <c:pt idx="73">
                        <c:v>85872.116066090006</c:v>
                      </c:pt>
                      <c:pt idx="74">
                        <c:v>86980.114624561989</c:v>
                      </c:pt>
                      <c:pt idx="75">
                        <c:v>87858.366444569008</c:v>
                      </c:pt>
                      <c:pt idx="76">
                        <c:v>88992.162747159004</c:v>
                      </c:pt>
                      <c:pt idx="77">
                        <c:v>90077.215407964002</c:v>
                      </c:pt>
                      <c:pt idx="78">
                        <c:v>91147.510248054998</c:v>
                      </c:pt>
                      <c:pt idx="79">
                        <c:v>92239.633642882007</c:v>
                      </c:pt>
                      <c:pt idx="80">
                        <c:v>93356.112400447993</c:v>
                      </c:pt>
                      <c:pt idx="81">
                        <c:v>94390.095543804011</c:v>
                      </c:pt>
                      <c:pt idx="82">
                        <c:v>95511.575015387993</c:v>
                      </c:pt>
                      <c:pt idx="83">
                        <c:v>96564.113598801006</c:v>
                      </c:pt>
                      <c:pt idx="84">
                        <c:v>96843.46281148</c:v>
                      </c:pt>
                      <c:pt idx="85">
                        <c:v>97331.366491118999</c:v>
                      </c:pt>
                      <c:pt idx="86">
                        <c:v>97812.850075416005</c:v>
                      </c:pt>
                      <c:pt idx="87">
                        <c:v>98152.756077871993</c:v>
                      </c:pt>
                      <c:pt idx="88">
                        <c:v>98749.283638541994</c:v>
                      </c:pt>
                      <c:pt idx="89">
                        <c:v>99388.998320778002</c:v>
                      </c:pt>
                      <c:pt idx="90">
                        <c:v>99867.129541607006</c:v>
                      </c:pt>
                      <c:pt idx="91">
                        <c:v>100671.832518561</c:v>
                      </c:pt>
                      <c:pt idx="92">
                        <c:v>101593.710127671</c:v>
                      </c:pt>
                      <c:pt idx="93">
                        <c:v>102538.90012364701</c:v>
                      </c:pt>
                      <c:pt idx="94">
                        <c:v>103578.96898198199</c:v>
                      </c:pt>
                      <c:pt idx="95">
                        <c:v>104555.724753089</c:v>
                      </c:pt>
                      <c:pt idx="96">
                        <c:v>105111.251396796</c:v>
                      </c:pt>
                      <c:pt idx="97">
                        <c:v>105671.19585311299</c:v>
                      </c:pt>
                      <c:pt idx="98">
                        <c:v>105732.78497372</c:v>
                      </c:pt>
                      <c:pt idx="99">
                        <c:v>106236.90281190201</c:v>
                      </c:pt>
                      <c:pt idx="100">
                        <c:v>106961.20599425799</c:v>
                      </c:pt>
                      <c:pt idx="101">
                        <c:v>107470.542142879</c:v>
                      </c:pt>
                      <c:pt idx="102">
                        <c:v>107958.537234879</c:v>
                      </c:pt>
                      <c:pt idx="103">
                        <c:v>108730.88368017999</c:v>
                      </c:pt>
                      <c:pt idx="104">
                        <c:v>109564.224773815</c:v>
                      </c:pt>
                      <c:pt idx="105">
                        <c:v>110433.535349482</c:v>
                      </c:pt>
                      <c:pt idx="106">
                        <c:v>111581.032591756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F5AE-40D5-9F16-3E15EAD7E209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Hoja1!$E$2</c15:sqref>
                        </c15:formulaRef>
                      </c:ext>
                    </c:extLst>
                    <c:strCache>
                      <c:ptCount val="1"/>
                      <c:pt idx="0">
                        <c:v>Microcrédito</c:v>
                      </c:pt>
                    </c:strCache>
                  </c:strRef>
                </c:tx>
                <c:spPr>
                  <a:ln w="28575" cap="rnd">
                    <a:solidFill>
                      <a:schemeClr val="accent4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Hoja1!$E$3:$E$109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0">
                        <c:v>10521.115760174001</c:v>
                      </c:pt>
                      <c:pt idx="1">
                        <c:v>10563.653663849</c:v>
                      </c:pt>
                      <c:pt idx="2">
                        <c:v>10582.362296943</c:v>
                      </c:pt>
                      <c:pt idx="3">
                        <c:v>10685.402651500999</c:v>
                      </c:pt>
                      <c:pt idx="4">
                        <c:v>10754.033942918999</c:v>
                      </c:pt>
                      <c:pt idx="5">
                        <c:v>10781.730839372</c:v>
                      </c:pt>
                      <c:pt idx="6">
                        <c:v>10851.589211752</c:v>
                      </c:pt>
                      <c:pt idx="7">
                        <c:v>10993.701187142</c:v>
                      </c:pt>
                      <c:pt idx="8">
                        <c:v>11106.147280264</c:v>
                      </c:pt>
                      <c:pt idx="9">
                        <c:v>11166.393502729001</c:v>
                      </c:pt>
                      <c:pt idx="10">
                        <c:v>11233.821835844999</c:v>
                      </c:pt>
                      <c:pt idx="11">
                        <c:v>11257.469538111</c:v>
                      </c:pt>
                      <c:pt idx="12">
                        <c:v>11294.33708944</c:v>
                      </c:pt>
                      <c:pt idx="13">
                        <c:v>11365.906874101</c:v>
                      </c:pt>
                      <c:pt idx="14">
                        <c:v>11441.172775765001</c:v>
                      </c:pt>
                      <c:pt idx="15">
                        <c:v>11489.7059242</c:v>
                      </c:pt>
                      <c:pt idx="16">
                        <c:v>11539.269047754</c:v>
                      </c:pt>
                      <c:pt idx="17">
                        <c:v>11706.825751815</c:v>
                      </c:pt>
                      <c:pt idx="18">
                        <c:v>11816.794666473999</c:v>
                      </c:pt>
                      <c:pt idx="19">
                        <c:v>11918.720246266999</c:v>
                      </c:pt>
                      <c:pt idx="20">
                        <c:v>12014.549845583999</c:v>
                      </c:pt>
                      <c:pt idx="21">
                        <c:v>12036.589906428</c:v>
                      </c:pt>
                      <c:pt idx="22">
                        <c:v>12107.551076428001</c:v>
                      </c:pt>
                      <c:pt idx="23">
                        <c:v>12128.739195777001</c:v>
                      </c:pt>
                      <c:pt idx="24">
                        <c:v>12149.910265367</c:v>
                      </c:pt>
                      <c:pt idx="25">
                        <c:v>12217.138671142</c:v>
                      </c:pt>
                      <c:pt idx="26">
                        <c:v>12208.905852913</c:v>
                      </c:pt>
                      <c:pt idx="27">
                        <c:v>12264.300172608</c:v>
                      </c:pt>
                      <c:pt idx="28">
                        <c:v>12322.24767879</c:v>
                      </c:pt>
                      <c:pt idx="29">
                        <c:v>12341.817043840001</c:v>
                      </c:pt>
                      <c:pt idx="30">
                        <c:v>12363.213100743</c:v>
                      </c:pt>
                      <c:pt idx="31">
                        <c:v>12415.933490508</c:v>
                      </c:pt>
                      <c:pt idx="32">
                        <c:v>12426.06025457</c:v>
                      </c:pt>
                      <c:pt idx="33">
                        <c:v>12493.984410682</c:v>
                      </c:pt>
                      <c:pt idx="34">
                        <c:v>12574.551264404001</c:v>
                      </c:pt>
                      <c:pt idx="35">
                        <c:v>12557.183398857</c:v>
                      </c:pt>
                      <c:pt idx="36">
                        <c:v>12583.840579026</c:v>
                      </c:pt>
                      <c:pt idx="37">
                        <c:v>12637.252933797001</c:v>
                      </c:pt>
                      <c:pt idx="38">
                        <c:v>12655.555372547</c:v>
                      </c:pt>
                      <c:pt idx="39">
                        <c:v>12673.270454707001</c:v>
                      </c:pt>
                      <c:pt idx="40">
                        <c:v>12698.300776962998</c:v>
                      </c:pt>
                      <c:pt idx="41">
                        <c:v>12696.234628765</c:v>
                      </c:pt>
                      <c:pt idx="42">
                        <c:v>12779.13034471</c:v>
                      </c:pt>
                      <c:pt idx="43">
                        <c:v>12849.131755726001</c:v>
                      </c:pt>
                      <c:pt idx="44">
                        <c:v>12927.241068329999</c:v>
                      </c:pt>
                      <c:pt idx="45">
                        <c:v>13013.898585102999</c:v>
                      </c:pt>
                      <c:pt idx="46">
                        <c:v>13041.924212393</c:v>
                      </c:pt>
                      <c:pt idx="47">
                        <c:v>13239.716267565002</c:v>
                      </c:pt>
                      <c:pt idx="48">
                        <c:v>13249.101001189001</c:v>
                      </c:pt>
                      <c:pt idx="49">
                        <c:v>13306.011376080001</c:v>
                      </c:pt>
                      <c:pt idx="50">
                        <c:v>13225.866120921</c:v>
                      </c:pt>
                      <c:pt idx="51">
                        <c:v>13112.642447773</c:v>
                      </c:pt>
                      <c:pt idx="52">
                        <c:v>13008.734251014001</c:v>
                      </c:pt>
                      <c:pt idx="53">
                        <c:v>12957.668287901999</c:v>
                      </c:pt>
                      <c:pt idx="54">
                        <c:v>12935.511994364</c:v>
                      </c:pt>
                      <c:pt idx="55">
                        <c:v>12953.04382576</c:v>
                      </c:pt>
                      <c:pt idx="56">
                        <c:v>13020.157294053999</c:v>
                      </c:pt>
                      <c:pt idx="57">
                        <c:v>13241.696834673001</c:v>
                      </c:pt>
                      <c:pt idx="58">
                        <c:v>13304.907064650999</c:v>
                      </c:pt>
                      <c:pt idx="59">
                        <c:v>13361.364833727001</c:v>
                      </c:pt>
                      <c:pt idx="60">
                        <c:v>13374.281245026999</c:v>
                      </c:pt>
                      <c:pt idx="61">
                        <c:v>13465.942562059001</c:v>
                      </c:pt>
                      <c:pt idx="62">
                        <c:v>13535.784523776001</c:v>
                      </c:pt>
                      <c:pt idx="63">
                        <c:v>13546.342766984</c:v>
                      </c:pt>
                      <c:pt idx="64">
                        <c:v>13514.7575409</c:v>
                      </c:pt>
                      <c:pt idx="65">
                        <c:v>13529.689498681999</c:v>
                      </c:pt>
                      <c:pt idx="66">
                        <c:v>13664.340385051</c:v>
                      </c:pt>
                      <c:pt idx="67">
                        <c:v>13875.361966202001</c:v>
                      </c:pt>
                      <c:pt idx="68">
                        <c:v>14102.124698505999</c:v>
                      </c:pt>
                      <c:pt idx="69">
                        <c:v>14291.499934831001</c:v>
                      </c:pt>
                      <c:pt idx="70">
                        <c:v>14505.513570241001</c:v>
                      </c:pt>
                      <c:pt idx="71">
                        <c:v>14552.532599471999</c:v>
                      </c:pt>
                      <c:pt idx="72">
                        <c:v>14663.647512784</c:v>
                      </c:pt>
                      <c:pt idx="73">
                        <c:v>14822.585753067</c:v>
                      </c:pt>
                      <c:pt idx="74">
                        <c:v>14974.635248717999</c:v>
                      </c:pt>
                      <c:pt idx="75">
                        <c:v>15158.843909636</c:v>
                      </c:pt>
                      <c:pt idx="76">
                        <c:v>15344.468417939001</c:v>
                      </c:pt>
                      <c:pt idx="77">
                        <c:v>15443.413385258</c:v>
                      </c:pt>
                      <c:pt idx="78">
                        <c:v>15583.595753761001</c:v>
                      </c:pt>
                      <c:pt idx="79">
                        <c:v>15833.672772534999</c:v>
                      </c:pt>
                      <c:pt idx="80">
                        <c:v>16161.215320453999</c:v>
                      </c:pt>
                      <c:pt idx="81">
                        <c:v>16372.578330609</c:v>
                      </c:pt>
                      <c:pt idx="82">
                        <c:v>16578.226691749001</c:v>
                      </c:pt>
                      <c:pt idx="83">
                        <c:v>16670.589097880002</c:v>
                      </c:pt>
                      <c:pt idx="84">
                        <c:v>16799.798564821998</c:v>
                      </c:pt>
                      <c:pt idx="85">
                        <c:v>16975.845500280997</c:v>
                      </c:pt>
                      <c:pt idx="86">
                        <c:v>17217.367159910998</c:v>
                      </c:pt>
                      <c:pt idx="87">
                        <c:v>17388.836521843001</c:v>
                      </c:pt>
                      <c:pt idx="88">
                        <c:v>17600.488828086</c:v>
                      </c:pt>
                      <c:pt idx="89">
                        <c:v>17732.294497271003</c:v>
                      </c:pt>
                      <c:pt idx="90">
                        <c:v>17859.671545155001</c:v>
                      </c:pt>
                      <c:pt idx="91">
                        <c:v>18084.062585787</c:v>
                      </c:pt>
                      <c:pt idx="92">
                        <c:v>18279.002813147003</c:v>
                      </c:pt>
                      <c:pt idx="93">
                        <c:v>18455.956519405001</c:v>
                      </c:pt>
                      <c:pt idx="94">
                        <c:v>18606.608010439002</c:v>
                      </c:pt>
                      <c:pt idx="95">
                        <c:v>18558.778273304</c:v>
                      </c:pt>
                      <c:pt idx="96">
                        <c:v>18653.84604262</c:v>
                      </c:pt>
                      <c:pt idx="97">
                        <c:v>18761.271804541</c:v>
                      </c:pt>
                      <c:pt idx="98">
                        <c:v>19264.198845843999</c:v>
                      </c:pt>
                      <c:pt idx="99">
                        <c:v>19361.038167481001</c:v>
                      </c:pt>
                      <c:pt idx="100">
                        <c:v>19484.126877303999</c:v>
                      </c:pt>
                      <c:pt idx="101">
                        <c:v>19353.147112451999</c:v>
                      </c:pt>
                      <c:pt idx="102">
                        <c:v>19430.681662444</c:v>
                      </c:pt>
                      <c:pt idx="103">
                        <c:v>19531.978237321</c:v>
                      </c:pt>
                      <c:pt idx="104">
                        <c:v>19646.392003575998</c:v>
                      </c:pt>
                      <c:pt idx="105">
                        <c:v>19877.520770530999</c:v>
                      </c:pt>
                      <c:pt idx="106">
                        <c:v>20046.161865587001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F5AE-40D5-9F16-3E15EAD7E209}"/>
                  </c:ext>
                </c:extLst>
              </c15:ser>
            </c15:filteredLineSeries>
            <c15:filteredLine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Hoja1!$F$2</c15:sqref>
                        </c15:formulaRef>
                      </c:ext>
                    </c:extLst>
                    <c:strCache>
                      <c:ptCount val="1"/>
                      <c:pt idx="0">
                        <c:v>Total</c:v>
                      </c:pt>
                    </c:strCache>
                  </c:strRef>
                </c:tx>
                <c:spPr>
                  <a:ln w="28575" cap="rnd">
                    <a:solidFill>
                      <a:schemeClr val="accent5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Hoja1!$F$3:$F$109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0">
                        <c:v>379.23300340020501</c:v>
                      </c:pt>
                      <c:pt idx="1">
                        <c:v>383.92237933046198</c:v>
                      </c:pt>
                      <c:pt idx="2">
                        <c:v>383.69602567197302</c:v>
                      </c:pt>
                      <c:pt idx="3">
                        <c:v>385.95575561116101</c:v>
                      </c:pt>
                      <c:pt idx="4">
                        <c:v>391.51745255159096</c:v>
                      </c:pt>
                      <c:pt idx="5">
                        <c:v>393.34368375170999</c:v>
                      </c:pt>
                      <c:pt idx="6">
                        <c:v>397.22929063689196</c:v>
                      </c:pt>
                      <c:pt idx="7">
                        <c:v>398.89440740798898</c:v>
                      </c:pt>
                      <c:pt idx="8">
                        <c:v>400.34794936112604</c:v>
                      </c:pt>
                      <c:pt idx="9">
                        <c:v>402.54154784834003</c:v>
                      </c:pt>
                      <c:pt idx="10">
                        <c:v>406.89043884043099</c:v>
                      </c:pt>
                      <c:pt idx="11">
                        <c:v>406.748337505444</c:v>
                      </c:pt>
                      <c:pt idx="12">
                        <c:v>405.03692198414296</c:v>
                      </c:pt>
                      <c:pt idx="13">
                        <c:v>408.884775439821</c:v>
                      </c:pt>
                      <c:pt idx="14">
                        <c:v>411.23289176468506</c:v>
                      </c:pt>
                      <c:pt idx="15">
                        <c:v>414.57720875032896</c:v>
                      </c:pt>
                      <c:pt idx="16">
                        <c:v>417.55733935075898</c:v>
                      </c:pt>
                      <c:pt idx="17">
                        <c:v>421.55489853511205</c:v>
                      </c:pt>
                      <c:pt idx="18">
                        <c:v>421.92129633571398</c:v>
                      </c:pt>
                      <c:pt idx="19">
                        <c:v>422.81215956702101</c:v>
                      </c:pt>
                      <c:pt idx="20">
                        <c:v>426.03677376151597</c:v>
                      </c:pt>
                      <c:pt idx="21">
                        <c:v>427.75223956793604</c:v>
                      </c:pt>
                      <c:pt idx="22">
                        <c:v>430.51434664459197</c:v>
                      </c:pt>
                      <c:pt idx="23">
                        <c:v>432.02363895449298</c:v>
                      </c:pt>
                      <c:pt idx="24">
                        <c:v>430.05868194003102</c:v>
                      </c:pt>
                      <c:pt idx="25">
                        <c:v>433.10792968125105</c:v>
                      </c:pt>
                      <c:pt idx="26">
                        <c:v>436.03528503646902</c:v>
                      </c:pt>
                      <c:pt idx="27">
                        <c:v>438.04330147299896</c:v>
                      </c:pt>
                      <c:pt idx="28">
                        <c:v>440.87249712423898</c:v>
                      </c:pt>
                      <c:pt idx="29">
                        <c:v>442.90169652977204</c:v>
                      </c:pt>
                      <c:pt idx="30">
                        <c:v>442.53750949488102</c:v>
                      </c:pt>
                      <c:pt idx="31">
                        <c:v>443.29056418108405</c:v>
                      </c:pt>
                      <c:pt idx="32">
                        <c:v>445.38359914726101</c:v>
                      </c:pt>
                      <c:pt idx="33">
                        <c:v>450.63520962541406</c:v>
                      </c:pt>
                      <c:pt idx="34">
                        <c:v>456.13038585273705</c:v>
                      </c:pt>
                      <c:pt idx="35">
                        <c:v>458.43242849768006</c:v>
                      </c:pt>
                      <c:pt idx="36">
                        <c:v>455.28794887898499</c:v>
                      </c:pt>
                      <c:pt idx="37">
                        <c:v>460.06685565562901</c:v>
                      </c:pt>
                      <c:pt idx="38">
                        <c:v>464.300499476114</c:v>
                      </c:pt>
                      <c:pt idx="39">
                        <c:v>467.91133405543991</c:v>
                      </c:pt>
                      <c:pt idx="40">
                        <c:v>472.31181045576409</c:v>
                      </c:pt>
                      <c:pt idx="41">
                        <c:v>473.97325943971498</c:v>
                      </c:pt>
                      <c:pt idx="42">
                        <c:v>476.62138717848802</c:v>
                      </c:pt>
                      <c:pt idx="43">
                        <c:v>480.23582853229993</c:v>
                      </c:pt>
                      <c:pt idx="44">
                        <c:v>485.56606659505991</c:v>
                      </c:pt>
                      <c:pt idx="45">
                        <c:v>488.219214727279</c:v>
                      </c:pt>
                      <c:pt idx="46">
                        <c:v>495.01644827133401</c:v>
                      </c:pt>
                      <c:pt idx="47">
                        <c:v>493.53084296344099</c:v>
                      </c:pt>
                      <c:pt idx="48">
                        <c:v>494.05996355100399</c:v>
                      </c:pt>
                      <c:pt idx="49">
                        <c:v>501.03575841931604</c:v>
                      </c:pt>
                      <c:pt idx="50">
                        <c:v>518.77526593692596</c:v>
                      </c:pt>
                      <c:pt idx="51">
                        <c:v>521.94321463142785</c:v>
                      </c:pt>
                      <c:pt idx="52">
                        <c:v>521.73629824707905</c:v>
                      </c:pt>
                      <c:pt idx="53">
                        <c:v>521.21678563729506</c:v>
                      </c:pt>
                      <c:pt idx="54">
                        <c:v>517.84978640970792</c:v>
                      </c:pt>
                      <c:pt idx="55">
                        <c:v>515.20210692026194</c:v>
                      </c:pt>
                      <c:pt idx="56">
                        <c:v>515.048717388809</c:v>
                      </c:pt>
                      <c:pt idx="57">
                        <c:v>515.38679056011495</c:v>
                      </c:pt>
                      <c:pt idx="58">
                        <c:v>515.64331405871803</c:v>
                      </c:pt>
                      <c:pt idx="59">
                        <c:v>512.81214998020903</c:v>
                      </c:pt>
                      <c:pt idx="60">
                        <c:v>511.80957631369597</c:v>
                      </c:pt>
                      <c:pt idx="61">
                        <c:v>516.00579349895395</c:v>
                      </c:pt>
                      <c:pt idx="62">
                        <c:v>518.256635328568</c:v>
                      </c:pt>
                      <c:pt idx="63">
                        <c:v>522.051180989111</c:v>
                      </c:pt>
                      <c:pt idx="64">
                        <c:v>526.09708662299693</c:v>
                      </c:pt>
                      <c:pt idx="65">
                        <c:v>530.11833681248595</c:v>
                      </c:pt>
                      <c:pt idx="66">
                        <c:v>534.67669727598707</c:v>
                      </c:pt>
                      <c:pt idx="67">
                        <c:v>539.93705218970604</c:v>
                      </c:pt>
                      <c:pt idx="68">
                        <c:v>545.74327716315099</c:v>
                      </c:pt>
                      <c:pt idx="69">
                        <c:v>551.29020246250207</c:v>
                      </c:pt>
                      <c:pt idx="70">
                        <c:v>561.19505057270101</c:v>
                      </c:pt>
                      <c:pt idx="71">
                        <c:v>565.76321727758511</c:v>
                      </c:pt>
                      <c:pt idx="72">
                        <c:v>567.66457768764712</c:v>
                      </c:pt>
                      <c:pt idx="73">
                        <c:v>578.04192320154709</c:v>
                      </c:pt>
                      <c:pt idx="74">
                        <c:v>585.70119613106999</c:v>
                      </c:pt>
                      <c:pt idx="75">
                        <c:v>596.0628815597521</c:v>
                      </c:pt>
                      <c:pt idx="76">
                        <c:v>605.37751073986396</c:v>
                      </c:pt>
                      <c:pt idx="77">
                        <c:v>616.53518944032999</c:v>
                      </c:pt>
                      <c:pt idx="78">
                        <c:v>623.93227061438699</c:v>
                      </c:pt>
                      <c:pt idx="79">
                        <c:v>631.727280126251</c:v>
                      </c:pt>
                      <c:pt idx="80">
                        <c:v>640.21497488250884</c:v>
                      </c:pt>
                      <c:pt idx="81">
                        <c:v>648.68181551876808</c:v>
                      </c:pt>
                      <c:pt idx="82">
                        <c:v>655.59928966593395</c:v>
                      </c:pt>
                      <c:pt idx="83">
                        <c:v>661.16358190119593</c:v>
                      </c:pt>
                      <c:pt idx="84">
                        <c:v>659.570698695945</c:v>
                      </c:pt>
                      <c:pt idx="85">
                        <c:v>664.64518817815303</c:v>
                      </c:pt>
                      <c:pt idx="86">
                        <c:v>664.73909474870902</c:v>
                      </c:pt>
                      <c:pt idx="87">
                        <c:v>669.26569000186396</c:v>
                      </c:pt>
                      <c:pt idx="88">
                        <c:v>670.45969447371397</c:v>
                      </c:pt>
                      <c:pt idx="89">
                        <c:v>672.50653925897393</c:v>
                      </c:pt>
                      <c:pt idx="90">
                        <c:v>670.385822938052</c:v>
                      </c:pt>
                      <c:pt idx="91">
                        <c:v>672.79049242763801</c:v>
                      </c:pt>
                      <c:pt idx="92">
                        <c:v>675.18739525282911</c:v>
                      </c:pt>
                      <c:pt idx="93">
                        <c:v>676.15066579483391</c:v>
                      </c:pt>
                      <c:pt idx="94">
                        <c:v>676.88718264279396</c:v>
                      </c:pt>
                      <c:pt idx="95">
                        <c:v>673.65456444684503</c:v>
                      </c:pt>
                      <c:pt idx="96">
                        <c:v>672.3751560807309</c:v>
                      </c:pt>
                      <c:pt idx="97">
                        <c:v>674.57119418384889</c:v>
                      </c:pt>
                      <c:pt idx="98">
                        <c:v>675.34680535063103</c:v>
                      </c:pt>
                      <c:pt idx="99">
                        <c:v>675.55072642906293</c:v>
                      </c:pt>
                      <c:pt idx="100">
                        <c:v>677.35226631723913</c:v>
                      </c:pt>
                      <c:pt idx="101">
                        <c:v>682.34527333547805</c:v>
                      </c:pt>
                      <c:pt idx="102">
                        <c:v>681.85245629769599</c:v>
                      </c:pt>
                      <c:pt idx="103">
                        <c:v>682.26698163977301</c:v>
                      </c:pt>
                      <c:pt idx="104">
                        <c:v>683.39641781116711</c:v>
                      </c:pt>
                      <c:pt idx="105">
                        <c:v>687.19914951032899</c:v>
                      </c:pt>
                      <c:pt idx="106">
                        <c:v>694.45784595399903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F5AE-40D5-9F16-3E15EAD7E209}"/>
                  </c:ext>
                </c:extLst>
              </c15:ser>
            </c15:filteredLineSeries>
            <c15:filteredLineSeries>
              <c15:ser>
                <c:idx val="5"/>
                <c:order val="5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Hoja1!$G$2</c15:sqref>
                        </c15:formulaRef>
                      </c:ext>
                    </c:extLst>
                    <c:strCache>
                      <c:ptCount val="1"/>
                      <c:pt idx="0">
                        <c:v>Comercial</c:v>
                      </c:pt>
                    </c:strCache>
                  </c:strRef>
                </c:tx>
                <c:spPr>
                  <a:ln w="28575" cap="rnd">
                    <a:solidFill>
                      <a:schemeClr val="accent6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Hoja1!$G$3:$G$109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12" formatCode="0.0%">
                        <c:v>2.206276885805325E-2</c:v>
                      </c:pt>
                      <c:pt idx="13" formatCode="0.0%">
                        <c:v>1.7408939711471838E-2</c:v>
                      </c:pt>
                      <c:pt idx="14" formatCode="0.0%">
                        <c:v>2.858006704651217E-2</c:v>
                      </c:pt>
                      <c:pt idx="15" formatCode="0.0%">
                        <c:v>3.6122947679188444E-2</c:v>
                      </c:pt>
                      <c:pt idx="16" formatCode="0.0%">
                        <c:v>2.4885988996026009E-2</c:v>
                      </c:pt>
                      <c:pt idx="17" formatCode="0.0%">
                        <c:v>3.8627111688262827E-2</c:v>
                      </c:pt>
                      <c:pt idx="18" formatCode="0.0%">
                        <c:v>2.3692817851846515E-2</c:v>
                      </c:pt>
                      <c:pt idx="19" formatCode="0.0%">
                        <c:v>2.2510712154531598E-2</c:v>
                      </c:pt>
                      <c:pt idx="20" formatCode="0.0%">
                        <c:v>2.9314847164016777E-2</c:v>
                      </c:pt>
                      <c:pt idx="21" formatCode="0.0%">
                        <c:v>2.91381425275683E-2</c:v>
                      </c:pt>
                      <c:pt idx="22" formatCode="0.0%">
                        <c:v>2.2726625424320801E-2</c:v>
                      </c:pt>
                      <c:pt idx="23" formatCode="0.0%">
                        <c:v>3.3246033163330635E-2</c:v>
                      </c:pt>
                      <c:pt idx="24" formatCode="0.0%">
                        <c:v>3.4284649543144807E-2</c:v>
                      </c:pt>
                      <c:pt idx="25" formatCode="0.0%">
                        <c:v>3.2833176276131804E-2</c:v>
                      </c:pt>
                      <c:pt idx="26" formatCode="0.0%">
                        <c:v>3.5556985978734801E-2</c:v>
                      </c:pt>
                      <c:pt idx="27" formatCode="0.0%">
                        <c:v>2.7591006008003349E-2</c:v>
                      </c:pt>
                      <c:pt idx="28" formatCode="0.0%">
                        <c:v>2.7064570468942284E-2</c:v>
                      </c:pt>
                      <c:pt idx="29" formatCode="0.0%">
                        <c:v>1.8043774432962678E-2</c:v>
                      </c:pt>
                      <c:pt idx="30" formatCode="0.0%">
                        <c:v>1.7218636654434016E-2</c:v>
                      </c:pt>
                      <c:pt idx="31" formatCode="0.0%">
                        <c:v>1.4850575385793707E-2</c:v>
                      </c:pt>
                      <c:pt idx="32" formatCode="0.0%">
                        <c:v>1.0367967921386834E-2</c:v>
                      </c:pt>
                      <c:pt idx="33" formatCode="0.0%">
                        <c:v>2.2050790291080258E-2</c:v>
                      </c:pt>
                      <c:pt idx="34" formatCode="0.0%">
                        <c:v>3.0147325306410178E-2</c:v>
                      </c:pt>
                      <c:pt idx="35" formatCode="0.0%">
                        <c:v>3.2213865736933744E-2</c:v>
                      </c:pt>
                      <c:pt idx="36" formatCode="0.0%">
                        <c:v>2.4948613416677867E-2</c:v>
                      </c:pt>
                      <c:pt idx="37" formatCode="0.0%">
                        <c:v>2.9356715427296898E-2</c:v>
                      </c:pt>
                      <c:pt idx="38" formatCode="0.0%">
                        <c:v>3.1716717651393056E-2</c:v>
                      </c:pt>
                      <c:pt idx="39" formatCode="0.0%">
                        <c:v>3.8314797430003322E-2</c:v>
                      </c:pt>
                      <c:pt idx="40" formatCode="0.0%">
                        <c:v>4.2454670794727534E-2</c:v>
                      </c:pt>
                      <c:pt idx="41" formatCode="0.0%">
                        <c:v>3.866333832787805E-2</c:v>
                      </c:pt>
                      <c:pt idx="42" formatCode="0.0%">
                        <c:v>4.3656655210897455E-2</c:v>
                      </c:pt>
                      <c:pt idx="43" formatCode="0.0%">
                        <c:v>5.3167474273821513E-2</c:v>
                      </c:pt>
                      <c:pt idx="44" formatCode="0.0%">
                        <c:v>5.9468578067675137E-2</c:v>
                      </c:pt>
                      <c:pt idx="45" formatCode="0.0%">
                        <c:v>4.4690065392297251E-2</c:v>
                      </c:pt>
                      <c:pt idx="46" formatCode="0.0%">
                        <c:v>4.7955546363863899E-2</c:v>
                      </c:pt>
                      <c:pt idx="47" formatCode="0.0%">
                        <c:v>2.7572653624308163E-2</c:v>
                      </c:pt>
                      <c:pt idx="48" formatCode="0.0%">
                        <c:v>4.013453846032311E-2</c:v>
                      </c:pt>
                      <c:pt idx="49" formatCode="0.0%">
                        <c:v>4.4207856473628127E-2</c:v>
                      </c:pt>
                      <c:pt idx="50" formatCode="0.0%">
                        <c:v>0.10389324809485379</c:v>
                      </c:pt>
                      <c:pt idx="51" formatCode="0.0%">
                        <c:v>0.11823369261995764</c:v>
                      </c:pt>
                      <c:pt idx="52" formatCode="0.0%">
                        <c:v>0.1139346829550929</c:v>
                      </c:pt>
                      <c:pt idx="53" formatCode="0.0%">
                        <c:v>0.11438152620029451</c:v>
                      </c:pt>
                      <c:pt idx="54" formatCode="0.0%">
                        <c:v>0.10270658014424172</c:v>
                      </c:pt>
                      <c:pt idx="55" formatCode="0.0%">
                        <c:v>8.785653793157433E-2</c:v>
                      </c:pt>
                      <c:pt idx="56" formatCode="0.0%">
                        <c:v>7.3140928333808253E-2</c:v>
                      </c:pt>
                      <c:pt idx="57" formatCode="0.0%">
                        <c:v>6.6709429978898171E-2</c:v>
                      </c:pt>
                      <c:pt idx="58" formatCode="0.0%">
                        <c:v>4.3225437530775901E-2</c:v>
                      </c:pt>
                      <c:pt idx="59" formatCode="0.0%">
                        <c:v>4.3665145387324023E-2</c:v>
                      </c:pt>
                      <c:pt idx="60" formatCode="0.0%">
                        <c:v>4.5267759127845197E-2</c:v>
                      </c:pt>
                      <c:pt idx="61" formatCode="0.0%">
                        <c:v>3.6825180520352996E-2</c:v>
                      </c:pt>
                      <c:pt idx="62" formatCode="0.0%">
                        <c:v>-2.6247330290249171E-2</c:v>
                      </c:pt>
                      <c:pt idx="63" formatCode="0.0%">
                        <c:v>-3.7868056281857521E-2</c:v>
                      </c:pt>
                      <c:pt idx="64" formatCode="0.0%">
                        <c:v>-3.1230278823610291E-2</c:v>
                      </c:pt>
                      <c:pt idx="65" formatCode="0.0%">
                        <c:v>-2.3305787533765443E-2</c:v>
                      </c:pt>
                      <c:pt idx="66" formatCode="0.0%">
                        <c:v>-6.8711316677594336E-3</c:v>
                      </c:pt>
                      <c:pt idx="67" formatCode="0.0%">
                        <c:v>8.4824389437729852E-3</c:v>
                      </c:pt>
                      <c:pt idx="68" formatCode="0.0%">
                        <c:v>1.983096039147525E-2</c:v>
                      </c:pt>
                      <c:pt idx="69" formatCode="0.0%">
                        <c:v>3.217603334871888E-2</c:v>
                      </c:pt>
                      <c:pt idx="70" formatCode="0.0%">
                        <c:v>5.800040744687629E-2</c:v>
                      </c:pt>
                      <c:pt idx="71" formatCode="0.0%">
                        <c:v>7.8333109311523819E-2</c:v>
                      </c:pt>
                      <c:pt idx="72" formatCode="0.0%">
                        <c:v>7.7702379139142908E-2</c:v>
                      </c:pt>
                      <c:pt idx="73" formatCode="0.0%">
                        <c:v>8.8321756976687649E-2</c:v>
                      </c:pt>
                      <c:pt idx="74" formatCode="0.0%">
                        <c:v>9.5958640267888695E-2</c:v>
                      </c:pt>
                      <c:pt idx="75" formatCode="0.0%">
                        <c:v>0.10856148482296168</c:v>
                      </c:pt>
                      <c:pt idx="76" formatCode="0.0%">
                        <c:v>0.11116453550464089</c:v>
                      </c:pt>
                      <c:pt idx="77" formatCode="0.0%">
                        <c:v>0.12691025858010985</c:v>
                      </c:pt>
                      <c:pt idx="78" formatCode="0.0%">
                        <c:v>0.13576450127466</c:v>
                      </c:pt>
                      <c:pt idx="79" formatCode="0.0%">
                        <c:v>0.14110049283566384</c:v>
                      </c:pt>
                      <c:pt idx="80" formatCode="0.0%">
                        <c:v>0.14981209808824691</c:v>
                      </c:pt>
                      <c:pt idx="81" formatCode="0.0%">
                        <c:v>0.16289920968288563</c:v>
                      </c:pt>
                      <c:pt idx="82" formatCode="0.0%">
                        <c:v>0.15629559281448735</c:v>
                      </c:pt>
                      <c:pt idx="83" formatCode="0.0%">
                        <c:v>0.1674461016191604</c:v>
                      </c:pt>
                      <c:pt idx="84" formatCode="0.0%">
                        <c:v>0.16594996279576413</c:v>
                      </c:pt>
                      <c:pt idx="85" formatCode="0.0%">
                        <c:v>0.16013670430608196</c:v>
                      </c:pt>
                      <c:pt idx="86" formatCode="0.0%">
                        <c:v>0.14811408222604894</c:v>
                      </c:pt>
                      <c:pt idx="87" formatCode="0.0%">
                        <c:v>0.13967347345573922</c:v>
                      </c:pt>
                      <c:pt idx="88" formatCode="0.0%">
                        <c:v>0.12573321073532773</c:v>
                      </c:pt>
                      <c:pt idx="89" formatCode="0.0%">
                        <c:v>0.10902334226192245</c:v>
                      </c:pt>
                      <c:pt idx="90" formatCode="0.0%">
                        <c:v>8.7591274343359782E-2</c:v>
                      </c:pt>
                      <c:pt idx="91" formatCode="0.0%">
                        <c:v>8.0322989153792879E-2</c:v>
                      </c:pt>
                      <c:pt idx="92" formatCode="0.0%">
                        <c:v>7.1494508469853946E-2</c:v>
                      </c:pt>
                      <c:pt idx="93" formatCode="0.0%">
                        <c:v>5.6084866763776775E-2</c:v>
                      </c:pt>
                      <c:pt idx="94" formatCode="0.0%">
                        <c:v>4.338620204657162E-2</c:v>
                      </c:pt>
                      <c:pt idx="95" formatCode="0.0%">
                        <c:v>2.3127989848587216E-2</c:v>
                      </c:pt>
                      <c:pt idx="96" formatCode="0.0%">
                        <c:v>2.7984147999636777E-2</c:v>
                      </c:pt>
                      <c:pt idx="97" formatCode="0.0%">
                        <c:v>2.2454581252261407E-2</c:v>
                      </c:pt>
                      <c:pt idx="98" formatCode="0.0%">
                        <c:v>2.7976637854766784E-2</c:v>
                      </c:pt>
                      <c:pt idx="99" formatCode="0.0%">
                        <c:v>1.564657060928254E-2</c:v>
                      </c:pt>
                      <c:pt idx="100" formatCode="0.0%">
                        <c:v>1.9367479660063358E-2</c:v>
                      </c:pt>
                      <c:pt idx="101" formatCode="0.0%">
                        <c:v>2.9686285636685961E-2</c:v>
                      </c:pt>
                      <c:pt idx="102" formatCode="0.0%">
                        <c:v>3.5495225926007956E-2</c:v>
                      </c:pt>
                      <c:pt idx="103" formatCode="0.0%">
                        <c:v>3.1489618244302076E-2</c:v>
                      </c:pt>
                      <c:pt idx="104" formatCode="0.0%">
                        <c:v>2.7663522978442323E-2</c:v>
                      </c:pt>
                      <c:pt idx="105" formatCode="0.0%">
                        <c:v>3.3373160253740375E-2</c:v>
                      </c:pt>
                      <c:pt idx="106" formatCode="0.0%">
                        <c:v>4.5312772819607661E-2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F5AE-40D5-9F16-3E15EAD7E209}"/>
                  </c:ext>
                </c:extLst>
              </c15:ser>
            </c15:filteredLineSeries>
            <c15:filteredLineSeries>
              <c15:ser>
                <c:idx val="6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Hoja1!$H$2</c15:sqref>
                        </c15:formulaRef>
                      </c:ext>
                    </c:extLst>
                    <c:strCache>
                      <c:ptCount val="1"/>
                      <c:pt idx="0">
                        <c:v>Consumo</c:v>
                      </c:pt>
                    </c:strCache>
                  </c:strRef>
                </c:tx>
                <c:spPr>
                  <a:ln w="28575" cap="rnd">
                    <a:solidFill>
                      <a:schemeClr val="accent1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Hoja1!$H$3:$H$109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12" formatCode="0.0%">
                        <c:v>0.13518972437135712</c:v>
                      </c:pt>
                      <c:pt idx="13" formatCode="0.0%">
                        <c:v>0.1343317298198492</c:v>
                      </c:pt>
                      <c:pt idx="14" formatCode="0.0%">
                        <c:v>0.13696574449494214</c:v>
                      </c:pt>
                      <c:pt idx="15" formatCode="0.0%">
                        <c:v>0.13175670733176981</c:v>
                      </c:pt>
                      <c:pt idx="16" formatCode="0.0%">
                        <c:v>0.13027389293297875</c:v>
                      </c:pt>
                      <c:pt idx="17" formatCode="0.0%">
                        <c:v>0.1228762057460866</c:v>
                      </c:pt>
                      <c:pt idx="18" formatCode="0.0%">
                        <c:v>0.12075799943473386</c:v>
                      </c:pt>
                      <c:pt idx="19" formatCode="0.0%">
                        <c:v>0.1153071081788164</c:v>
                      </c:pt>
                      <c:pt idx="20" formatCode="0.0%">
                        <c:v>0.11193647545851748</c:v>
                      </c:pt>
                      <c:pt idx="21" formatCode="0.0%">
                        <c:v>0.10815569140060766</c:v>
                      </c:pt>
                      <c:pt idx="22" formatCode="0.0%">
                        <c:v>0.1051479465866092</c:v>
                      </c:pt>
                      <c:pt idx="23" formatCode="0.0%">
                        <c:v>9.6875914067120483E-2</c:v>
                      </c:pt>
                      <c:pt idx="24" formatCode="0.0%">
                        <c:v>9.3299305577946523E-2</c:v>
                      </c:pt>
                      <c:pt idx="25" formatCode="0.0%">
                        <c:v>9.1671313565523382E-2</c:v>
                      </c:pt>
                      <c:pt idx="26" formatCode="0.0%">
                        <c:v>8.6320193275228219E-2</c:v>
                      </c:pt>
                      <c:pt idx="27" formatCode="0.0%">
                        <c:v>8.8512761915613414E-2</c:v>
                      </c:pt>
                      <c:pt idx="28" formatCode="0.0%">
                        <c:v>8.6048192276869662E-2</c:v>
                      </c:pt>
                      <c:pt idx="29" formatCode="0.0%">
                        <c:v>8.2936997402843105E-2</c:v>
                      </c:pt>
                      <c:pt idx="30" formatCode="0.0%">
                        <c:v>8.1963189442365136E-2</c:v>
                      </c:pt>
                      <c:pt idx="31" formatCode="0.0%">
                        <c:v>8.4749574853007825E-2</c:v>
                      </c:pt>
                      <c:pt idx="32" formatCode="0.0%">
                        <c:v>8.3955627934311439E-2</c:v>
                      </c:pt>
                      <c:pt idx="33" formatCode="0.0%">
                        <c:v>8.7149432238154079E-2</c:v>
                      </c:pt>
                      <c:pt idx="34" formatCode="0.0%">
                        <c:v>8.9152731114388928E-2</c:v>
                      </c:pt>
                      <c:pt idx="35" formatCode="0.0%">
                        <c:v>9.2138962399517244E-2</c:v>
                      </c:pt>
                      <c:pt idx="36" formatCode="0.0%">
                        <c:v>9.5367558519655837E-2</c:v>
                      </c:pt>
                      <c:pt idx="37" formatCode="0.0%">
                        <c:v>9.8088770324328056E-2</c:v>
                      </c:pt>
                      <c:pt idx="38" formatCode="0.0%">
                        <c:v>0.10496330693049982</c:v>
                      </c:pt>
                      <c:pt idx="39" formatCode="0.0%">
                        <c:v>0.10802635333258115</c:v>
                      </c:pt>
                      <c:pt idx="40" formatCode="0.0%">
                        <c:v>0.11406107238946395</c:v>
                      </c:pt>
                      <c:pt idx="41" formatCode="0.0%">
                        <c:v>0.11843062896542844</c:v>
                      </c:pt>
                      <c:pt idx="42" formatCode="0.0%">
                        <c:v>0.12726258067859186</c:v>
                      </c:pt>
                      <c:pt idx="43" formatCode="0.0%">
                        <c:v>0.13189825550234691</c:v>
                      </c:pt>
                      <c:pt idx="44" formatCode="0.0%">
                        <c:v>0.14261900937345362</c:v>
                      </c:pt>
                      <c:pt idx="45" formatCode="0.0%">
                        <c:v>0.14888902137090154</c:v>
                      </c:pt>
                      <c:pt idx="46" formatCode="0.0%">
                        <c:v>0.15074017378032178</c:v>
                      </c:pt>
                      <c:pt idx="47" formatCode="0.0%">
                        <c:v>0.15740121888880099</c:v>
                      </c:pt>
                      <c:pt idx="48" formatCode="0.0%">
                        <c:v>0.16225283191322282</c:v>
                      </c:pt>
                      <c:pt idx="49" formatCode="0.0%">
                        <c:v>0.16821510050679644</c:v>
                      </c:pt>
                      <c:pt idx="50" formatCode="0.0%">
                        <c:v>0.15886488323977499</c:v>
                      </c:pt>
                      <c:pt idx="51" formatCode="0.0%">
                        <c:v>0.12842845013816251</c:v>
                      </c:pt>
                      <c:pt idx="52" formatCode="0.0%">
                        <c:v>0.10188944036221259</c:v>
                      </c:pt>
                      <c:pt idx="53" formatCode="0.0%">
                        <c:v>8.6970028396984977E-2</c:v>
                      </c:pt>
                      <c:pt idx="54" formatCode="0.0%">
                        <c:v>6.8050835338500537E-2</c:v>
                      </c:pt>
                      <c:pt idx="55" formatCode="0.0%">
                        <c:v>5.1479466039592969E-2</c:v>
                      </c:pt>
                      <c:pt idx="56" formatCode="0.0%">
                        <c:v>4.0447211344324163E-2</c:v>
                      </c:pt>
                      <c:pt idx="57" formatCode="0.0%">
                        <c:v>3.3903238600402563E-2</c:v>
                      </c:pt>
                      <c:pt idx="58" formatCode="0.0%">
                        <c:v>2.8441544321663459E-2</c:v>
                      </c:pt>
                      <c:pt idx="59" formatCode="0.0%">
                        <c:v>2.035180663474967E-2</c:v>
                      </c:pt>
                      <c:pt idx="60" formatCode="0.0%">
                        <c:v>9.474792502797369E-3</c:v>
                      </c:pt>
                      <c:pt idx="61" formatCode="0.0%">
                        <c:v>2.2973543101245664E-3</c:v>
                      </c:pt>
                      <c:pt idx="62" formatCode="0.0%">
                        <c:v>5.5264489862929533E-3</c:v>
                      </c:pt>
                      <c:pt idx="63" formatCode="0.0%">
                        <c:v>2.5534418580773988E-2</c:v>
                      </c:pt>
                      <c:pt idx="64" formatCode="0.0%">
                        <c:v>3.7132238770160253E-2</c:v>
                      </c:pt>
                      <c:pt idx="65" formatCode="0.0%">
                        <c:v>5.0118494372813904E-2</c:v>
                      </c:pt>
                      <c:pt idx="66" formatCode="0.0%">
                        <c:v>6.5842249632583894E-2</c:v>
                      </c:pt>
                      <c:pt idx="67" formatCode="0.0%">
                        <c:v>8.3432686602260997E-2</c:v>
                      </c:pt>
                      <c:pt idx="68" formatCode="0.0%">
                        <c:v>9.5108382173109574E-2</c:v>
                      </c:pt>
                      <c:pt idx="69" formatCode="0.0%">
                        <c:v>0.10425440035714262</c:v>
                      </c:pt>
                      <c:pt idx="70" formatCode="0.0%">
                        <c:v>0.11624907172484455</c:v>
                      </c:pt>
                      <c:pt idx="71" formatCode="0.0%">
                        <c:v>0.12759580406431237</c:v>
                      </c:pt>
                      <c:pt idx="72" formatCode="0.0%">
                        <c:v>0.14483323340773713</c:v>
                      </c:pt>
                      <c:pt idx="73" formatCode="0.0%">
                        <c:v>0.16202321981078649</c:v>
                      </c:pt>
                      <c:pt idx="74" formatCode="0.0%">
                        <c:v>0.17894769259038656</c:v>
                      </c:pt>
                      <c:pt idx="75" formatCode="0.0%">
                        <c:v>0.19501351597270222</c:v>
                      </c:pt>
                      <c:pt idx="76" formatCode="0.0%">
                        <c:v>0.21740490577686189</c:v>
                      </c:pt>
                      <c:pt idx="77" formatCode="0.0%">
                        <c:v>0.22775800358953258</c:v>
                      </c:pt>
                      <c:pt idx="78" formatCode="0.0%">
                        <c:v>0.2260419074394906</c:v>
                      </c:pt>
                      <c:pt idx="79" formatCode="0.0%">
                        <c:v>0.22723101554639791</c:v>
                      </c:pt>
                      <c:pt idx="80" formatCode="0.0%">
                        <c:v>0.22329251873325351</c:v>
                      </c:pt>
                      <c:pt idx="81" formatCode="0.0%">
                        <c:v>0.21306302876916217</c:v>
                      </c:pt>
                      <c:pt idx="82" formatCode="0.0%">
                        <c:v>0.19789330938946081</c:v>
                      </c:pt>
                      <c:pt idx="83" formatCode="0.0%">
                        <c:v>0.1828985516471815</c:v>
                      </c:pt>
                      <c:pt idx="84" formatCode="0.0%">
                        <c:v>0.16598730540245898</c:v>
                      </c:pt>
                      <c:pt idx="85" formatCode="0.0%">
                        <c:v>0.1416731123488093</c:v>
                      </c:pt>
                      <c:pt idx="86" formatCode="0.0%">
                        <c:v>0.11827054650607982</c:v>
                      </c:pt>
                      <c:pt idx="87" formatCode="0.0%">
                        <c:v>9.747020280799501E-2</c:v>
                      </c:pt>
                      <c:pt idx="88" formatCode="0.0%">
                        <c:v>7.5568939874826047E-2</c:v>
                      </c:pt>
                      <c:pt idx="89" formatCode="0.0%">
                        <c:v>5.2679186467932126E-2</c:v>
                      </c:pt>
                      <c:pt idx="90" formatCode="0.0%">
                        <c:v>3.9161555783689073E-2</c:v>
                      </c:pt>
                      <c:pt idx="91" formatCode="0.0%">
                        <c:v>2.3750883626602937E-2</c:v>
                      </c:pt>
                      <c:pt idx="92" formatCode="0.0%">
                        <c:v>7.8708452673308393E-3</c:v>
                      </c:pt>
                      <c:pt idx="93" formatCode="0.0%">
                        <c:v>-5.0255243127786953E-3</c:v>
                      </c:pt>
                      <c:pt idx="94" formatCode="0.0%">
                        <c:v>-1.4577030866832708E-2</c:v>
                      </c:pt>
                      <c:pt idx="95" formatCode="0.0%">
                        <c:v>-2.3899403182119694E-2</c:v>
                      </c:pt>
                      <c:pt idx="96" formatCode="0.0%">
                        <c:v>-3.1007005817605737E-2</c:v>
                      </c:pt>
                      <c:pt idx="97" formatCode="0.0%">
                        <c:v>-3.6406640267392376E-2</c:v>
                      </c:pt>
                      <c:pt idx="98" formatCode="0.0%">
                        <c:v>-4.1181454709611764E-2</c:v>
                      </c:pt>
                      <c:pt idx="99" formatCode="0.0%">
                        <c:v>-4.2762796102112977E-2</c:v>
                      </c:pt>
                      <c:pt idx="100" formatCode="0.0%">
                        <c:v>-4.6092078438378925E-2</c:v>
                      </c:pt>
                      <c:pt idx="101" formatCode="0.0%">
                        <c:v>-4.7477532407872447E-2</c:v>
                      </c:pt>
                      <c:pt idx="102" formatCode="0.0%">
                        <c:v>-4.8831107682091091E-2</c:v>
                      </c:pt>
                      <c:pt idx="103" formatCode="0.0%">
                        <c:v>-5.1189663686132092E-2</c:v>
                      </c:pt>
                      <c:pt idx="104" formatCode="0.0%">
                        <c:v>-5.046175967595401E-2</c:v>
                      </c:pt>
                      <c:pt idx="105" formatCode="0.0%">
                        <c:v>-4.6390051183215819E-2</c:v>
                      </c:pt>
                      <c:pt idx="106" formatCode="0.0%">
                        <c:v>-3.5430640157817161E-2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B-F5AE-40D5-9F16-3E15EAD7E209}"/>
                  </c:ext>
                </c:extLst>
              </c15:ser>
            </c15:filteredLineSeries>
            <c15:filteredLineSeries>
              <c15:ser>
                <c:idx val="7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Hoja1!$I$2</c15:sqref>
                        </c15:formulaRef>
                      </c:ext>
                    </c:extLst>
                    <c:strCache>
                      <c:ptCount val="1"/>
                      <c:pt idx="0">
                        <c:v>Vivienda</c:v>
                      </c:pt>
                    </c:strCache>
                  </c:strRef>
                </c:tx>
                <c:spPr>
                  <a:ln w="28575" cap="rnd">
                    <a:solidFill>
                      <a:schemeClr val="accent2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Hoja1!$I$3:$I$109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12" formatCode="0.0%">
                        <c:v>0.14867147388048929</c:v>
                      </c:pt>
                      <c:pt idx="13" formatCode="0.0%">
                        <c:v>0.14908716121752819</c:v>
                      </c:pt>
                      <c:pt idx="14" formatCode="0.0%">
                        <c:v>0.1396129631343499</c:v>
                      </c:pt>
                      <c:pt idx="15" formatCode="0.0%">
                        <c:v>0.13314927094790052</c:v>
                      </c:pt>
                      <c:pt idx="16" formatCode="0.0%">
                        <c:v>0.12875333927492827</c:v>
                      </c:pt>
                      <c:pt idx="17" formatCode="0.0%">
                        <c:v>0.11541783689409324</c:v>
                      </c:pt>
                      <c:pt idx="18" formatCode="0.0%">
                        <c:v>0.11258245327781791</c:v>
                      </c:pt>
                      <c:pt idx="19" formatCode="0.0%">
                        <c:v>0.11070472661443831</c:v>
                      </c:pt>
                      <c:pt idx="20" formatCode="0.0%">
                        <c:v>0.11924295853248856</c:v>
                      </c:pt>
                      <c:pt idx="21" formatCode="0.0%">
                        <c:v>0.11501759234076259</c:v>
                      </c:pt>
                      <c:pt idx="22" formatCode="0.0%">
                        <c:v>0.1139986490965621</c:v>
                      </c:pt>
                      <c:pt idx="23" formatCode="0.0%">
                        <c:v>0.11380420637960076</c:v>
                      </c:pt>
                      <c:pt idx="24" formatCode="0.0%">
                        <c:v>0.11268508577564229</c:v>
                      </c:pt>
                      <c:pt idx="25" formatCode="0.0%">
                        <c:v>0.10293026973705111</c:v>
                      </c:pt>
                      <c:pt idx="26" formatCode="0.0%">
                        <c:v>0.11261617602811946</c:v>
                      </c:pt>
                      <c:pt idx="27" formatCode="0.0%">
                        <c:v>0.11419979763187649</c:v>
                      </c:pt>
                      <c:pt idx="28" formatCode="0.0%">
                        <c:v>0.11511687614061628</c:v>
                      </c:pt>
                      <c:pt idx="29" formatCode="0.0%">
                        <c:v>0.12520719472102426</c:v>
                      </c:pt>
                      <c:pt idx="30" formatCode="0.0%">
                        <c:v>0.1168784959636664</c:v>
                      </c:pt>
                      <c:pt idx="31" formatCode="0.0%">
                        <c:v>0.11700534113610828</c:v>
                      </c:pt>
                      <c:pt idx="32" formatCode="0.0%">
                        <c:v>0.11580094865670065</c:v>
                      </c:pt>
                      <c:pt idx="33" formatCode="0.0%">
                        <c:v>0.11884281887692238</c:v>
                      </c:pt>
                      <c:pt idx="34" formatCode="0.0%">
                        <c:v>0.12494634154520878</c:v>
                      </c:pt>
                      <c:pt idx="35" formatCode="0.0%">
                        <c:v>0.12172634004473104</c:v>
                      </c:pt>
                      <c:pt idx="36" formatCode="0.0%">
                        <c:v>0.1249591725628616</c:v>
                      </c:pt>
                      <c:pt idx="37" formatCode="0.0%">
                        <c:v>0.12855515757103109</c:v>
                      </c:pt>
                      <c:pt idx="38" formatCode="0.0%">
                        <c:v>0.12249172201276037</c:v>
                      </c:pt>
                      <c:pt idx="39" formatCode="0.0%">
                        <c:v>0.11319666548358409</c:v>
                      </c:pt>
                      <c:pt idx="40" formatCode="0.0%">
                        <c:v>0.10629107843109553</c:v>
                      </c:pt>
                      <c:pt idx="41" formatCode="0.0%">
                        <c:v>0.10349059083470213</c:v>
                      </c:pt>
                      <c:pt idx="42" formatCode="0.0%">
                        <c:v>0.11274918935480938</c:v>
                      </c:pt>
                      <c:pt idx="43" formatCode="0.0%">
                        <c:v>0.10884343354663661</c:v>
                      </c:pt>
                      <c:pt idx="44" formatCode="0.0%">
                        <c:v>0.10905724832473118</c:v>
                      </c:pt>
                      <c:pt idx="45" formatCode="0.0%">
                        <c:v>0.10391981552281715</c:v>
                      </c:pt>
                      <c:pt idx="46" formatCode="0.0%">
                        <c:v>0.1006890029305052</c:v>
                      </c:pt>
                      <c:pt idx="47" formatCode="0.0%">
                        <c:v>9.9185668351332801E-2</c:v>
                      </c:pt>
                      <c:pt idx="48" formatCode="0.0%">
                        <c:v>9.8684277741887039E-2</c:v>
                      </c:pt>
                      <c:pt idx="49" formatCode="0.0%">
                        <c:v>9.9115554277340756E-2</c:v>
                      </c:pt>
                      <c:pt idx="50" formatCode="0.0%">
                        <c:v>9.3842313447843884E-2</c:v>
                      </c:pt>
                      <c:pt idx="51" formatCode="0.0%">
                        <c:v>9.2353911045679027E-2</c:v>
                      </c:pt>
                      <c:pt idx="52" formatCode="0.0%">
                        <c:v>9.0108720417227062E-2</c:v>
                      </c:pt>
                      <c:pt idx="53" formatCode="0.0%">
                        <c:v>8.609513218052478E-2</c:v>
                      </c:pt>
                      <c:pt idx="54" formatCode="0.0%">
                        <c:v>7.9604560774162225E-2</c:v>
                      </c:pt>
                      <c:pt idx="55" formatCode="0.0%">
                        <c:v>7.5372459261063174E-2</c:v>
                      </c:pt>
                      <c:pt idx="56" formatCode="0.0%">
                        <c:v>6.9160630694630409E-2</c:v>
                      </c:pt>
                      <c:pt idx="57" formatCode="0.0%">
                        <c:v>7.0439444674957219E-2</c:v>
                      </c:pt>
                      <c:pt idx="58" formatCode="0.0%">
                        <c:v>7.0047397019049384E-2</c:v>
                      </c:pt>
                      <c:pt idx="59" formatCode="0.0%">
                        <c:v>7.0555498524184079E-2</c:v>
                      </c:pt>
                      <c:pt idx="60" formatCode="0.0%">
                        <c:v>6.7359118060727363E-2</c:v>
                      </c:pt>
                      <c:pt idx="61" formatCode="0.0%">
                        <c:v>7.1019978118092464E-2</c:v>
                      </c:pt>
                      <c:pt idx="62" formatCode="0.0%">
                        <c:v>7.8396186623828301E-2</c:v>
                      </c:pt>
                      <c:pt idx="63" formatCode="0.0%">
                        <c:v>8.909364241947948E-2</c:v>
                      </c:pt>
                      <c:pt idx="64" formatCode="0.0%">
                        <c:v>9.701692188426736E-2</c:v>
                      </c:pt>
                      <c:pt idx="65" formatCode="0.0%">
                        <c:v>9.985115594080396E-2</c:v>
                      </c:pt>
                      <c:pt idx="66" formatCode="0.0%">
                        <c:v>0.10934417053769097</c:v>
                      </c:pt>
                      <c:pt idx="67" formatCode="0.0%">
                        <c:v>0.11940659099761253</c:v>
                      </c:pt>
                      <c:pt idx="68" formatCode="0.0%">
                        <c:v>0.1298185808488781</c:v>
                      </c:pt>
                      <c:pt idx="69" formatCode="0.0%">
                        <c:v>0.13324464924447321</c:v>
                      </c:pt>
                      <c:pt idx="70" formatCode="0.0%">
                        <c:v>0.13896371376657224</c:v>
                      </c:pt>
                      <c:pt idx="71" formatCode="0.0%">
                        <c:v>0.14252934527311223</c:v>
                      </c:pt>
                      <c:pt idx="72" formatCode="0.0%">
                        <c:v>0.14666527467562829</c:v>
                      </c:pt>
                      <c:pt idx="73" formatCode="0.0%">
                        <c:v>0.14770138003459077</c:v>
                      </c:pt>
                      <c:pt idx="74" formatCode="0.0%">
                        <c:v>0.15099143275136639</c:v>
                      </c:pt>
                      <c:pt idx="75" formatCode="0.0%">
                        <c:v>0.14993714825023718</c:v>
                      </c:pt>
                      <c:pt idx="76" formatCode="0.0%">
                        <c:v>0.15258089037363121</c:v>
                      </c:pt>
                      <c:pt idx="77" formatCode="0.0%">
                        <c:v>0.15786772043531028</c:v>
                      </c:pt>
                      <c:pt idx="78" formatCode="0.0%">
                        <c:v>0.15649305672976266</c:v>
                      </c:pt>
                      <c:pt idx="79" formatCode="0.0%">
                        <c:v>0.1550405403026629</c:v>
                      </c:pt>
                      <c:pt idx="80" formatCode="0.0%">
                        <c:v>0.15210909985721188</c:v>
                      </c:pt>
                      <c:pt idx="81" formatCode="0.0%">
                        <c:v>0.15170500457042668</c:v>
                      </c:pt>
                      <c:pt idx="82" formatCode="0.0%">
                        <c:v>0.14984643870914827</c:v>
                      </c:pt>
                      <c:pt idx="83" formatCode="0.0%">
                        <c:v>0.14595921136043088</c:v>
                      </c:pt>
                      <c:pt idx="84" formatCode="0.0%">
                        <c:v>0.14227315764119708</c:v>
                      </c:pt>
                      <c:pt idx="85" formatCode="0.0%">
                        <c:v>0.13344553447605256</c:v>
                      </c:pt>
                      <c:pt idx="86" formatCode="0.0%">
                        <c:v>0.12454266699477312</c:v>
                      </c:pt>
                      <c:pt idx="87" formatCode="0.0%">
                        <c:v>0.11717028269354235</c:v>
                      </c:pt>
                      <c:pt idx="88" formatCode="0.0%">
                        <c:v>0.10964022662427619</c:v>
                      </c:pt>
                      <c:pt idx="89" formatCode="0.0%">
                        <c:v>0.10337556362772204</c:v>
                      </c:pt>
                      <c:pt idx="90" formatCode="0.0%">
                        <c:v>9.5664920191696368E-2</c:v>
                      </c:pt>
                      <c:pt idx="91" formatCode="0.0%">
                        <c:v>9.1416222535373182E-2</c:v>
                      </c:pt>
                      <c:pt idx="92" formatCode="0.0%">
                        <c:v>8.8238440048661326E-2</c:v>
                      </c:pt>
                      <c:pt idx="93" formatCode="0.0%">
                        <c:v>8.6331140284325203E-2</c:v>
                      </c:pt>
                      <c:pt idx="94" formatCode="0.0%">
                        <c:v>8.446509195659524E-2</c:v>
                      </c:pt>
                      <c:pt idx="95" formatCode="0.0%">
                        <c:v>8.2759638715176109E-2</c:v>
                      </c:pt>
                      <c:pt idx="96" formatCode="0.0%">
                        <c:v>8.5372707101670553E-2</c:v>
                      </c:pt>
                      <c:pt idx="97" formatCode="0.0%">
                        <c:v>8.5684909835874512E-2</c:v>
                      </c:pt>
                      <c:pt idx="98" formatCode="0.0%">
                        <c:v>8.0970290633567421E-2</c:v>
                      </c:pt>
                      <c:pt idx="99" formatCode="0.0%">
                        <c:v>8.236291121174677E-2</c:v>
                      </c:pt>
                      <c:pt idx="100" formatCode="0.0%">
                        <c:v>8.3159310661681252E-2</c:v>
                      </c:pt>
                      <c:pt idx="101" formatCode="0.0%">
                        <c:v>8.1312257479623895E-2</c:v>
                      </c:pt>
                      <c:pt idx="102" formatCode="0.0%">
                        <c:v>8.1021730877935294E-2</c:v>
                      </c:pt>
                      <c:pt idx="103" formatCode="0.0%">
                        <c:v>8.0052691602024106E-2</c:v>
                      </c:pt>
                      <c:pt idx="104" formatCode="0.0%">
                        <c:v>7.8454804299671776E-2</c:v>
                      </c:pt>
                      <c:pt idx="105" formatCode="0.0%">
                        <c:v>7.6991612122962128E-2</c:v>
                      </c:pt>
                      <c:pt idx="106" formatCode="0.0%">
                        <c:v>7.7255679298815938E-2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C-F5AE-40D5-9F16-3E15EAD7E209}"/>
                  </c:ext>
                </c:extLst>
              </c15:ser>
            </c15:filteredLineSeries>
            <c15:filteredLineSeries>
              <c15:ser>
                <c:idx val="8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Hoja1!$J$2</c15:sqref>
                        </c15:formulaRef>
                      </c:ext>
                    </c:extLst>
                    <c:strCache>
                      <c:ptCount val="1"/>
                      <c:pt idx="0">
                        <c:v>Microcrédito</c:v>
                      </c:pt>
                    </c:strCache>
                  </c:strRef>
                </c:tx>
                <c:spPr>
                  <a:ln w="28575" cap="rnd">
                    <a:solidFill>
                      <a:schemeClr val="accent3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Hoja1!$J$3:$J$109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12" formatCode="0.0%">
                        <c:v>7.3492331696691782E-2</c:v>
                      </c:pt>
                      <c:pt idx="13" formatCode="0.0%">
                        <c:v>7.5944671775588057E-2</c:v>
                      </c:pt>
                      <c:pt idx="14" formatCode="0.0%">
                        <c:v>8.1154892898544162E-2</c:v>
                      </c:pt>
                      <c:pt idx="15" formatCode="0.0%">
                        <c:v>7.5271218028084119E-2</c:v>
                      </c:pt>
                      <c:pt idx="16" formatCode="0.0%">
                        <c:v>7.3017726092639013E-2</c:v>
                      </c:pt>
                      <c:pt idx="17" formatCode="0.0%">
                        <c:v>8.580207818440444E-2</c:v>
                      </c:pt>
                      <c:pt idx="18" formatCode="0.0%">
                        <c:v>8.8946000063908182E-2</c:v>
                      </c:pt>
                      <c:pt idx="19" formatCode="0.0%">
                        <c:v>8.4140822401729709E-2</c:v>
                      </c:pt>
                      <c:pt idx="20" formatCode="0.0%">
                        <c:v>8.179277137214469E-2</c:v>
                      </c:pt>
                      <c:pt idx="21" formatCode="0.0%">
                        <c:v>7.792994250886176E-2</c:v>
                      </c:pt>
                      <c:pt idx="22" formatCode="0.0%">
                        <c:v>7.7776668826551765E-2</c:v>
                      </c:pt>
                      <c:pt idx="23" formatCode="0.0%">
                        <c:v>7.7394804819716168E-2</c:v>
                      </c:pt>
                      <c:pt idx="24" formatCode="0.0%">
                        <c:v>7.5752403098269916E-2</c:v>
                      </c:pt>
                      <c:pt idx="25" formatCode="0.0%">
                        <c:v>7.4893434062940134E-2</c:v>
                      </c:pt>
                      <c:pt idx="26" formatCode="0.0%">
                        <c:v>6.7102655662558686E-2</c:v>
                      </c:pt>
                      <c:pt idx="27" formatCode="0.0%">
                        <c:v>6.7416368488293799E-2</c:v>
                      </c:pt>
                      <c:pt idx="28" formatCode="0.0%">
                        <c:v>6.7853399361409217E-2</c:v>
                      </c:pt>
                      <c:pt idx="29" formatCode="0.0%">
                        <c:v>5.4241115865806266E-2</c:v>
                      </c:pt>
                      <c:pt idx="30" formatCode="0.0%">
                        <c:v>4.624083346554797E-2</c:v>
                      </c:pt>
                      <c:pt idx="31" formatCode="0.0%">
                        <c:v>4.1716999305922098E-2</c:v>
                      </c:pt>
                      <c:pt idx="32" formatCode="0.0%">
                        <c:v>3.4251005179128935E-2</c:v>
                      </c:pt>
                      <c:pt idx="33" formatCode="0.0%">
                        <c:v>3.8000339615270384E-2</c:v>
                      </c:pt>
                      <c:pt idx="34" formatCode="0.0%">
                        <c:v>3.8570986405764174E-2</c:v>
                      </c:pt>
                      <c:pt idx="35" formatCode="0.0%">
                        <c:v>3.5324710686266192E-2</c:v>
                      </c:pt>
                      <c:pt idx="36" formatCode="0.0%">
                        <c:v>3.5714692880975951E-2</c:v>
                      </c:pt>
                      <c:pt idx="37" formatCode="0.0%">
                        <c:v>3.4387287724526594E-2</c:v>
                      </c:pt>
                      <c:pt idx="38" formatCode="0.0%">
                        <c:v>3.6583910549808252E-2</c:v>
                      </c:pt>
                      <c:pt idx="39" formatCode="0.0%">
                        <c:v>3.334640186094151E-2</c:v>
                      </c:pt>
                      <c:pt idx="40" formatCode="0.0%">
                        <c:v>3.0518222647016868E-2</c:v>
                      </c:pt>
                      <c:pt idx="41" formatCode="0.0%">
                        <c:v>2.8716807554840074E-2</c:v>
                      </c:pt>
                      <c:pt idx="42" formatCode="0.0%">
                        <c:v>3.3641517021332001E-2</c:v>
                      </c:pt>
                      <c:pt idx="43" formatCode="0.0%">
                        <c:v>3.4890511096018928E-2</c:v>
                      </c:pt>
                      <c:pt idx="44" formatCode="0.0%">
                        <c:v>4.0333042291153864E-2</c:v>
                      </c:pt>
                      <c:pt idx="45" formatCode="0.0%">
                        <c:v>4.1613160168223695E-2</c:v>
                      </c:pt>
                      <c:pt idx="46" formatCode="0.0%">
                        <c:v>3.7168161166278413E-2</c:v>
                      </c:pt>
                      <c:pt idx="47" formatCode="0.0%">
                        <c:v>5.4353977880909898E-2</c:v>
                      </c:pt>
                      <c:pt idx="48" formatCode="0.0%">
                        <c:v>5.2866246833404462E-2</c:v>
                      </c:pt>
                      <c:pt idx="49" formatCode="0.0%">
                        <c:v>5.29196056917145E-2</c:v>
                      </c:pt>
                      <c:pt idx="50" formatCode="0.0%">
                        <c:v>4.5064063297541646E-2</c:v>
                      </c:pt>
                      <c:pt idx="51" formatCode="0.0%">
                        <c:v>3.4669187770928644E-2</c:v>
                      </c:pt>
                      <c:pt idx="52" formatCode="0.0%">
                        <c:v>2.4446851551522819E-2</c:v>
                      </c:pt>
                      <c:pt idx="53" formatCode="0.0%">
                        <c:v>2.0591432561011924E-2</c:v>
                      </c:pt>
                      <c:pt idx="54" formatCode="0.0%">
                        <c:v>1.2237268533592749E-2</c:v>
                      </c:pt>
                      <c:pt idx="55" formatCode="0.0%">
                        <c:v>8.0870888406676666E-3</c:v>
                      </c:pt>
                      <c:pt idx="56" formatCode="0.0%">
                        <c:v>7.1876300003124172E-3</c:v>
                      </c:pt>
                      <c:pt idx="57" formatCode="0.0%">
                        <c:v>1.7504228120446719E-2</c:v>
                      </c:pt>
                      <c:pt idx="58" formatCode="0.0%">
                        <c:v>2.0164421137189414E-2</c:v>
                      </c:pt>
                      <c:pt idx="59" formatCode="0.0%">
                        <c:v>9.1881550709675963E-3</c:v>
                      </c:pt>
                      <c:pt idx="60" formatCode="0.0%">
                        <c:v>9.4482066237373541E-3</c:v>
                      </c:pt>
                      <c:pt idx="61" formatCode="0.0%">
                        <c:v>1.2019468603980288E-2</c:v>
                      </c:pt>
                      <c:pt idx="62" formatCode="0.0%">
                        <c:v>2.3432749131246933E-2</c:v>
                      </c:pt>
                      <c:pt idx="63" formatCode="0.0%">
                        <c:v>3.3074974852582706E-2</c:v>
                      </c:pt>
                      <c:pt idx="64" formatCode="0.0%">
                        <c:v>3.8898733737031899E-2</c:v>
                      </c:pt>
                      <c:pt idx="65" formatCode="0.0%">
                        <c:v>4.4145381566378816E-2</c:v>
                      </c:pt>
                      <c:pt idx="66" formatCode="0.0%">
                        <c:v>5.6343219426069124E-2</c:v>
                      </c:pt>
                      <c:pt idx="67" formatCode="0.0%">
                        <c:v>7.1204741746319744E-2</c:v>
                      </c:pt>
                      <c:pt idx="68" formatCode="0.0%">
                        <c:v>8.3099411168105375E-2</c:v>
                      </c:pt>
                      <c:pt idx="69" formatCode="0.0%">
                        <c:v>7.9280103846594674E-2</c:v>
                      </c:pt>
                      <c:pt idx="70" formatCode="0.0%">
                        <c:v>9.0237872369647754E-2</c:v>
                      </c:pt>
                      <c:pt idx="71" formatCode="0.0%">
                        <c:v>8.9150156482385112E-2</c:v>
                      </c:pt>
                      <c:pt idx="72" formatCode="0.0%">
                        <c:v>9.6406397034340063E-2</c:v>
                      </c:pt>
                      <c:pt idx="73" formatCode="0.0%">
                        <c:v>0.10074624815572975</c:v>
                      </c:pt>
                      <c:pt idx="74" formatCode="0.0%">
                        <c:v>0.10629976581073786</c:v>
                      </c:pt>
                      <c:pt idx="75" formatCode="0.0%">
                        <c:v>0.11903590292887678</c:v>
                      </c:pt>
                      <c:pt idx="76" formatCode="0.0%">
                        <c:v>0.13538614151986872</c:v>
                      </c:pt>
                      <c:pt idx="77" formatCode="0.0%">
                        <c:v>0.14144625320207282</c:v>
                      </c:pt>
                      <c:pt idx="78" formatCode="0.0%">
                        <c:v>0.14045722769096813</c:v>
                      </c:pt>
                      <c:pt idx="79" formatCode="0.0%">
                        <c:v>0.14113583567067356</c:v>
                      </c:pt>
                      <c:pt idx="80" formatCode="0.0%">
                        <c:v>0.14601279353076091</c:v>
                      </c:pt>
                      <c:pt idx="81" formatCode="0.0%">
                        <c:v>0.14561651368069706</c:v>
                      </c:pt>
                      <c:pt idx="82" formatCode="0.0%">
                        <c:v>0.14289139860310129</c:v>
                      </c:pt>
                      <c:pt idx="83" formatCode="0.0%">
                        <c:v>0.14554555943649627</c:v>
                      </c:pt>
                      <c:pt idx="84" formatCode="0.0%">
                        <c:v>0.14567665038154165</c:v>
                      </c:pt>
                      <c:pt idx="85" formatCode="0.0%">
                        <c:v>0.14526883386513423</c:v>
                      </c:pt>
                      <c:pt idx="86" formatCode="0.0%">
                        <c:v>0.14976871716357842</c:v>
                      </c:pt>
                      <c:pt idx="87" formatCode="0.0%">
                        <c:v>0.14710835638260411</c:v>
                      </c:pt>
                      <c:pt idx="88" formatCode="0.0%">
                        <c:v>0.14702499615493481</c:v>
                      </c:pt>
                      <c:pt idx="89" formatCode="0.0%">
                        <c:v>0.14821082975075495</c:v>
                      </c:pt>
                      <c:pt idx="90" formatCode="0.0%">
                        <c:v>0.14605588000090952</c:v>
                      </c:pt>
                      <c:pt idx="91" formatCode="0.0%">
                        <c:v>0.14212683598940568</c:v>
                      </c:pt>
                      <c:pt idx="92" formatCode="0.0%">
                        <c:v>0.13104135120411908</c:v>
                      </c:pt>
                      <c:pt idx="93" formatCode="0.0%">
                        <c:v>0.12724802085088016</c:v>
                      </c:pt>
                      <c:pt idx="94" formatCode="0.0%">
                        <c:v>0.12235212827072317</c:v>
                      </c:pt>
                      <c:pt idx="95" formatCode="0.0%">
                        <c:v>0.11326469414713847</c:v>
                      </c:pt>
                      <c:pt idx="96" formatCode="0.0%">
                        <c:v>0.11036129216931756</c:v>
                      </c:pt>
                      <c:pt idx="97" formatCode="0.0%">
                        <c:v>0.10517451423732904</c:v>
                      </c:pt>
                      <c:pt idx="98" formatCode="0.0%">
                        <c:v>0.11888180503572299</c:v>
                      </c:pt>
                      <c:pt idx="99" formatCode="0.0%">
                        <c:v>0.11341768859351897</c:v>
                      </c:pt>
                      <c:pt idx="100" formatCode="0.0%">
                        <c:v>0.10702191669882377</c:v>
                      </c:pt>
                      <c:pt idx="101" formatCode="0.0%">
                        <c:v>9.1406817963148868E-2</c:v>
                      </c:pt>
                      <c:pt idx="102" formatCode="0.0%">
                        <c:v>8.7964110275879248E-2</c:v>
                      </c:pt>
                      <c:pt idx="103" formatCode="0.0%">
                        <c:v>8.0065839446495701E-2</c:v>
                      </c:pt>
                      <c:pt idx="104" formatCode="0.0%">
                        <c:v>7.4806552874181698E-2</c:v>
                      </c:pt>
                      <c:pt idx="105" formatCode="0.0%">
                        <c:v>7.7024685750171518E-2</c:v>
                      </c:pt>
                      <c:pt idx="106" formatCode="0.0%">
                        <c:v>7.7367882116953002E-2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D-F5AE-40D5-9F16-3E15EAD7E209}"/>
                  </c:ext>
                </c:extLst>
              </c15:ser>
            </c15:filteredLineSeries>
            <c15:filteredLineSeries>
              <c15:ser>
                <c:idx val="9"/>
                <c:order val="9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Hoja1!$K$2</c15:sqref>
                        </c15:formulaRef>
                      </c:ext>
                    </c:extLst>
                    <c:strCache>
                      <c:ptCount val="1"/>
                      <c:pt idx="0">
                        <c:v>Total</c:v>
                      </c:pt>
                    </c:strCache>
                  </c:strRef>
                </c:tx>
                <c:spPr>
                  <a:ln w="28575" cap="rnd">
                    <a:solidFill>
                      <a:schemeClr val="accent4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Hoja1!$K$3:$K$109</c15:sqref>
                        </c15:formulaRef>
                      </c:ext>
                    </c:extLst>
                    <c:numCache>
                      <c:formatCode>_-* #,##0_-;\-* #,##0_-;_-* "-"??_-;_-@_-</c:formatCode>
                      <c:ptCount val="107"/>
                      <c:pt idx="12" formatCode="0.0%">
                        <c:v>6.8042386481608652E-2</c:v>
                      </c:pt>
                      <c:pt idx="13" formatCode="0.0%">
                        <c:v>6.5019382701503314E-2</c:v>
                      </c:pt>
                      <c:pt idx="14" formatCode="0.0%">
                        <c:v>7.1767399843368995E-2</c:v>
                      </c:pt>
                      <c:pt idx="15" formatCode="0.0%">
                        <c:v>7.4157342449384878E-2</c:v>
                      </c:pt>
                      <c:pt idx="16" formatCode="0.0%">
                        <c:v>6.651015588056497E-2</c:v>
                      </c:pt>
                      <c:pt idx="17" formatCode="0.0%">
                        <c:v>7.17215400901412E-2</c:v>
                      </c:pt>
                      <c:pt idx="18" formatCode="0.0%">
                        <c:v>6.2160586544945939E-2</c:v>
                      </c:pt>
                      <c:pt idx="19" formatCode="0.0%">
                        <c:v>5.996010902847515E-2</c:v>
                      </c:pt>
                      <c:pt idx="20" formatCode="0.0%">
                        <c:v>6.4166244491533186E-2</c:v>
                      </c:pt>
                      <c:pt idx="21" formatCode="0.0%">
                        <c:v>6.262879410672495E-2</c:v>
                      </c:pt>
                      <c:pt idx="22" formatCode="0.0%">
                        <c:v>5.8059628708615252E-2</c:v>
                      </c:pt>
                      <c:pt idx="23" formatCode="0.0%">
                        <c:v>6.2139901060347169E-2</c:v>
                      </c:pt>
                      <c:pt idx="24" formatCode="0.0%">
                        <c:v>6.177649146975206E-2</c:v>
                      </c:pt>
                      <c:pt idx="25" formatCode="0.0%">
                        <c:v>5.9242005808052278E-2</c:v>
                      </c:pt>
                      <c:pt idx="26" formatCode="0.0%">
                        <c:v>6.0312279898993015E-2</c:v>
                      </c:pt>
                      <c:pt idx="27" formatCode="0.0%">
                        <c:v>5.6602466868365564E-2</c:v>
                      </c:pt>
                      <c:pt idx="28" formatCode="0.0%">
                        <c:v>5.583702063465501E-2</c:v>
                      </c:pt>
                      <c:pt idx="29" formatCode="0.0%">
                        <c:v>5.0638239690344866E-2</c:v>
                      </c:pt>
                      <c:pt idx="30" formatCode="0.0%">
                        <c:v>4.8862698655445902E-2</c:v>
                      </c:pt>
                      <c:pt idx="31" formatCode="0.0%">
                        <c:v>4.8433811920248093E-2</c:v>
                      </c:pt>
                      <c:pt idx="32" formatCode="0.0%">
                        <c:v>4.5411163019873246E-2</c:v>
                      </c:pt>
                      <c:pt idx="33" formatCode="0.0%">
                        <c:v>5.3495850964080605E-2</c:v>
                      </c:pt>
                      <c:pt idx="34" formatCode="0.0%">
                        <c:v>5.950101177299949E-2</c:v>
                      </c:pt>
                      <c:pt idx="35" formatCode="0.0%">
                        <c:v>6.1128112357687003E-2</c:v>
                      </c:pt>
                      <c:pt idx="36" formatCode="0.0%">
                        <c:v>5.866470786066369E-2</c:v>
                      </c:pt>
                      <c:pt idx="37" formatCode="0.0%">
                        <c:v>6.2245283743058266E-2</c:v>
                      </c:pt>
                      <c:pt idx="38" formatCode="0.0%">
                        <c:v>6.482322740757307E-2</c:v>
                      </c:pt>
                      <c:pt idx="39" formatCode="0.0%">
                        <c:v>6.8185114307202754E-2</c:v>
                      </c:pt>
                      <c:pt idx="40" formatCode="0.0%">
                        <c:v>7.1311577693324413E-2</c:v>
                      </c:pt>
                      <c:pt idx="41" formatCode="0.0%">
                        <c:v>7.0154535765825976E-2</c:v>
                      </c:pt>
                      <c:pt idx="42" formatCode="0.0%">
                        <c:v>7.7019183577254013E-2</c:v>
                      </c:pt>
                      <c:pt idx="43" formatCode="0.0%">
                        <c:v>8.3343223015511336E-2</c:v>
                      </c:pt>
                      <c:pt idx="44" formatCode="0.0%">
                        <c:v>9.0219908242541891E-2</c:v>
                      </c:pt>
                      <c:pt idx="45" formatCode="0.0%">
                        <c:v>8.3402282598171285E-2</c:v>
                      </c:pt>
                      <c:pt idx="46" formatCode="0.0%">
                        <c:v>8.5252076214785255E-2</c:v>
                      </c:pt>
                      <c:pt idx="47" formatCode="0.0%">
                        <c:v>7.6561805587753051E-2</c:v>
                      </c:pt>
                      <c:pt idx="48" formatCode="0.0%">
                        <c:v>8.5159325581720013E-2</c:v>
                      </c:pt>
                      <c:pt idx="49" formatCode="0.0%">
                        <c:v>8.904988972809913E-2</c:v>
                      </c:pt>
                      <c:pt idx="50" formatCode="0.0%">
                        <c:v>0.1173265299569517</c:v>
                      </c:pt>
                      <c:pt idx="51" formatCode="0.0%">
                        <c:v>0.11547461376429502</c:v>
                      </c:pt>
                      <c:pt idx="52" formatCode="0.0%">
                        <c:v>0.10464376858080704</c:v>
                      </c:pt>
                      <c:pt idx="53" formatCode="0.0%">
                        <c:v>9.9675509655179129E-2</c:v>
                      </c:pt>
                      <c:pt idx="54" formatCode="0.0%">
                        <c:v>8.6501362171942153E-2</c:v>
                      </c:pt>
                      <c:pt idx="55" formatCode="0.0%">
                        <c:v>7.281064075295296E-2</c:v>
                      </c:pt>
                      <c:pt idx="56" formatCode="0.0%">
                        <c:v>6.0718103718595096E-2</c:v>
                      </c:pt>
                      <c:pt idx="57" formatCode="0.0%">
                        <c:v>5.5646265065605549E-2</c:v>
                      </c:pt>
                      <c:pt idx="58" formatCode="0.0%">
                        <c:v>4.1669051320245787E-2</c:v>
                      </c:pt>
                      <c:pt idx="59" formatCode="0.0%">
                        <c:v>3.9068089242390691E-2</c:v>
                      </c:pt>
                      <c:pt idx="60" formatCode="0.0%">
                        <c:v>3.5926029373273938E-2</c:v>
                      </c:pt>
                      <c:pt idx="61" formatCode="0.0%">
                        <c:v>2.987817701248674E-2</c:v>
                      </c:pt>
                      <c:pt idx="62" formatCode="0.0%">
                        <c:v>-9.9972115559765484E-4</c:v>
                      </c:pt>
                      <c:pt idx="63" formatCode="0.0%">
                        <c:v>2.0685460536040701E-4</c:v>
                      </c:pt>
                      <c:pt idx="64" formatCode="0.0%">
                        <c:v>8.3582230919512224E-3</c:v>
                      </c:pt>
                      <c:pt idx="65" formatCode="0.0%">
                        <c:v>1.7078404649433665E-2</c:v>
                      </c:pt>
                      <c:pt idx="66" formatCode="0.0%">
                        <c:v>3.24938067136058E-2</c:v>
                      </c:pt>
                      <c:pt idx="67" formatCode="0.0%">
                        <c:v>4.8010178796245473E-2</c:v>
                      </c:pt>
                      <c:pt idx="68" formatCode="0.0%">
                        <c:v>5.9595449397402911E-2</c:v>
                      </c:pt>
                      <c:pt idx="69" formatCode="0.0%">
                        <c:v>6.9663042514861218E-2</c:v>
                      </c:pt>
                      <c:pt idx="70" formatCode="0.0%">
                        <c:v>8.8339624061906985E-2</c:v>
                      </c:pt>
                      <c:pt idx="71" formatCode="0.0%">
                        <c:v>0.10325626508541119</c:v>
                      </c:pt>
                      <c:pt idx="72" formatCode="0.0%">
                        <c:v>0.10913238821408222</c:v>
                      </c:pt>
                      <c:pt idx="73" formatCode="0.0%">
                        <c:v>0.12022370772610125</c:v>
                      </c:pt>
                      <c:pt idx="74" formatCode="0.0%">
                        <c:v>0.13013738021847621</c:v>
                      </c:pt>
                      <c:pt idx="75" formatCode="0.0%">
                        <c:v>0.14177096665199351</c:v>
                      </c:pt>
                      <c:pt idx="76" formatCode="0.0%">
                        <c:v>0.15069542510825507</c:v>
                      </c:pt>
                      <c:pt idx="77" formatCode="0.0%">
                        <c:v>0.16301426799807439</c:v>
                      </c:pt>
                      <c:pt idx="78" formatCode="0.0%">
                        <c:v>0.16693372610613011</c:v>
                      </c:pt>
                      <c:pt idx="79" formatCode="0.0%">
                        <c:v>0.17000172069001596</c:v>
                      </c:pt>
                      <c:pt idx="80" formatCode="0.0%">
                        <c:v>0.17310648004760543</c:v>
                      </c:pt>
                      <c:pt idx="81" formatCode="0.0%">
                        <c:v>0.17666124415278439</c:v>
                      </c:pt>
                      <c:pt idx="82" formatCode="0.0%">
                        <c:v>0.1682200136955827</c:v>
                      </c:pt>
                      <c:pt idx="83" formatCode="0.0%">
                        <c:v>0.16862242314491738</c:v>
                      </c:pt>
                      <c:pt idx="84" formatCode="0.0%">
                        <c:v>0.16190215951587605</c:v>
                      </c:pt>
                      <c:pt idx="85" formatCode="0.0%">
                        <c:v>0.14982177157141896</c:v>
                      </c:pt>
                      <c:pt idx="86" formatCode="0.0%">
                        <c:v>0.13494576951478798</c:v>
                      </c:pt>
                      <c:pt idx="87" formatCode="0.0%">
                        <c:v>0.122810546851295</c:v>
                      </c:pt>
                      <c:pt idx="88" formatCode="0.0%">
                        <c:v>0.10750677482932858</c:v>
                      </c:pt>
                      <c:pt idx="89" formatCode="0.0%">
                        <c:v>9.0783706716647927E-2</c:v>
                      </c:pt>
                      <c:pt idx="90" formatCode="0.0%">
                        <c:v>7.4452876556492464E-2</c:v>
                      </c:pt>
                      <c:pt idx="91" formatCode="0.0%">
                        <c:v>6.5001486548404985E-2</c:v>
                      </c:pt>
                      <c:pt idx="92" formatCode="0.0%">
                        <c:v>5.46260580311142E-2</c:v>
                      </c:pt>
                      <c:pt idx="93" formatCode="0.0%">
                        <c:v>4.2345645613787175E-2</c:v>
                      </c:pt>
                      <c:pt idx="94" formatCode="0.0%">
                        <c:v>3.2470890851189704E-2</c:v>
                      </c:pt>
                      <c:pt idx="95" formatCode="0.0%">
                        <c:v>1.8892423732309815E-2</c:v>
                      </c:pt>
                      <c:pt idx="96" formatCode="0.0%">
                        <c:v>1.9413320528189004E-2</c:v>
                      </c:pt>
                      <c:pt idx="97" formatCode="0.0%">
                        <c:v>1.4934293036716006E-2</c:v>
                      </c:pt>
                      <c:pt idx="98" formatCode="0.0%">
                        <c:v>1.5957705339915362E-2</c:v>
                      </c:pt>
                      <c:pt idx="99" formatCode="0.0%">
                        <c:v>9.3909437180046407E-3</c:v>
                      </c:pt>
                      <c:pt idx="100" formatCode="0.0%">
                        <c:v>1.0280367187375239E-2</c:v>
                      </c:pt>
                      <c:pt idx="101" formatCode="0.0%">
                        <c:v>1.4629945587362414E-2</c:v>
                      </c:pt>
                      <c:pt idx="102" formatCode="0.0%">
                        <c:v>1.7104528418262266E-2</c:v>
                      </c:pt>
                      <c:pt idx="103" formatCode="0.0%">
                        <c:v>1.4085349479212805E-2</c:v>
                      </c:pt>
                      <c:pt idx="104" formatCode="0.0%">
                        <c:v>1.2158139526973866E-2</c:v>
                      </c:pt>
                      <c:pt idx="105" formatCode="0.0%">
                        <c:v>1.6340268928830115E-2</c:v>
                      </c:pt>
                      <c:pt idx="106" formatCode="0.0%">
                        <c:v>2.5958038151355334E-2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E-F5AE-40D5-9F16-3E15EAD7E209}"/>
                  </c:ext>
                </c:extLst>
              </c15:ser>
            </c15:filteredLineSeries>
            <c15:filteredLineSeries>
              <c15:ser>
                <c:idx val="10"/>
                <c:order val="10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Hoja1!$L$2</c15:sqref>
                        </c15:formulaRef>
                      </c:ext>
                    </c:extLst>
                    <c:strCache>
                      <c:ptCount val="1"/>
                      <c:pt idx="0">
                        <c:v>Inflación</c:v>
                      </c:pt>
                    </c:strCache>
                  </c:strRef>
                </c:tx>
                <c:spPr>
                  <a:ln w="28575" cap="rnd">
                    <a:solidFill>
                      <a:schemeClr val="accent5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Hoja1!$L$3:$L$109</c15:sqref>
                        </c15:formulaRef>
                      </c:ext>
                    </c:extLst>
                    <c:numCache>
                      <c:formatCode>0.0%</c:formatCode>
                      <c:ptCount val="107"/>
                      <c:pt idx="0">
                        <c:v>7.4578313253012007E-2</c:v>
                      </c:pt>
                      <c:pt idx="1">
                        <c:v>7.5869461648404135E-2</c:v>
                      </c:pt>
                      <c:pt idx="2">
                        <c:v>7.9692125518058043E-2</c:v>
                      </c:pt>
                      <c:pt idx="3">
                        <c:v>7.9269729093050412E-2</c:v>
                      </c:pt>
                      <c:pt idx="4">
                        <c:v>8.2001879699248104E-2</c:v>
                      </c:pt>
                      <c:pt idx="5">
                        <c:v>8.6022767280835799E-2</c:v>
                      </c:pt>
                      <c:pt idx="6">
                        <c:v>8.960993323181432E-2</c:v>
                      </c:pt>
                      <c:pt idx="7">
                        <c:v>8.1021217066915341E-2</c:v>
                      </c:pt>
                      <c:pt idx="8">
                        <c:v>7.2809352934367411E-2</c:v>
                      </c:pt>
                      <c:pt idx="9">
                        <c:v>6.4842492527017681E-2</c:v>
                      </c:pt>
                      <c:pt idx="10">
                        <c:v>5.9650325677065519E-2</c:v>
                      </c:pt>
                      <c:pt idx="11">
                        <c:v>5.7467348097671733E-2</c:v>
                      </c:pt>
                      <c:pt idx="12">
                        <c:v>5.4714654109204952E-2</c:v>
                      </c:pt>
                      <c:pt idx="13">
                        <c:v>5.1810029890401843E-2</c:v>
                      </c:pt>
                      <c:pt idx="14">
                        <c:v>4.6940118447027723E-2</c:v>
                      </c:pt>
                      <c:pt idx="15">
                        <c:v>4.6709592928080301E-2</c:v>
                      </c:pt>
                      <c:pt idx="16">
                        <c:v>4.3648208469055483E-2</c:v>
                      </c:pt>
                      <c:pt idx="17">
                        <c:v>3.9874648800518608E-2</c:v>
                      </c:pt>
                      <c:pt idx="18">
                        <c:v>3.3971188991614776E-2</c:v>
                      </c:pt>
                      <c:pt idx="19">
                        <c:v>3.871454761134463E-2</c:v>
                      </c:pt>
                      <c:pt idx="20">
                        <c:v>3.9706517047906731E-2</c:v>
                      </c:pt>
                      <c:pt idx="21">
                        <c:v>4.0488015547397893E-2</c:v>
                      </c:pt>
                      <c:pt idx="22">
                        <c:v>4.1194866817642506E-2</c:v>
                      </c:pt>
                      <c:pt idx="23">
                        <c:v>4.0919342712920193E-2</c:v>
                      </c:pt>
                      <c:pt idx="24">
                        <c:v>3.6781120442223925E-2</c:v>
                      </c:pt>
                      <c:pt idx="25">
                        <c:v>3.3785917271865973E-2</c:v>
                      </c:pt>
                      <c:pt idx="26">
                        <c:v>3.1322019694112857E-2</c:v>
                      </c:pt>
                      <c:pt idx="27">
                        <c:v>3.1279324366593642E-2</c:v>
                      </c:pt>
                      <c:pt idx="28">
                        <c:v>3.162713275072826E-2</c:v>
                      </c:pt>
                      <c:pt idx="29">
                        <c:v>3.2006650732619768E-2</c:v>
                      </c:pt>
                      <c:pt idx="30">
                        <c:v>3.1191515907673217E-2</c:v>
                      </c:pt>
                      <c:pt idx="31">
                        <c:v>3.0938538205980137E-2</c:v>
                      </c:pt>
                      <c:pt idx="32">
                        <c:v>3.2274802822747972E-2</c:v>
                      </c:pt>
                      <c:pt idx="33">
                        <c:v>3.3412887828162319E-2</c:v>
                      </c:pt>
                      <c:pt idx="34">
                        <c:v>3.2625582599689285E-2</c:v>
                      </c:pt>
                      <c:pt idx="35">
                        <c:v>3.1778786628146927E-2</c:v>
                      </c:pt>
                      <c:pt idx="36">
                        <c:v>3.1477494104378057E-2</c:v>
                      </c:pt>
                      <c:pt idx="37">
                        <c:v>3.0136428425982631E-2</c:v>
                      </c:pt>
                      <c:pt idx="38">
                        <c:v>3.2199085830370677E-2</c:v>
                      </c:pt>
                      <c:pt idx="39">
                        <c:v>3.2453745829542191E-2</c:v>
                      </c:pt>
                      <c:pt idx="40">
                        <c:v>3.3077853973376481E-2</c:v>
                      </c:pt>
                      <c:pt idx="41">
                        <c:v>3.4236229986909672E-2</c:v>
                      </c:pt>
                      <c:pt idx="42">
                        <c:v>3.7910869126839941E-2</c:v>
                      </c:pt>
                      <c:pt idx="43">
                        <c:v>3.7562940584088711E-2</c:v>
                      </c:pt>
                      <c:pt idx="44">
                        <c:v>3.8101940283502556E-2</c:v>
                      </c:pt>
                      <c:pt idx="45">
                        <c:v>3.8558088161462001E-2</c:v>
                      </c:pt>
                      <c:pt idx="46">
                        <c:v>3.8515546639919851E-2</c:v>
                      </c:pt>
                      <c:pt idx="47">
                        <c:v>3.8000000000000034E-2</c:v>
                      </c:pt>
                      <c:pt idx="48">
                        <c:v>3.6182902584493082E-2</c:v>
                      </c:pt>
                      <c:pt idx="49">
                        <c:v>3.7161494366475534E-2</c:v>
                      </c:pt>
                      <c:pt idx="50">
                        <c:v>3.8476677819326843E-2</c:v>
                      </c:pt>
                      <c:pt idx="51">
                        <c:v>3.5056795926361017E-2</c:v>
                      </c:pt>
                      <c:pt idx="52">
                        <c:v>2.8504490433424401E-2</c:v>
                      </c:pt>
                      <c:pt idx="53">
                        <c:v>2.2003699737124016E-2</c:v>
                      </c:pt>
                      <c:pt idx="54">
                        <c:v>1.9720225374004308E-2</c:v>
                      </c:pt>
                      <c:pt idx="55">
                        <c:v>1.8732408036494119E-2</c:v>
                      </c:pt>
                      <c:pt idx="56">
                        <c:v>1.96591129188457E-2</c:v>
                      </c:pt>
                      <c:pt idx="57">
                        <c:v>1.740307454316925E-2</c:v>
                      </c:pt>
                      <c:pt idx="58">
                        <c:v>1.4873478848754118E-2</c:v>
                      </c:pt>
                      <c:pt idx="59">
                        <c:v>1.6184971098265999E-2</c:v>
                      </c:pt>
                      <c:pt idx="60">
                        <c:v>1.602072141212596E-2</c:v>
                      </c:pt>
                      <c:pt idx="61">
                        <c:v>1.5627977892128886E-2</c:v>
                      </c:pt>
                      <c:pt idx="62">
                        <c:v>1.5066805647683257E-2</c:v>
                      </c:pt>
                      <c:pt idx="63">
                        <c:v>1.948912015137183E-2</c:v>
                      </c:pt>
                      <c:pt idx="64">
                        <c:v>3.302961275626437E-2</c:v>
                      </c:pt>
                      <c:pt idx="65">
                        <c:v>3.6296084595598854E-2</c:v>
                      </c:pt>
                      <c:pt idx="66">
                        <c:v>3.9725635895970335E-2</c:v>
                      </c:pt>
                      <c:pt idx="67">
                        <c:v>4.4397865853658569E-2</c:v>
                      </c:pt>
                      <c:pt idx="68">
                        <c:v>4.511349605850512E-2</c:v>
                      </c:pt>
                      <c:pt idx="69">
                        <c:v>4.5899458329373699E-2</c:v>
                      </c:pt>
                      <c:pt idx="70">
                        <c:v>5.253140464408057E-2</c:v>
                      </c:pt>
                      <c:pt idx="71">
                        <c:v>5.6219188471748227E-2</c:v>
                      </c:pt>
                      <c:pt idx="72">
                        <c:v>6.9398545935228206E-2</c:v>
                      </c:pt>
                      <c:pt idx="73">
                        <c:v>8.0033777444173504E-2</c:v>
                      </c:pt>
                      <c:pt idx="74">
                        <c:v>8.53248693054518E-2</c:v>
                      </c:pt>
                      <c:pt idx="75">
                        <c:v>9.2334818114327977E-2</c:v>
                      </c:pt>
                      <c:pt idx="76">
                        <c:v>9.0591694230062414E-2</c:v>
                      </c:pt>
                      <c:pt idx="77">
                        <c:v>9.6800882515168274E-2</c:v>
                      </c:pt>
                      <c:pt idx="78">
                        <c:v>0.1019791094007696</c:v>
                      </c:pt>
                      <c:pt idx="79">
                        <c:v>0.10837438423645307</c:v>
                      </c:pt>
                      <c:pt idx="80">
                        <c:v>0.11441294074881858</c:v>
                      </c:pt>
                      <c:pt idx="81">
                        <c:v>0.12220606941668177</c:v>
                      </c:pt>
                      <c:pt idx="82">
                        <c:v>0.12531645569620253</c:v>
                      </c:pt>
                      <c:pt idx="83">
                        <c:v>0.13122699937169013</c:v>
                      </c:pt>
                      <c:pt idx="84">
                        <c:v>0.13252692918947551</c:v>
                      </c:pt>
                      <c:pt idx="85">
                        <c:v>0.1328294674659023</c:v>
                      </c:pt>
                      <c:pt idx="86">
                        <c:v>0.13340787889213845</c:v>
                      </c:pt>
                      <c:pt idx="87">
                        <c:v>0.12819641491801903</c:v>
                      </c:pt>
                      <c:pt idx="88">
                        <c:v>0.12367312552653753</c:v>
                      </c:pt>
                      <c:pt idx="89">
                        <c:v>0.1212806973430558</c:v>
                      </c:pt>
                      <c:pt idx="90">
                        <c:v>0.11790138854244603</c:v>
                      </c:pt>
                      <c:pt idx="91">
                        <c:v>0.11432098765432097</c:v>
                      </c:pt>
                      <c:pt idx="92">
                        <c:v>0.10992416211367551</c:v>
                      </c:pt>
                      <c:pt idx="93">
                        <c:v>0.10476884462796532</c:v>
                      </c:pt>
                      <c:pt idx="94">
                        <c:v>0.10147838663024267</c:v>
                      </c:pt>
                      <c:pt idx="95">
                        <c:v>9.2755693088947044E-2</c:v>
                      </c:pt>
                      <c:pt idx="96">
                        <c:v>8.3495751149917918E-2</c:v>
                      </c:pt>
                      <c:pt idx="97">
                        <c:v>7.7377300613497013E-2</c:v>
                      </c:pt>
                      <c:pt idx="98">
                        <c:v>7.3689003566820732E-2</c:v>
                      </c:pt>
                      <c:pt idx="99">
                        <c:v>7.1686746987951633E-2</c:v>
                      </c:pt>
                      <c:pt idx="100">
                        <c:v>7.1524966261808265E-2</c:v>
                      </c:pt>
                      <c:pt idx="101">
                        <c:v>7.1759605322170739E-2</c:v>
                      </c:pt>
                      <c:pt idx="102">
                        <c:v>6.857567869096326E-2</c:v>
                      </c:pt>
                      <c:pt idx="103">
                        <c:v>6.1156658541989817E-2</c:v>
                      </c:pt>
                      <c:pt idx="104">
                        <c:v>5.8114760120490772E-2</c:v>
                      </c:pt>
                      <c:pt idx="105">
                        <c:v>5.4085745694393728E-2</c:v>
                      </c:pt>
                      <c:pt idx="106">
                        <c:v>5.2009628711065625E-2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F-F5AE-40D5-9F16-3E15EAD7E209}"/>
                  </c:ext>
                </c:extLst>
              </c15:ser>
            </c15:filteredLineSeries>
            <c15:filteredLineSeries>
              <c15:ser>
                <c:idx val="15"/>
                <c:order val="15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Hoja1!$Q$2</c15:sqref>
                        </c15:formulaRef>
                      </c:ext>
                    </c:extLst>
                    <c:strCache>
                      <c:ptCount val="1"/>
                      <c:pt idx="0">
                        <c:v>Total</c:v>
                      </c:pt>
                    </c:strCache>
                  </c:strRef>
                </c:tx>
                <c:spPr>
                  <a:ln w="28575" cap="rnd">
                    <a:solidFill>
                      <a:sysClr val="window" lastClr="FFFFFF">
                        <a:lumMod val="50000"/>
                      </a:sysClr>
                    </a:solidFill>
                    <a:prstDash val="sysDash"/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xmlns:c15="http://schemas.microsoft.com/office/drawing/2012/chart" uri="{02D57815-91ED-43cb-92C2-25804820EDAC}">
                        <c15:formulaRef>
                          <c15:sqref>Hoja1!$A$3:$A$114</c15:sqref>
                        </c15:formulaRef>
                      </c:ext>
                    </c:extLst>
                    <c:numCache>
                      <c:formatCode>mmm\-yy</c:formatCode>
                      <c:ptCount val="112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  <c:pt idx="111">
                        <c:v>45748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Hoja1!$Q$3:$Q$109</c15:sqref>
                        </c15:formulaRef>
                      </c:ext>
                    </c:extLst>
                    <c:numCache>
                      <c:formatCode>General</c:formatCode>
                      <c:ptCount val="107"/>
                      <c:pt idx="12" formatCode="0.0%">
                        <c:v>1.33277323724037E-2</c:v>
                      </c:pt>
                      <c:pt idx="13" formatCode="0.0%">
                        <c:v>1.3209352811101471E-2</c:v>
                      </c:pt>
                      <c:pt idx="14" formatCode="0.0%">
                        <c:v>2.4827281396341272E-2</c:v>
                      </c:pt>
                      <c:pt idx="15" formatCode="0.0%">
                        <c:v>2.7447749521304576E-2</c:v>
                      </c:pt>
                      <c:pt idx="16" formatCode="0.0%">
                        <c:v>2.2861947411509487E-2</c:v>
                      </c:pt>
                      <c:pt idx="17" formatCode="0.0%">
                        <c:v>3.1846891289622592E-2</c:v>
                      </c:pt>
                      <c:pt idx="18" formatCode="0.0%">
                        <c:v>2.8189397553331164E-2</c:v>
                      </c:pt>
                      <c:pt idx="19" formatCode="0.0%">
                        <c:v>2.1245561417130521E-2</c:v>
                      </c:pt>
                      <c:pt idx="20" formatCode="0.0%">
                        <c:v>2.4459727443626456E-2</c:v>
                      </c:pt>
                      <c:pt idx="21" formatCode="0.0%">
                        <c:v>2.2140778559327057E-2</c:v>
                      </c:pt>
                      <c:pt idx="22" formatCode="0.0%">
                        <c:v>1.6864761890972746E-2</c:v>
                      </c:pt>
                      <c:pt idx="23" formatCode="0.0%">
                        <c:v>2.1220558347426977E-2</c:v>
                      </c:pt>
                      <c:pt idx="24" formatCode="0.0%">
                        <c:v>2.4995371027528135E-2</c:v>
                      </c:pt>
                      <c:pt idx="25" formatCode="0.0%">
                        <c:v>2.5456088536186305E-2</c:v>
                      </c:pt>
                      <c:pt idx="26" formatCode="0.0%">
                        <c:v>2.8990260204880158E-2</c:v>
                      </c:pt>
                      <c:pt idx="27" formatCode="0.0%">
                        <c:v>2.5323142501771922E-2</c:v>
                      </c:pt>
                      <c:pt idx="28" formatCode="0.0%">
                        <c:v>2.4209887883926751E-2</c:v>
                      </c:pt>
                      <c:pt idx="29" formatCode="0.0%">
                        <c:v>1.8631588957725098E-2</c:v>
                      </c:pt>
                      <c:pt idx="30" formatCode="0.0%">
                        <c:v>1.7671182747772685E-2</c:v>
                      </c:pt>
                      <c:pt idx="31" formatCode="0.0%">
                        <c:v>1.7495273714267956E-2</c:v>
                      </c:pt>
                      <c:pt idx="32" formatCode="0.0%">
                        <c:v>1.3136360197125274E-2</c:v>
                      </c:pt>
                      <c:pt idx="33" formatCode="0.0%">
                        <c:v>2.0082963135918286E-2</c:v>
                      </c:pt>
                      <c:pt idx="34" formatCode="0.0%">
                        <c:v>2.6875429173310206E-2</c:v>
                      </c:pt>
                      <c:pt idx="35" formatCode="0.0%">
                        <c:v>2.9349325729540077E-2</c:v>
                      </c:pt>
                      <c:pt idx="36" formatCode="0.0%">
                        <c:v>2.7187213756285633E-2</c:v>
                      </c:pt>
                      <c:pt idx="37" formatCode="0.0%">
                        <c:v>3.2108855317075635E-2</c:v>
                      </c:pt>
                      <c:pt idx="38" formatCode="0.0%">
                        <c:v>3.2624141577202392E-2</c:v>
                      </c:pt>
                      <c:pt idx="39" formatCode="0.0%">
                        <c:v>3.5731368477660563E-2</c:v>
                      </c:pt>
                      <c:pt idx="40" formatCode="0.0%">
                        <c:v>3.8233723719947932E-2</c:v>
                      </c:pt>
                      <c:pt idx="41" formatCode="0.0%">
                        <c:v>3.5918305778916304E-2</c:v>
                      </c:pt>
                      <c:pt idx="42" formatCode="0.0%">
                        <c:v>3.9108314450414072E-2</c:v>
                      </c:pt>
                      <c:pt idx="43" formatCode="0.0%">
                        <c:v>4.5780282431422625E-2</c:v>
                      </c:pt>
                      <c:pt idx="44" formatCode="0.0%">
                        <c:v>5.2117967959039335E-2</c:v>
                      </c:pt>
                      <c:pt idx="45" formatCode="0.0%">
                        <c:v>4.4844194436709284E-2</c:v>
                      </c:pt>
                      <c:pt idx="46" formatCode="0.0%">
                        <c:v>4.6736529574865404E-2</c:v>
                      </c:pt>
                      <c:pt idx="47" formatCode="0.0%">
                        <c:v>3.8561805587753017E-2</c:v>
                      </c:pt>
                      <c:pt idx="48" formatCode="0.0%">
                        <c:v>4.8976422997226932E-2</c:v>
                      </c:pt>
                      <c:pt idx="49" formatCode="0.0%">
                        <c:v>5.1888395361623596E-2</c:v>
                      </c:pt>
                      <c:pt idx="50" formatCode="0.0%">
                        <c:v>7.8849852137624854E-2</c:v>
                      </c:pt>
                      <c:pt idx="51" formatCode="0.0%">
                        <c:v>8.0417817837934003E-2</c:v>
                      </c:pt>
                      <c:pt idx="52" formatCode="0.0%">
                        <c:v>7.6139278147382639E-2</c:v>
                      </c:pt>
                      <c:pt idx="53" formatCode="0.0%">
                        <c:v>7.7671809918055112E-2</c:v>
                      </c:pt>
                      <c:pt idx="54" formatCode="0.0%">
                        <c:v>6.6781136797937846E-2</c:v>
                      </c:pt>
                      <c:pt idx="55" formatCode="0.0%">
                        <c:v>5.4078232716458841E-2</c:v>
                      </c:pt>
                      <c:pt idx="56" formatCode="0.0%">
                        <c:v>4.1058990799749395E-2</c:v>
                      </c:pt>
                      <c:pt idx="57" formatCode="0.0%">
                        <c:v>3.8243190522436299E-2</c:v>
                      </c:pt>
                      <c:pt idx="58" formatCode="0.0%">
                        <c:v>2.6795572471491669E-2</c:v>
                      </c:pt>
                      <c:pt idx="59" formatCode="0.0%">
                        <c:v>2.2883118144124692E-2</c:v>
                      </c:pt>
                      <c:pt idx="60" formatCode="0.0%">
                        <c:v>1.9905307961147978E-2</c:v>
                      </c:pt>
                      <c:pt idx="61" formatCode="0.0%">
                        <c:v>1.4250199120357854E-2</c:v>
                      </c:pt>
                      <c:pt idx="62" formatCode="0.0%">
                        <c:v>-1.6066526803280912E-2</c:v>
                      </c:pt>
                      <c:pt idx="63" formatCode="0.0%">
                        <c:v>-1.9282265546011423E-2</c:v>
                      </c:pt>
                      <c:pt idx="64" formatCode="0.0%">
                        <c:v>-2.4671389664313148E-2</c:v>
                      </c:pt>
                      <c:pt idx="65" formatCode="0.0%">
                        <c:v>-1.9217679946165189E-2</c:v>
                      </c:pt>
                      <c:pt idx="66" formatCode="0.0%">
                        <c:v>-7.2318291823645353E-3</c:v>
                      </c:pt>
                      <c:pt idx="67" formatCode="0.0%">
                        <c:v>3.6123129425869038E-3</c:v>
                      </c:pt>
                      <c:pt idx="68" formatCode="0.0%">
                        <c:v>1.4481953338897791E-2</c:v>
                      </c:pt>
                      <c:pt idx="69" formatCode="0.0%">
                        <c:v>2.3763584185487518E-2</c:v>
                      </c:pt>
                      <c:pt idx="70" formatCode="0.0%">
                        <c:v>3.5808219417826415E-2</c:v>
                      </c:pt>
                      <c:pt idx="71" formatCode="0.0%">
                        <c:v>4.7037076613662965E-2</c:v>
                      </c:pt>
                      <c:pt idx="72" formatCode="0.0%">
                        <c:v>3.9733842278854015E-2</c:v>
                      </c:pt>
                      <c:pt idx="73" formatCode="0.0%">
                        <c:v>4.0189930281927744E-2</c:v>
                      </c:pt>
                      <c:pt idx="74" formatCode="0.0%">
                        <c:v>4.4812510913024406E-2</c:v>
                      </c:pt>
                      <c:pt idx="75" formatCode="0.0%">
                        <c:v>4.9436148537665536E-2</c:v>
                      </c:pt>
                      <c:pt idx="76" formatCode="0.0%">
                        <c:v>6.0103730878192652E-2</c:v>
                      </c:pt>
                      <c:pt idx="77" formatCode="0.0%">
                        <c:v>6.6213385482906117E-2</c:v>
                      </c:pt>
                      <c:pt idx="78" formatCode="0.0%">
                        <c:v>6.4954616705360513E-2</c:v>
                      </c:pt>
                      <c:pt idx="79" formatCode="0.0%">
                        <c:v>6.1627336453562886E-2</c:v>
                      </c:pt>
                      <c:pt idx="80" formatCode="0.0%">
                        <c:v>5.8693539298786845E-2</c:v>
                      </c:pt>
                      <c:pt idx="81" formatCode="0.0%">
                        <c:v>5.4455174736102618E-2</c:v>
                      </c:pt>
                      <c:pt idx="82" formatCode="0.0%">
                        <c:v>4.2903557999380171E-2</c:v>
                      </c:pt>
                      <c:pt idx="83" formatCode="0.0%">
                        <c:v>3.7395423773227243E-2</c:v>
                      </c:pt>
                      <c:pt idx="84" formatCode="0.0%">
                        <c:v>2.9375230326400548E-2</c:v>
                      </c:pt>
                      <c:pt idx="85" formatCode="0.0%">
                        <c:v>1.6992304105516665E-2</c:v>
                      </c:pt>
                      <c:pt idx="86" formatCode="0.0%">
                        <c:v>1.5378906226495292E-3</c:v>
                      </c:pt>
                      <c:pt idx="87" formatCode="0.0%">
                        <c:v>-5.3858680667240311E-3</c:v>
                      </c:pt>
                      <c:pt idx="88" formatCode="0.0%">
                        <c:v>-1.6166350697208953E-2</c:v>
                      </c:pt>
                      <c:pt idx="89" formatCode="0.0%">
                        <c:v>-3.0496990626407872E-2</c:v>
                      </c:pt>
                      <c:pt idx="90" formatCode="0.0%">
                        <c:v>-4.3448511985953564E-2</c:v>
                      </c:pt>
                      <c:pt idx="91" formatCode="0.0%">
                        <c:v>-4.9319501105915986E-2</c:v>
                      </c:pt>
                      <c:pt idx="92" formatCode="0.0%">
                        <c:v>-5.5298104082561306E-2</c:v>
                      </c:pt>
                      <c:pt idx="93" formatCode="0.0%">
                        <c:v>-6.2423199014178143E-2</c:v>
                      </c:pt>
                      <c:pt idx="94" formatCode="0.0%">
                        <c:v>-6.9007495779052963E-2</c:v>
                      </c:pt>
                      <c:pt idx="95" formatCode="0.0%">
                        <c:v>-7.3863269356637229E-2</c:v>
                      </c:pt>
                      <c:pt idx="96" formatCode="0.0%">
                        <c:v>-6.4082430621728914E-2</c:v>
                      </c:pt>
                      <c:pt idx="97" formatCode="0.0%">
                        <c:v>-6.2443007576781007E-2</c:v>
                      </c:pt>
                      <c:pt idx="98" formatCode="0.0%">
                        <c:v>-5.773129822690537E-2</c:v>
                      </c:pt>
                      <c:pt idx="99" formatCode="0.0%">
                        <c:v>-6.2295803269946992E-2</c:v>
                      </c:pt>
                      <c:pt idx="100" formatCode="0.0%">
                        <c:v>-6.1244599074433026E-2</c:v>
                      </c:pt>
                      <c:pt idx="101" formatCode="0.0%">
                        <c:v>-5.7129659734808325E-2</c:v>
                      </c:pt>
                      <c:pt idx="102" formatCode="0.0%">
                        <c:v>-5.1471150272700994E-2</c:v>
                      </c:pt>
                      <c:pt idx="103" formatCode="0.0%">
                        <c:v>-4.7071309062777011E-2</c:v>
                      </c:pt>
                      <c:pt idx="104" formatCode="0.0%">
                        <c:v>-4.5956620593516906E-2</c:v>
                      </c:pt>
                      <c:pt idx="105" formatCode="0.0%">
                        <c:v>-3.7745476765563613E-2</c:v>
                      </c:pt>
                      <c:pt idx="106" formatCode="0.0%">
                        <c:v>-2.6051590559710291E-2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F5AE-40D5-9F16-3E15EAD7E209}"/>
                  </c:ext>
                </c:extLst>
              </c15:ser>
            </c15:filteredLineSeries>
          </c:ext>
        </c:extLst>
      </c:lineChart>
      <c:dateAx>
        <c:axId val="1289078816"/>
        <c:scaling>
          <c:orientation val="minMax"/>
          <c:max val="45748"/>
          <c:min val="4319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89083136"/>
        <c:crosses val="autoZero"/>
        <c:auto val="1"/>
        <c:lblOffset val="100"/>
        <c:baseTimeUnit val="months"/>
        <c:majorUnit val="12"/>
        <c:majorTimeUnit val="months"/>
      </c:dateAx>
      <c:valAx>
        <c:axId val="12890831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89078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8982329363737767"/>
          <c:y val="0.58808751480473376"/>
          <c:w val="0.10788064456059343"/>
          <c:h val="0.2059272165441947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chemeClr val="tx1"/>
          </a:solidFill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11"/>
          <c:order val="11"/>
          <c:tx>
            <c:strRef>
              <c:f>Hoja1!$M$2</c:f>
              <c:strCache>
                <c:ptCount val="1"/>
                <c:pt idx="0">
                  <c:v>Comercial</c:v>
                </c:pt>
              </c:strCache>
            </c:strRef>
          </c:tx>
          <c:spPr>
            <a:ln w="28575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dLbls>
            <c:dLbl>
              <c:idx val="86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FD08-4E51-BC55-66D179613F76}"/>
                </c:ext>
              </c:extLst>
            </c:dLbl>
            <c:dLbl>
              <c:idx val="10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A58-4E8D-864D-F8CF4CBF9888}"/>
                </c:ext>
              </c:extLst>
            </c:dLbl>
            <c:dLbl>
              <c:idx val="11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FD08-4E51-BC55-66D179613F7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Hoja1!$A$3:$A$113</c:f>
              <c:numCache>
                <c:formatCode>mmm\-yy</c:formatCode>
                <c:ptCount val="111"/>
                <c:pt idx="0">
                  <c:v>42370</c:v>
                </c:pt>
                <c:pt idx="1">
                  <c:v>42401</c:v>
                </c:pt>
                <c:pt idx="2">
                  <c:v>42430</c:v>
                </c:pt>
                <c:pt idx="3">
                  <c:v>42461</c:v>
                </c:pt>
                <c:pt idx="4">
                  <c:v>42491</c:v>
                </c:pt>
                <c:pt idx="5">
                  <c:v>42522</c:v>
                </c:pt>
                <c:pt idx="6">
                  <c:v>42552</c:v>
                </c:pt>
                <c:pt idx="7">
                  <c:v>42583</c:v>
                </c:pt>
                <c:pt idx="8">
                  <c:v>42614</c:v>
                </c:pt>
                <c:pt idx="9">
                  <c:v>42644</c:v>
                </c:pt>
                <c:pt idx="10">
                  <c:v>42675</c:v>
                </c:pt>
                <c:pt idx="11">
                  <c:v>42705</c:v>
                </c:pt>
                <c:pt idx="12">
                  <c:v>42736</c:v>
                </c:pt>
                <c:pt idx="13">
                  <c:v>42767</c:v>
                </c:pt>
                <c:pt idx="14">
                  <c:v>42795</c:v>
                </c:pt>
                <c:pt idx="15">
                  <c:v>42826</c:v>
                </c:pt>
                <c:pt idx="16">
                  <c:v>42856</c:v>
                </c:pt>
                <c:pt idx="17">
                  <c:v>42887</c:v>
                </c:pt>
                <c:pt idx="18">
                  <c:v>42917</c:v>
                </c:pt>
                <c:pt idx="19">
                  <c:v>42948</c:v>
                </c:pt>
                <c:pt idx="20">
                  <c:v>42979</c:v>
                </c:pt>
                <c:pt idx="21">
                  <c:v>43009</c:v>
                </c:pt>
                <c:pt idx="22">
                  <c:v>43040</c:v>
                </c:pt>
                <c:pt idx="23">
                  <c:v>43070</c:v>
                </c:pt>
                <c:pt idx="24">
                  <c:v>43101</c:v>
                </c:pt>
                <c:pt idx="25">
                  <c:v>43132</c:v>
                </c:pt>
                <c:pt idx="26">
                  <c:v>43160</c:v>
                </c:pt>
                <c:pt idx="27">
                  <c:v>43191</c:v>
                </c:pt>
                <c:pt idx="28">
                  <c:v>43221</c:v>
                </c:pt>
                <c:pt idx="29">
                  <c:v>43252</c:v>
                </c:pt>
                <c:pt idx="30">
                  <c:v>43282</c:v>
                </c:pt>
                <c:pt idx="31">
                  <c:v>43313</c:v>
                </c:pt>
                <c:pt idx="32">
                  <c:v>43344</c:v>
                </c:pt>
                <c:pt idx="33">
                  <c:v>43374</c:v>
                </c:pt>
                <c:pt idx="34">
                  <c:v>43405</c:v>
                </c:pt>
                <c:pt idx="35">
                  <c:v>43435</c:v>
                </c:pt>
                <c:pt idx="36">
                  <c:v>43466</c:v>
                </c:pt>
                <c:pt idx="37">
                  <c:v>43497</c:v>
                </c:pt>
                <c:pt idx="38">
                  <c:v>43525</c:v>
                </c:pt>
                <c:pt idx="39">
                  <c:v>43556</c:v>
                </c:pt>
                <c:pt idx="40">
                  <c:v>43586</c:v>
                </c:pt>
                <c:pt idx="41">
                  <c:v>43617</c:v>
                </c:pt>
                <c:pt idx="42">
                  <c:v>43647</c:v>
                </c:pt>
                <c:pt idx="43">
                  <c:v>43678</c:v>
                </c:pt>
                <c:pt idx="44">
                  <c:v>43709</c:v>
                </c:pt>
                <c:pt idx="45">
                  <c:v>43739</c:v>
                </c:pt>
                <c:pt idx="46">
                  <c:v>43770</c:v>
                </c:pt>
                <c:pt idx="47">
                  <c:v>43800</c:v>
                </c:pt>
                <c:pt idx="48">
                  <c:v>43831</c:v>
                </c:pt>
                <c:pt idx="49">
                  <c:v>43862</c:v>
                </c:pt>
                <c:pt idx="50">
                  <c:v>43891</c:v>
                </c:pt>
                <c:pt idx="51">
                  <c:v>43922</c:v>
                </c:pt>
                <c:pt idx="52">
                  <c:v>43952</c:v>
                </c:pt>
                <c:pt idx="53">
                  <c:v>43983</c:v>
                </c:pt>
                <c:pt idx="54">
                  <c:v>44013</c:v>
                </c:pt>
                <c:pt idx="55">
                  <c:v>44044</c:v>
                </c:pt>
                <c:pt idx="56">
                  <c:v>44075</c:v>
                </c:pt>
                <c:pt idx="57">
                  <c:v>44105</c:v>
                </c:pt>
                <c:pt idx="58">
                  <c:v>44136</c:v>
                </c:pt>
                <c:pt idx="59">
                  <c:v>44166</c:v>
                </c:pt>
                <c:pt idx="60">
                  <c:v>44197</c:v>
                </c:pt>
                <c:pt idx="61">
                  <c:v>44228</c:v>
                </c:pt>
                <c:pt idx="62">
                  <c:v>44256</c:v>
                </c:pt>
                <c:pt idx="63">
                  <c:v>44287</c:v>
                </c:pt>
                <c:pt idx="64">
                  <c:v>44317</c:v>
                </c:pt>
                <c:pt idx="65">
                  <c:v>44348</c:v>
                </c:pt>
                <c:pt idx="66">
                  <c:v>44378</c:v>
                </c:pt>
                <c:pt idx="67">
                  <c:v>44409</c:v>
                </c:pt>
                <c:pt idx="68">
                  <c:v>44440</c:v>
                </c:pt>
                <c:pt idx="69">
                  <c:v>44470</c:v>
                </c:pt>
                <c:pt idx="70">
                  <c:v>44501</c:v>
                </c:pt>
                <c:pt idx="71">
                  <c:v>44531</c:v>
                </c:pt>
                <c:pt idx="72">
                  <c:v>44562</c:v>
                </c:pt>
                <c:pt idx="73">
                  <c:v>44593</c:v>
                </c:pt>
                <c:pt idx="74">
                  <c:v>44621</c:v>
                </c:pt>
                <c:pt idx="75">
                  <c:v>44652</c:v>
                </c:pt>
                <c:pt idx="76">
                  <c:v>44682</c:v>
                </c:pt>
                <c:pt idx="77">
                  <c:v>44713</c:v>
                </c:pt>
                <c:pt idx="78">
                  <c:v>44743</c:v>
                </c:pt>
                <c:pt idx="79">
                  <c:v>44774</c:v>
                </c:pt>
                <c:pt idx="80">
                  <c:v>44805</c:v>
                </c:pt>
                <c:pt idx="81">
                  <c:v>44835</c:v>
                </c:pt>
                <c:pt idx="82">
                  <c:v>44866</c:v>
                </c:pt>
                <c:pt idx="83">
                  <c:v>44896</c:v>
                </c:pt>
                <c:pt idx="84">
                  <c:v>44927</c:v>
                </c:pt>
                <c:pt idx="85">
                  <c:v>44958</c:v>
                </c:pt>
                <c:pt idx="86">
                  <c:v>44986</c:v>
                </c:pt>
                <c:pt idx="87">
                  <c:v>45017</c:v>
                </c:pt>
                <c:pt idx="88">
                  <c:v>45047</c:v>
                </c:pt>
                <c:pt idx="89">
                  <c:v>45078</c:v>
                </c:pt>
                <c:pt idx="90">
                  <c:v>45108</c:v>
                </c:pt>
                <c:pt idx="91">
                  <c:v>45139</c:v>
                </c:pt>
                <c:pt idx="92">
                  <c:v>45170</c:v>
                </c:pt>
                <c:pt idx="93">
                  <c:v>45200</c:v>
                </c:pt>
                <c:pt idx="94">
                  <c:v>45231</c:v>
                </c:pt>
                <c:pt idx="95">
                  <c:v>45261</c:v>
                </c:pt>
                <c:pt idx="96">
                  <c:v>45292</c:v>
                </c:pt>
                <c:pt idx="97">
                  <c:v>45323</c:v>
                </c:pt>
                <c:pt idx="98">
                  <c:v>45352</c:v>
                </c:pt>
                <c:pt idx="99">
                  <c:v>45383</c:v>
                </c:pt>
                <c:pt idx="100">
                  <c:v>45413</c:v>
                </c:pt>
                <c:pt idx="101">
                  <c:v>45444</c:v>
                </c:pt>
                <c:pt idx="102">
                  <c:v>45474</c:v>
                </c:pt>
                <c:pt idx="103">
                  <c:v>45505</c:v>
                </c:pt>
                <c:pt idx="104">
                  <c:v>45536</c:v>
                </c:pt>
                <c:pt idx="105">
                  <c:v>45566</c:v>
                </c:pt>
                <c:pt idx="106">
                  <c:v>45597</c:v>
                </c:pt>
                <c:pt idx="107">
                  <c:v>45627</c:v>
                </c:pt>
                <c:pt idx="108">
                  <c:v>45658</c:v>
                </c:pt>
                <c:pt idx="109">
                  <c:v>45689</c:v>
                </c:pt>
                <c:pt idx="110">
                  <c:v>45717</c:v>
                </c:pt>
              </c:numCache>
            </c:numRef>
          </c:cat>
          <c:val>
            <c:numRef>
              <c:f>Hoja1!$M$3:$M$114</c:f>
              <c:numCache>
                <c:formatCode>0.0%</c:formatCode>
                <c:ptCount val="112"/>
                <c:pt idx="0">
                  <c:v>2.3105000000000001E-2</c:v>
                </c:pt>
                <c:pt idx="1">
                  <c:v>2.3983000000000001E-2</c:v>
                </c:pt>
                <c:pt idx="2">
                  <c:v>2.4545999999999998E-2</c:v>
                </c:pt>
                <c:pt idx="3">
                  <c:v>2.5003000000000001E-2</c:v>
                </c:pt>
                <c:pt idx="4">
                  <c:v>2.4478E-2</c:v>
                </c:pt>
                <c:pt idx="5">
                  <c:v>2.2533000000000001E-2</c:v>
                </c:pt>
                <c:pt idx="6">
                  <c:v>2.5024000000000001E-2</c:v>
                </c:pt>
                <c:pt idx="7">
                  <c:v>2.5128999999999999E-2</c:v>
                </c:pt>
                <c:pt idx="8">
                  <c:v>2.4988E-2</c:v>
                </c:pt>
                <c:pt idx="9">
                  <c:v>2.6644999999999999E-2</c:v>
                </c:pt>
                <c:pt idx="10">
                  <c:v>2.6369E-2</c:v>
                </c:pt>
                <c:pt idx="11">
                  <c:v>2.3247E-2</c:v>
                </c:pt>
                <c:pt idx="12">
                  <c:v>3.1587999999999998E-2</c:v>
                </c:pt>
                <c:pt idx="13">
                  <c:v>3.1717000000000002E-2</c:v>
                </c:pt>
                <c:pt idx="14">
                  <c:v>3.3602E-2</c:v>
                </c:pt>
                <c:pt idx="15">
                  <c:v>3.56E-2</c:v>
                </c:pt>
                <c:pt idx="16">
                  <c:v>3.6037E-2</c:v>
                </c:pt>
                <c:pt idx="17">
                  <c:v>3.5902000000000003E-2</c:v>
                </c:pt>
                <c:pt idx="18">
                  <c:v>3.7624999999999999E-2</c:v>
                </c:pt>
                <c:pt idx="19">
                  <c:v>3.8420000000000003E-2</c:v>
                </c:pt>
                <c:pt idx="20">
                  <c:v>3.8752000000000002E-2</c:v>
                </c:pt>
                <c:pt idx="21">
                  <c:v>3.8446000000000001E-2</c:v>
                </c:pt>
                <c:pt idx="22">
                  <c:v>3.8823000000000003E-2</c:v>
                </c:pt>
                <c:pt idx="23">
                  <c:v>3.7047999999999998E-2</c:v>
                </c:pt>
                <c:pt idx="24">
                  <c:v>4.0440999999999998E-2</c:v>
                </c:pt>
                <c:pt idx="25">
                  <c:v>4.3916999999999998E-2</c:v>
                </c:pt>
                <c:pt idx="26">
                  <c:v>4.4859000000000003E-2</c:v>
                </c:pt>
                <c:pt idx="27">
                  <c:v>4.6031000000000002E-2</c:v>
                </c:pt>
                <c:pt idx="28">
                  <c:v>4.7040999999999999E-2</c:v>
                </c:pt>
                <c:pt idx="29">
                  <c:v>4.7370000000000002E-2</c:v>
                </c:pt>
                <c:pt idx="30">
                  <c:v>4.9050999999999997E-2</c:v>
                </c:pt>
                <c:pt idx="31">
                  <c:v>4.8427999999999999E-2</c:v>
                </c:pt>
                <c:pt idx="32">
                  <c:v>4.8568E-2</c:v>
                </c:pt>
                <c:pt idx="33">
                  <c:v>4.8542000000000002E-2</c:v>
                </c:pt>
                <c:pt idx="34">
                  <c:v>4.7196000000000002E-2</c:v>
                </c:pt>
                <c:pt idx="35">
                  <c:v>4.4097999999999998E-2</c:v>
                </c:pt>
                <c:pt idx="36">
                  <c:v>4.6864999999999997E-2</c:v>
                </c:pt>
                <c:pt idx="37">
                  <c:v>4.6806E-2</c:v>
                </c:pt>
                <c:pt idx="38">
                  <c:v>4.7986000000000001E-2</c:v>
                </c:pt>
                <c:pt idx="39">
                  <c:v>4.9352E-2</c:v>
                </c:pt>
                <c:pt idx="40">
                  <c:v>4.8340000000000001E-2</c:v>
                </c:pt>
                <c:pt idx="41">
                  <c:v>4.5846999999999999E-2</c:v>
                </c:pt>
                <c:pt idx="42">
                  <c:v>4.6913000000000003E-2</c:v>
                </c:pt>
                <c:pt idx="43">
                  <c:v>4.3527000000000003E-2</c:v>
                </c:pt>
                <c:pt idx="44">
                  <c:v>4.2337E-2</c:v>
                </c:pt>
                <c:pt idx="45">
                  <c:v>4.5213000000000003E-2</c:v>
                </c:pt>
                <c:pt idx="46">
                  <c:v>4.6011000000000003E-2</c:v>
                </c:pt>
                <c:pt idx="47">
                  <c:v>4.2021000000000003E-2</c:v>
                </c:pt>
                <c:pt idx="48">
                  <c:v>4.4162E-2</c:v>
                </c:pt>
                <c:pt idx="49">
                  <c:v>4.3721000000000003E-2</c:v>
                </c:pt>
                <c:pt idx="50">
                  <c:v>4.3758999999999999E-2</c:v>
                </c:pt>
                <c:pt idx="51">
                  <c:v>4.4134E-2</c:v>
                </c:pt>
                <c:pt idx="52">
                  <c:v>4.1642999999999999E-2</c:v>
                </c:pt>
                <c:pt idx="53">
                  <c:v>4.0085000000000003E-2</c:v>
                </c:pt>
                <c:pt idx="54">
                  <c:v>4.2429000000000001E-2</c:v>
                </c:pt>
                <c:pt idx="55">
                  <c:v>4.6031000000000002E-2</c:v>
                </c:pt>
                <c:pt idx="56">
                  <c:v>4.6891000000000002E-2</c:v>
                </c:pt>
                <c:pt idx="57">
                  <c:v>4.7073999999999998E-2</c:v>
                </c:pt>
                <c:pt idx="58">
                  <c:v>4.8013E-2</c:v>
                </c:pt>
                <c:pt idx="59">
                  <c:v>4.5516000000000001E-2</c:v>
                </c:pt>
                <c:pt idx="60">
                  <c:v>4.6684999999999997E-2</c:v>
                </c:pt>
                <c:pt idx="61">
                  <c:v>4.4885000000000001E-2</c:v>
                </c:pt>
                <c:pt idx="62">
                  <c:v>4.4511000000000002E-2</c:v>
                </c:pt>
                <c:pt idx="63">
                  <c:v>4.4896999999999999E-2</c:v>
                </c:pt>
                <c:pt idx="64">
                  <c:v>4.5130999999999998E-2</c:v>
                </c:pt>
                <c:pt idx="65">
                  <c:v>4.3131000000000003E-2</c:v>
                </c:pt>
                <c:pt idx="66">
                  <c:v>4.3570999999999999E-2</c:v>
                </c:pt>
                <c:pt idx="67">
                  <c:v>4.2811000000000002E-2</c:v>
                </c:pt>
                <c:pt idx="68">
                  <c:v>4.0251000000000002E-2</c:v>
                </c:pt>
                <c:pt idx="69">
                  <c:v>4.0885999999999999E-2</c:v>
                </c:pt>
                <c:pt idx="70">
                  <c:v>4.0409E-2</c:v>
                </c:pt>
                <c:pt idx="71">
                  <c:v>3.7252E-2</c:v>
                </c:pt>
                <c:pt idx="72">
                  <c:v>4.0695000000000002E-2</c:v>
                </c:pt>
                <c:pt idx="73">
                  <c:v>3.8553999999999998E-2</c:v>
                </c:pt>
                <c:pt idx="74">
                  <c:v>3.6167999999999999E-2</c:v>
                </c:pt>
                <c:pt idx="75">
                  <c:v>3.5270000000000003E-2</c:v>
                </c:pt>
                <c:pt idx="76">
                  <c:v>3.4393E-2</c:v>
                </c:pt>
                <c:pt idx="77">
                  <c:v>3.2599999999999997E-2</c:v>
                </c:pt>
                <c:pt idx="78">
                  <c:v>3.1125E-2</c:v>
                </c:pt>
                <c:pt idx="79">
                  <c:v>3.0589000000000002E-2</c:v>
                </c:pt>
                <c:pt idx="80">
                  <c:v>2.9870000000000001E-2</c:v>
                </c:pt>
                <c:pt idx="81">
                  <c:v>3.0061000000000001E-2</c:v>
                </c:pt>
                <c:pt idx="82">
                  <c:v>2.928E-2</c:v>
                </c:pt>
                <c:pt idx="83">
                  <c:v>2.7463999999999999E-2</c:v>
                </c:pt>
                <c:pt idx="84">
                  <c:v>2.9706E-2</c:v>
                </c:pt>
                <c:pt idx="85">
                  <c:v>2.9873E-2</c:v>
                </c:pt>
                <c:pt idx="86">
                  <c:v>3.1715E-2</c:v>
                </c:pt>
                <c:pt idx="87">
                  <c:v>3.3245999999999998E-2</c:v>
                </c:pt>
                <c:pt idx="88">
                  <c:v>3.3799000000000003E-2</c:v>
                </c:pt>
                <c:pt idx="89">
                  <c:v>3.4648999999999999E-2</c:v>
                </c:pt>
                <c:pt idx="90">
                  <c:v>3.7969000000000003E-2</c:v>
                </c:pt>
                <c:pt idx="91">
                  <c:v>3.6311000000000003E-2</c:v>
                </c:pt>
                <c:pt idx="92">
                  <c:v>3.5645000000000003E-2</c:v>
                </c:pt>
                <c:pt idx="93">
                  <c:v>3.7263999999999999E-2</c:v>
                </c:pt>
                <c:pt idx="94">
                  <c:v>3.7162000000000001E-2</c:v>
                </c:pt>
                <c:pt idx="95">
                  <c:v>3.4431000000000003E-2</c:v>
                </c:pt>
                <c:pt idx="96">
                  <c:v>3.5862999999999999E-2</c:v>
                </c:pt>
                <c:pt idx="97">
                  <c:v>3.5534999999999997E-2</c:v>
                </c:pt>
                <c:pt idx="98">
                  <c:v>3.6117000000000003E-2</c:v>
                </c:pt>
                <c:pt idx="99">
                  <c:v>3.8154E-2</c:v>
                </c:pt>
                <c:pt idx="100">
                  <c:v>3.7515E-2</c:v>
                </c:pt>
                <c:pt idx="101">
                  <c:v>3.7066000000000002E-2</c:v>
                </c:pt>
                <c:pt idx="102">
                  <c:v>3.8258E-2</c:v>
                </c:pt>
                <c:pt idx="103">
                  <c:v>3.8531999999999997E-2</c:v>
                </c:pt>
                <c:pt idx="104">
                  <c:v>3.8880999999999999E-2</c:v>
                </c:pt>
                <c:pt idx="105">
                  <c:v>3.9003999999999997E-2</c:v>
                </c:pt>
                <c:pt idx="106">
                  <c:v>3.9538999999999998E-2</c:v>
                </c:pt>
                <c:pt idx="107">
                  <c:v>3.6185000000000002E-2</c:v>
                </c:pt>
                <c:pt idx="108">
                  <c:v>3.6913000000000001E-2</c:v>
                </c:pt>
                <c:pt idx="109">
                  <c:v>3.7333999999999999E-2</c:v>
                </c:pt>
                <c:pt idx="110">
                  <c:v>3.7644999999999998E-2</c:v>
                </c:pt>
                <c:pt idx="111">
                  <c:v>3.7997000000000003E-2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F5AE-40D5-9F16-3E15EAD7E209}"/>
            </c:ext>
          </c:extLst>
        </c:ser>
        <c:ser>
          <c:idx val="12"/>
          <c:order val="12"/>
          <c:tx>
            <c:strRef>
              <c:f>Hoja1!$N$2</c:f>
              <c:strCache>
                <c:ptCount val="1"/>
                <c:pt idx="0">
                  <c:v>Consumo</c:v>
                </c:pt>
              </c:strCache>
            </c:strRef>
          </c:tx>
          <c:spPr>
            <a:ln w="28575" cap="rnd">
              <a:solidFill>
                <a:srgbClr val="A02B93">
                  <a:lumMod val="50000"/>
                </a:srgbClr>
              </a:solidFill>
              <a:prstDash val="sysDash"/>
              <a:round/>
            </a:ln>
            <a:effectLst/>
          </c:spPr>
          <c:marker>
            <c:symbol val="none"/>
          </c:marker>
          <c:dLbls>
            <c:dLbl>
              <c:idx val="86"/>
              <c:layout>
                <c:manualLayout>
                  <c:x val="-2.1812587119273998E-2"/>
                  <c:y val="-7.593061288174322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FD08-4E51-BC55-66D179613F76}"/>
                </c:ext>
              </c:extLst>
            </c:dLbl>
            <c:dLbl>
              <c:idx val="11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D08-4E51-BC55-66D179613F7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Hoja1!$A$3:$A$113</c:f>
              <c:numCache>
                <c:formatCode>mmm\-yy</c:formatCode>
                <c:ptCount val="111"/>
                <c:pt idx="0">
                  <c:v>42370</c:v>
                </c:pt>
                <c:pt idx="1">
                  <c:v>42401</c:v>
                </c:pt>
                <c:pt idx="2">
                  <c:v>42430</c:v>
                </c:pt>
                <c:pt idx="3">
                  <c:v>42461</c:v>
                </c:pt>
                <c:pt idx="4">
                  <c:v>42491</c:v>
                </c:pt>
                <c:pt idx="5">
                  <c:v>42522</c:v>
                </c:pt>
                <c:pt idx="6">
                  <c:v>42552</c:v>
                </c:pt>
                <c:pt idx="7">
                  <c:v>42583</c:v>
                </c:pt>
                <c:pt idx="8">
                  <c:v>42614</c:v>
                </c:pt>
                <c:pt idx="9">
                  <c:v>42644</c:v>
                </c:pt>
                <c:pt idx="10">
                  <c:v>42675</c:v>
                </c:pt>
                <c:pt idx="11">
                  <c:v>42705</c:v>
                </c:pt>
                <c:pt idx="12">
                  <c:v>42736</c:v>
                </c:pt>
                <c:pt idx="13">
                  <c:v>42767</c:v>
                </c:pt>
                <c:pt idx="14">
                  <c:v>42795</c:v>
                </c:pt>
                <c:pt idx="15">
                  <c:v>42826</c:v>
                </c:pt>
                <c:pt idx="16">
                  <c:v>42856</c:v>
                </c:pt>
                <c:pt idx="17">
                  <c:v>42887</c:v>
                </c:pt>
                <c:pt idx="18">
                  <c:v>42917</c:v>
                </c:pt>
                <c:pt idx="19">
                  <c:v>42948</c:v>
                </c:pt>
                <c:pt idx="20">
                  <c:v>42979</c:v>
                </c:pt>
                <c:pt idx="21">
                  <c:v>43009</c:v>
                </c:pt>
                <c:pt idx="22">
                  <c:v>43040</c:v>
                </c:pt>
                <c:pt idx="23">
                  <c:v>43070</c:v>
                </c:pt>
                <c:pt idx="24">
                  <c:v>43101</c:v>
                </c:pt>
                <c:pt idx="25">
                  <c:v>43132</c:v>
                </c:pt>
                <c:pt idx="26">
                  <c:v>43160</c:v>
                </c:pt>
                <c:pt idx="27">
                  <c:v>43191</c:v>
                </c:pt>
                <c:pt idx="28">
                  <c:v>43221</c:v>
                </c:pt>
                <c:pt idx="29">
                  <c:v>43252</c:v>
                </c:pt>
                <c:pt idx="30">
                  <c:v>43282</c:v>
                </c:pt>
                <c:pt idx="31">
                  <c:v>43313</c:v>
                </c:pt>
                <c:pt idx="32">
                  <c:v>43344</c:v>
                </c:pt>
                <c:pt idx="33">
                  <c:v>43374</c:v>
                </c:pt>
                <c:pt idx="34">
                  <c:v>43405</c:v>
                </c:pt>
                <c:pt idx="35">
                  <c:v>43435</c:v>
                </c:pt>
                <c:pt idx="36">
                  <c:v>43466</c:v>
                </c:pt>
                <c:pt idx="37">
                  <c:v>43497</c:v>
                </c:pt>
                <c:pt idx="38">
                  <c:v>43525</c:v>
                </c:pt>
                <c:pt idx="39">
                  <c:v>43556</c:v>
                </c:pt>
                <c:pt idx="40">
                  <c:v>43586</c:v>
                </c:pt>
                <c:pt idx="41">
                  <c:v>43617</c:v>
                </c:pt>
                <c:pt idx="42">
                  <c:v>43647</c:v>
                </c:pt>
                <c:pt idx="43">
                  <c:v>43678</c:v>
                </c:pt>
                <c:pt idx="44">
                  <c:v>43709</c:v>
                </c:pt>
                <c:pt idx="45">
                  <c:v>43739</c:v>
                </c:pt>
                <c:pt idx="46">
                  <c:v>43770</c:v>
                </c:pt>
                <c:pt idx="47">
                  <c:v>43800</c:v>
                </c:pt>
                <c:pt idx="48">
                  <c:v>43831</c:v>
                </c:pt>
                <c:pt idx="49">
                  <c:v>43862</c:v>
                </c:pt>
                <c:pt idx="50">
                  <c:v>43891</c:v>
                </c:pt>
                <c:pt idx="51">
                  <c:v>43922</c:v>
                </c:pt>
                <c:pt idx="52">
                  <c:v>43952</c:v>
                </c:pt>
                <c:pt idx="53">
                  <c:v>43983</c:v>
                </c:pt>
                <c:pt idx="54">
                  <c:v>44013</c:v>
                </c:pt>
                <c:pt idx="55">
                  <c:v>44044</c:v>
                </c:pt>
                <c:pt idx="56">
                  <c:v>44075</c:v>
                </c:pt>
                <c:pt idx="57">
                  <c:v>44105</c:v>
                </c:pt>
                <c:pt idx="58">
                  <c:v>44136</c:v>
                </c:pt>
                <c:pt idx="59">
                  <c:v>44166</c:v>
                </c:pt>
                <c:pt idx="60">
                  <c:v>44197</c:v>
                </c:pt>
                <c:pt idx="61">
                  <c:v>44228</c:v>
                </c:pt>
                <c:pt idx="62">
                  <c:v>44256</c:v>
                </c:pt>
                <c:pt idx="63">
                  <c:v>44287</c:v>
                </c:pt>
                <c:pt idx="64">
                  <c:v>44317</c:v>
                </c:pt>
                <c:pt idx="65">
                  <c:v>44348</c:v>
                </c:pt>
                <c:pt idx="66">
                  <c:v>44378</c:v>
                </c:pt>
                <c:pt idx="67">
                  <c:v>44409</c:v>
                </c:pt>
                <c:pt idx="68">
                  <c:v>44440</c:v>
                </c:pt>
                <c:pt idx="69">
                  <c:v>44470</c:v>
                </c:pt>
                <c:pt idx="70">
                  <c:v>44501</c:v>
                </c:pt>
                <c:pt idx="71">
                  <c:v>44531</c:v>
                </c:pt>
                <c:pt idx="72">
                  <c:v>44562</c:v>
                </c:pt>
                <c:pt idx="73">
                  <c:v>44593</c:v>
                </c:pt>
                <c:pt idx="74">
                  <c:v>44621</c:v>
                </c:pt>
                <c:pt idx="75">
                  <c:v>44652</c:v>
                </c:pt>
                <c:pt idx="76">
                  <c:v>44682</c:v>
                </c:pt>
                <c:pt idx="77">
                  <c:v>44713</c:v>
                </c:pt>
                <c:pt idx="78">
                  <c:v>44743</c:v>
                </c:pt>
                <c:pt idx="79">
                  <c:v>44774</c:v>
                </c:pt>
                <c:pt idx="80">
                  <c:v>44805</c:v>
                </c:pt>
                <c:pt idx="81">
                  <c:v>44835</c:v>
                </c:pt>
                <c:pt idx="82">
                  <c:v>44866</c:v>
                </c:pt>
                <c:pt idx="83">
                  <c:v>44896</c:v>
                </c:pt>
                <c:pt idx="84">
                  <c:v>44927</c:v>
                </c:pt>
                <c:pt idx="85">
                  <c:v>44958</c:v>
                </c:pt>
                <c:pt idx="86">
                  <c:v>44986</c:v>
                </c:pt>
                <c:pt idx="87">
                  <c:v>45017</c:v>
                </c:pt>
                <c:pt idx="88">
                  <c:v>45047</c:v>
                </c:pt>
                <c:pt idx="89">
                  <c:v>45078</c:v>
                </c:pt>
                <c:pt idx="90">
                  <c:v>45108</c:v>
                </c:pt>
                <c:pt idx="91">
                  <c:v>45139</c:v>
                </c:pt>
                <c:pt idx="92">
                  <c:v>45170</c:v>
                </c:pt>
                <c:pt idx="93">
                  <c:v>45200</c:v>
                </c:pt>
                <c:pt idx="94">
                  <c:v>45231</c:v>
                </c:pt>
                <c:pt idx="95">
                  <c:v>45261</c:v>
                </c:pt>
                <c:pt idx="96">
                  <c:v>45292</c:v>
                </c:pt>
                <c:pt idx="97">
                  <c:v>45323</c:v>
                </c:pt>
                <c:pt idx="98">
                  <c:v>45352</c:v>
                </c:pt>
                <c:pt idx="99">
                  <c:v>45383</c:v>
                </c:pt>
                <c:pt idx="100">
                  <c:v>45413</c:v>
                </c:pt>
                <c:pt idx="101">
                  <c:v>45444</c:v>
                </c:pt>
                <c:pt idx="102">
                  <c:v>45474</c:v>
                </c:pt>
                <c:pt idx="103">
                  <c:v>45505</c:v>
                </c:pt>
                <c:pt idx="104">
                  <c:v>45536</c:v>
                </c:pt>
                <c:pt idx="105">
                  <c:v>45566</c:v>
                </c:pt>
                <c:pt idx="106">
                  <c:v>45597</c:v>
                </c:pt>
                <c:pt idx="107">
                  <c:v>45627</c:v>
                </c:pt>
                <c:pt idx="108">
                  <c:v>45658</c:v>
                </c:pt>
                <c:pt idx="109">
                  <c:v>45689</c:v>
                </c:pt>
                <c:pt idx="110">
                  <c:v>45717</c:v>
                </c:pt>
              </c:numCache>
            </c:numRef>
          </c:cat>
          <c:val>
            <c:numRef>
              <c:f>Hoja1!$N$3:$N$114</c:f>
              <c:numCache>
                <c:formatCode>0.0%</c:formatCode>
                <c:ptCount val="112"/>
                <c:pt idx="0">
                  <c:v>4.6137999999999998E-2</c:v>
                </c:pt>
                <c:pt idx="1">
                  <c:v>4.7780000000000003E-2</c:v>
                </c:pt>
                <c:pt idx="2">
                  <c:v>4.8994999999999997E-2</c:v>
                </c:pt>
                <c:pt idx="3">
                  <c:v>4.9262E-2</c:v>
                </c:pt>
                <c:pt idx="4">
                  <c:v>5.0276000000000001E-2</c:v>
                </c:pt>
                <c:pt idx="5">
                  <c:v>4.8927999999999999E-2</c:v>
                </c:pt>
                <c:pt idx="6">
                  <c:v>5.0459999999999998E-2</c:v>
                </c:pt>
                <c:pt idx="7">
                  <c:v>4.9779999999999998E-2</c:v>
                </c:pt>
                <c:pt idx="8">
                  <c:v>4.9766999999999999E-2</c:v>
                </c:pt>
                <c:pt idx="9">
                  <c:v>5.1375999999999998E-2</c:v>
                </c:pt>
                <c:pt idx="10">
                  <c:v>5.2749999999999998E-2</c:v>
                </c:pt>
                <c:pt idx="11">
                  <c:v>4.9889000000000003E-2</c:v>
                </c:pt>
                <c:pt idx="12">
                  <c:v>5.1716999999999999E-2</c:v>
                </c:pt>
                <c:pt idx="13">
                  <c:v>5.3949999999999998E-2</c:v>
                </c:pt>
                <c:pt idx="14">
                  <c:v>5.4802999999999998E-2</c:v>
                </c:pt>
                <c:pt idx="15">
                  <c:v>5.7890999999999998E-2</c:v>
                </c:pt>
                <c:pt idx="16">
                  <c:v>5.8979999999999998E-2</c:v>
                </c:pt>
                <c:pt idx="17">
                  <c:v>5.9271999999999998E-2</c:v>
                </c:pt>
                <c:pt idx="18">
                  <c:v>5.9959999999999999E-2</c:v>
                </c:pt>
                <c:pt idx="19">
                  <c:v>5.9182999999999999E-2</c:v>
                </c:pt>
                <c:pt idx="20">
                  <c:v>5.9931999999999999E-2</c:v>
                </c:pt>
                <c:pt idx="21">
                  <c:v>6.0458999999999999E-2</c:v>
                </c:pt>
                <c:pt idx="22">
                  <c:v>6.1365000000000003E-2</c:v>
                </c:pt>
                <c:pt idx="23">
                  <c:v>5.8130000000000001E-2</c:v>
                </c:pt>
                <c:pt idx="24">
                  <c:v>5.9833999999999998E-2</c:v>
                </c:pt>
                <c:pt idx="25">
                  <c:v>6.1169000000000001E-2</c:v>
                </c:pt>
                <c:pt idx="26">
                  <c:v>6.1615000000000003E-2</c:v>
                </c:pt>
                <c:pt idx="27">
                  <c:v>6.1524000000000002E-2</c:v>
                </c:pt>
                <c:pt idx="28">
                  <c:v>5.9799999999999999E-2</c:v>
                </c:pt>
                <c:pt idx="29">
                  <c:v>5.9376999999999999E-2</c:v>
                </c:pt>
                <c:pt idx="30">
                  <c:v>5.8499000000000002E-2</c:v>
                </c:pt>
                <c:pt idx="31">
                  <c:v>5.7952999999999998E-2</c:v>
                </c:pt>
                <c:pt idx="32">
                  <c:v>5.7687000000000002E-2</c:v>
                </c:pt>
                <c:pt idx="33">
                  <c:v>5.6370000000000003E-2</c:v>
                </c:pt>
                <c:pt idx="34">
                  <c:v>5.5932000000000003E-2</c:v>
                </c:pt>
                <c:pt idx="35">
                  <c:v>5.237E-2</c:v>
                </c:pt>
                <c:pt idx="36">
                  <c:v>5.3443999999999998E-2</c:v>
                </c:pt>
                <c:pt idx="37">
                  <c:v>5.3657999999999997E-2</c:v>
                </c:pt>
                <c:pt idx="38">
                  <c:v>5.3900000000000003E-2</c:v>
                </c:pt>
                <c:pt idx="39">
                  <c:v>5.432E-2</c:v>
                </c:pt>
                <c:pt idx="40">
                  <c:v>5.3092E-2</c:v>
                </c:pt>
                <c:pt idx="41">
                  <c:v>5.2905000000000001E-2</c:v>
                </c:pt>
                <c:pt idx="42">
                  <c:v>5.1069999999999997E-2</c:v>
                </c:pt>
                <c:pt idx="43">
                  <c:v>5.0379E-2</c:v>
                </c:pt>
                <c:pt idx="44">
                  <c:v>4.9953999999999998E-2</c:v>
                </c:pt>
                <c:pt idx="45">
                  <c:v>4.9165E-2</c:v>
                </c:pt>
                <c:pt idx="46">
                  <c:v>5.0492000000000002E-2</c:v>
                </c:pt>
                <c:pt idx="47">
                  <c:v>4.7310999999999999E-2</c:v>
                </c:pt>
                <c:pt idx="48">
                  <c:v>4.8284000000000001E-2</c:v>
                </c:pt>
                <c:pt idx="49">
                  <c:v>4.9197999999999999E-2</c:v>
                </c:pt>
                <c:pt idx="50">
                  <c:v>4.4926000000000001E-2</c:v>
                </c:pt>
                <c:pt idx="51">
                  <c:v>4.1946999999999998E-2</c:v>
                </c:pt>
                <c:pt idx="52">
                  <c:v>3.8001E-2</c:v>
                </c:pt>
                <c:pt idx="53">
                  <c:v>3.3210999999999997E-2</c:v>
                </c:pt>
                <c:pt idx="54">
                  <c:v>3.0592000000000001E-2</c:v>
                </c:pt>
                <c:pt idx="55">
                  <c:v>4.0971E-2</c:v>
                </c:pt>
                <c:pt idx="56">
                  <c:v>4.9208000000000002E-2</c:v>
                </c:pt>
                <c:pt idx="57">
                  <c:v>6.1276999999999998E-2</c:v>
                </c:pt>
                <c:pt idx="58">
                  <c:v>6.4185000000000006E-2</c:v>
                </c:pt>
                <c:pt idx="59">
                  <c:v>6.3246999999999998E-2</c:v>
                </c:pt>
                <c:pt idx="60">
                  <c:v>6.5807000000000004E-2</c:v>
                </c:pt>
                <c:pt idx="61">
                  <c:v>6.4427999999999999E-2</c:v>
                </c:pt>
                <c:pt idx="62">
                  <c:v>6.0866999999999997E-2</c:v>
                </c:pt>
                <c:pt idx="63">
                  <c:v>6.0267000000000001E-2</c:v>
                </c:pt>
                <c:pt idx="64">
                  <c:v>5.7629E-2</c:v>
                </c:pt>
                <c:pt idx="65">
                  <c:v>5.5043000000000002E-2</c:v>
                </c:pt>
                <c:pt idx="66">
                  <c:v>5.3434000000000002E-2</c:v>
                </c:pt>
                <c:pt idx="67">
                  <c:v>5.1711E-2</c:v>
                </c:pt>
                <c:pt idx="68">
                  <c:v>5.0568000000000002E-2</c:v>
                </c:pt>
                <c:pt idx="69">
                  <c:v>4.9209000000000003E-2</c:v>
                </c:pt>
                <c:pt idx="70">
                  <c:v>4.7882000000000001E-2</c:v>
                </c:pt>
                <c:pt idx="71">
                  <c:v>4.4346999999999998E-2</c:v>
                </c:pt>
                <c:pt idx="72">
                  <c:v>4.5288000000000002E-2</c:v>
                </c:pt>
                <c:pt idx="73">
                  <c:v>4.5193999999999998E-2</c:v>
                </c:pt>
                <c:pt idx="74">
                  <c:v>4.4032000000000002E-2</c:v>
                </c:pt>
                <c:pt idx="75">
                  <c:v>4.4753000000000001E-2</c:v>
                </c:pt>
                <c:pt idx="76">
                  <c:v>4.548E-2</c:v>
                </c:pt>
                <c:pt idx="77">
                  <c:v>4.6739999999999997E-2</c:v>
                </c:pt>
                <c:pt idx="78">
                  <c:v>4.7641000000000003E-2</c:v>
                </c:pt>
                <c:pt idx="79">
                  <c:v>4.7979000000000001E-2</c:v>
                </c:pt>
                <c:pt idx="80">
                  <c:v>4.9340000000000002E-2</c:v>
                </c:pt>
                <c:pt idx="81">
                  <c:v>5.1173999999999997E-2</c:v>
                </c:pt>
                <c:pt idx="82">
                  <c:v>5.4328000000000001E-2</c:v>
                </c:pt>
                <c:pt idx="83">
                  <c:v>5.5048E-2</c:v>
                </c:pt>
                <c:pt idx="84">
                  <c:v>5.9020999999999997E-2</c:v>
                </c:pt>
                <c:pt idx="85">
                  <c:v>6.3604999999999995E-2</c:v>
                </c:pt>
                <c:pt idx="86">
                  <c:v>6.7432000000000006E-2</c:v>
                </c:pt>
                <c:pt idx="87">
                  <c:v>7.2486999999999996E-2</c:v>
                </c:pt>
                <c:pt idx="88">
                  <c:v>7.4208999999999997E-2</c:v>
                </c:pt>
                <c:pt idx="89">
                  <c:v>7.5384999999999994E-2</c:v>
                </c:pt>
                <c:pt idx="90">
                  <c:v>7.5162000000000007E-2</c:v>
                </c:pt>
                <c:pt idx="91">
                  <c:v>7.6444999999999999E-2</c:v>
                </c:pt>
                <c:pt idx="92">
                  <c:v>7.7844999999999998E-2</c:v>
                </c:pt>
                <c:pt idx="93">
                  <c:v>8.2596000000000003E-2</c:v>
                </c:pt>
                <c:pt idx="94">
                  <c:v>8.4286E-2</c:v>
                </c:pt>
                <c:pt idx="95">
                  <c:v>8.2282999999999995E-2</c:v>
                </c:pt>
                <c:pt idx="96">
                  <c:v>8.3616999999999997E-2</c:v>
                </c:pt>
                <c:pt idx="97">
                  <c:v>8.3419999999999994E-2</c:v>
                </c:pt>
                <c:pt idx="98">
                  <c:v>8.4171999999999997E-2</c:v>
                </c:pt>
                <c:pt idx="99">
                  <c:v>8.3071000000000006E-2</c:v>
                </c:pt>
                <c:pt idx="100">
                  <c:v>8.1734000000000001E-2</c:v>
                </c:pt>
                <c:pt idx="101">
                  <c:v>8.0805000000000002E-2</c:v>
                </c:pt>
                <c:pt idx="102">
                  <c:v>7.8369999999999995E-2</c:v>
                </c:pt>
                <c:pt idx="103">
                  <c:v>7.7132000000000006E-2</c:v>
                </c:pt>
                <c:pt idx="104">
                  <c:v>7.6066999999999996E-2</c:v>
                </c:pt>
                <c:pt idx="105">
                  <c:v>7.4186000000000002E-2</c:v>
                </c:pt>
                <c:pt idx="106">
                  <c:v>7.3340000000000002E-2</c:v>
                </c:pt>
                <c:pt idx="107">
                  <c:v>6.9225999999999996E-2</c:v>
                </c:pt>
                <c:pt idx="108">
                  <c:v>6.8616999999999997E-2</c:v>
                </c:pt>
                <c:pt idx="109">
                  <c:v>6.7289000000000002E-2</c:v>
                </c:pt>
                <c:pt idx="110">
                  <c:v>6.5501000000000004E-2</c:v>
                </c:pt>
                <c:pt idx="111">
                  <c:v>6.3621999999999998E-2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F5AE-40D5-9F16-3E15EAD7E209}"/>
            </c:ext>
          </c:extLst>
        </c:ser>
        <c:ser>
          <c:idx val="13"/>
          <c:order val="13"/>
          <c:tx>
            <c:strRef>
              <c:f>Hoja1!$O$2</c:f>
              <c:strCache>
                <c:ptCount val="1"/>
                <c:pt idx="0">
                  <c:v>Vivienda</c:v>
                </c:pt>
              </c:strCache>
            </c:strRef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86"/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FD08-4E51-BC55-66D179613F76}"/>
                </c:ext>
              </c:extLst>
            </c:dLbl>
            <c:dLbl>
              <c:idx val="10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A58-4E8D-864D-F8CF4CBF9888}"/>
                </c:ext>
              </c:extLst>
            </c:dLbl>
            <c:dLbl>
              <c:idx val="110"/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D08-4E51-BC55-66D179613F7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Hoja1!$A$3:$A$113</c:f>
              <c:numCache>
                <c:formatCode>mmm\-yy</c:formatCode>
                <c:ptCount val="111"/>
                <c:pt idx="0">
                  <c:v>42370</c:v>
                </c:pt>
                <c:pt idx="1">
                  <c:v>42401</c:v>
                </c:pt>
                <c:pt idx="2">
                  <c:v>42430</c:v>
                </c:pt>
                <c:pt idx="3">
                  <c:v>42461</c:v>
                </c:pt>
                <c:pt idx="4">
                  <c:v>42491</c:v>
                </c:pt>
                <c:pt idx="5">
                  <c:v>42522</c:v>
                </c:pt>
                <c:pt idx="6">
                  <c:v>42552</c:v>
                </c:pt>
                <c:pt idx="7">
                  <c:v>42583</c:v>
                </c:pt>
                <c:pt idx="8">
                  <c:v>42614</c:v>
                </c:pt>
                <c:pt idx="9">
                  <c:v>42644</c:v>
                </c:pt>
                <c:pt idx="10">
                  <c:v>42675</c:v>
                </c:pt>
                <c:pt idx="11">
                  <c:v>42705</c:v>
                </c:pt>
                <c:pt idx="12">
                  <c:v>42736</c:v>
                </c:pt>
                <c:pt idx="13">
                  <c:v>42767</c:v>
                </c:pt>
                <c:pt idx="14">
                  <c:v>42795</c:v>
                </c:pt>
                <c:pt idx="15">
                  <c:v>42826</c:v>
                </c:pt>
                <c:pt idx="16">
                  <c:v>42856</c:v>
                </c:pt>
                <c:pt idx="17">
                  <c:v>42887</c:v>
                </c:pt>
                <c:pt idx="18">
                  <c:v>42917</c:v>
                </c:pt>
                <c:pt idx="19">
                  <c:v>42948</c:v>
                </c:pt>
                <c:pt idx="20">
                  <c:v>42979</c:v>
                </c:pt>
                <c:pt idx="21">
                  <c:v>43009</c:v>
                </c:pt>
                <c:pt idx="22">
                  <c:v>43040</c:v>
                </c:pt>
                <c:pt idx="23">
                  <c:v>43070</c:v>
                </c:pt>
                <c:pt idx="24">
                  <c:v>43101</c:v>
                </c:pt>
                <c:pt idx="25">
                  <c:v>43132</c:v>
                </c:pt>
                <c:pt idx="26">
                  <c:v>43160</c:v>
                </c:pt>
                <c:pt idx="27">
                  <c:v>43191</c:v>
                </c:pt>
                <c:pt idx="28">
                  <c:v>43221</c:v>
                </c:pt>
                <c:pt idx="29">
                  <c:v>43252</c:v>
                </c:pt>
                <c:pt idx="30">
                  <c:v>43282</c:v>
                </c:pt>
                <c:pt idx="31">
                  <c:v>43313</c:v>
                </c:pt>
                <c:pt idx="32">
                  <c:v>43344</c:v>
                </c:pt>
                <c:pt idx="33">
                  <c:v>43374</c:v>
                </c:pt>
                <c:pt idx="34">
                  <c:v>43405</c:v>
                </c:pt>
                <c:pt idx="35">
                  <c:v>43435</c:v>
                </c:pt>
                <c:pt idx="36">
                  <c:v>43466</c:v>
                </c:pt>
                <c:pt idx="37">
                  <c:v>43497</c:v>
                </c:pt>
                <c:pt idx="38">
                  <c:v>43525</c:v>
                </c:pt>
                <c:pt idx="39">
                  <c:v>43556</c:v>
                </c:pt>
                <c:pt idx="40">
                  <c:v>43586</c:v>
                </c:pt>
                <c:pt idx="41">
                  <c:v>43617</c:v>
                </c:pt>
                <c:pt idx="42">
                  <c:v>43647</c:v>
                </c:pt>
                <c:pt idx="43">
                  <c:v>43678</c:v>
                </c:pt>
                <c:pt idx="44">
                  <c:v>43709</c:v>
                </c:pt>
                <c:pt idx="45">
                  <c:v>43739</c:v>
                </c:pt>
                <c:pt idx="46">
                  <c:v>43770</c:v>
                </c:pt>
                <c:pt idx="47">
                  <c:v>43800</c:v>
                </c:pt>
                <c:pt idx="48">
                  <c:v>43831</c:v>
                </c:pt>
                <c:pt idx="49">
                  <c:v>43862</c:v>
                </c:pt>
                <c:pt idx="50">
                  <c:v>43891</c:v>
                </c:pt>
                <c:pt idx="51">
                  <c:v>43922</c:v>
                </c:pt>
                <c:pt idx="52">
                  <c:v>43952</c:v>
                </c:pt>
                <c:pt idx="53">
                  <c:v>43983</c:v>
                </c:pt>
                <c:pt idx="54">
                  <c:v>44013</c:v>
                </c:pt>
                <c:pt idx="55">
                  <c:v>44044</c:v>
                </c:pt>
                <c:pt idx="56">
                  <c:v>44075</c:v>
                </c:pt>
                <c:pt idx="57">
                  <c:v>44105</c:v>
                </c:pt>
                <c:pt idx="58">
                  <c:v>44136</c:v>
                </c:pt>
                <c:pt idx="59">
                  <c:v>44166</c:v>
                </c:pt>
                <c:pt idx="60">
                  <c:v>44197</c:v>
                </c:pt>
                <c:pt idx="61">
                  <c:v>44228</c:v>
                </c:pt>
                <c:pt idx="62">
                  <c:v>44256</c:v>
                </c:pt>
                <c:pt idx="63">
                  <c:v>44287</c:v>
                </c:pt>
                <c:pt idx="64">
                  <c:v>44317</c:v>
                </c:pt>
                <c:pt idx="65">
                  <c:v>44348</c:v>
                </c:pt>
                <c:pt idx="66">
                  <c:v>44378</c:v>
                </c:pt>
                <c:pt idx="67">
                  <c:v>44409</c:v>
                </c:pt>
                <c:pt idx="68">
                  <c:v>44440</c:v>
                </c:pt>
                <c:pt idx="69">
                  <c:v>44470</c:v>
                </c:pt>
                <c:pt idx="70">
                  <c:v>44501</c:v>
                </c:pt>
                <c:pt idx="71">
                  <c:v>44531</c:v>
                </c:pt>
                <c:pt idx="72">
                  <c:v>44562</c:v>
                </c:pt>
                <c:pt idx="73">
                  <c:v>44593</c:v>
                </c:pt>
                <c:pt idx="74">
                  <c:v>44621</c:v>
                </c:pt>
                <c:pt idx="75">
                  <c:v>44652</c:v>
                </c:pt>
                <c:pt idx="76">
                  <c:v>44682</c:v>
                </c:pt>
                <c:pt idx="77">
                  <c:v>44713</c:v>
                </c:pt>
                <c:pt idx="78">
                  <c:v>44743</c:v>
                </c:pt>
                <c:pt idx="79">
                  <c:v>44774</c:v>
                </c:pt>
                <c:pt idx="80">
                  <c:v>44805</c:v>
                </c:pt>
                <c:pt idx="81">
                  <c:v>44835</c:v>
                </c:pt>
                <c:pt idx="82">
                  <c:v>44866</c:v>
                </c:pt>
                <c:pt idx="83">
                  <c:v>44896</c:v>
                </c:pt>
                <c:pt idx="84">
                  <c:v>44927</c:v>
                </c:pt>
                <c:pt idx="85">
                  <c:v>44958</c:v>
                </c:pt>
                <c:pt idx="86">
                  <c:v>44986</c:v>
                </c:pt>
                <c:pt idx="87">
                  <c:v>45017</c:v>
                </c:pt>
                <c:pt idx="88">
                  <c:v>45047</c:v>
                </c:pt>
                <c:pt idx="89">
                  <c:v>45078</c:v>
                </c:pt>
                <c:pt idx="90">
                  <c:v>45108</c:v>
                </c:pt>
                <c:pt idx="91">
                  <c:v>45139</c:v>
                </c:pt>
                <c:pt idx="92">
                  <c:v>45170</c:v>
                </c:pt>
                <c:pt idx="93">
                  <c:v>45200</c:v>
                </c:pt>
                <c:pt idx="94">
                  <c:v>45231</c:v>
                </c:pt>
                <c:pt idx="95">
                  <c:v>45261</c:v>
                </c:pt>
                <c:pt idx="96">
                  <c:v>45292</c:v>
                </c:pt>
                <c:pt idx="97">
                  <c:v>45323</c:v>
                </c:pt>
                <c:pt idx="98">
                  <c:v>45352</c:v>
                </c:pt>
                <c:pt idx="99">
                  <c:v>45383</c:v>
                </c:pt>
                <c:pt idx="100">
                  <c:v>45413</c:v>
                </c:pt>
                <c:pt idx="101">
                  <c:v>45444</c:v>
                </c:pt>
                <c:pt idx="102">
                  <c:v>45474</c:v>
                </c:pt>
                <c:pt idx="103">
                  <c:v>45505</c:v>
                </c:pt>
                <c:pt idx="104">
                  <c:v>45536</c:v>
                </c:pt>
                <c:pt idx="105">
                  <c:v>45566</c:v>
                </c:pt>
                <c:pt idx="106">
                  <c:v>45597</c:v>
                </c:pt>
                <c:pt idx="107">
                  <c:v>45627</c:v>
                </c:pt>
                <c:pt idx="108">
                  <c:v>45658</c:v>
                </c:pt>
                <c:pt idx="109">
                  <c:v>45689</c:v>
                </c:pt>
                <c:pt idx="110">
                  <c:v>45717</c:v>
                </c:pt>
              </c:numCache>
            </c:numRef>
          </c:cat>
          <c:val>
            <c:numRef>
              <c:f>Hoja1!$O$3:$O$114</c:f>
              <c:numCache>
                <c:formatCode>0.0%</c:formatCode>
                <c:ptCount val="112"/>
                <c:pt idx="0">
                  <c:v>2.0219999999999998E-2</c:v>
                </c:pt>
                <c:pt idx="1">
                  <c:v>2.0171999999999999E-2</c:v>
                </c:pt>
                <c:pt idx="2">
                  <c:v>2.0396999999999998E-2</c:v>
                </c:pt>
                <c:pt idx="3">
                  <c:v>2.0671999999999999E-2</c:v>
                </c:pt>
                <c:pt idx="4">
                  <c:v>2.086E-2</c:v>
                </c:pt>
                <c:pt idx="5">
                  <c:v>2.0805000000000001E-2</c:v>
                </c:pt>
                <c:pt idx="6">
                  <c:v>2.1399999999999999E-2</c:v>
                </c:pt>
                <c:pt idx="7">
                  <c:v>2.1735000000000001E-2</c:v>
                </c:pt>
                <c:pt idx="8">
                  <c:v>2.2096999999999999E-2</c:v>
                </c:pt>
                <c:pt idx="9">
                  <c:v>2.2345E-2</c:v>
                </c:pt>
                <c:pt idx="10">
                  <c:v>2.2887000000000001E-2</c:v>
                </c:pt>
                <c:pt idx="11">
                  <c:v>2.2617999999999999E-2</c:v>
                </c:pt>
                <c:pt idx="12">
                  <c:v>2.383E-2</c:v>
                </c:pt>
                <c:pt idx="13">
                  <c:v>2.3803999999999999E-2</c:v>
                </c:pt>
                <c:pt idx="14">
                  <c:v>2.4188000000000001E-2</c:v>
                </c:pt>
                <c:pt idx="15">
                  <c:v>2.4892000000000001E-2</c:v>
                </c:pt>
                <c:pt idx="16">
                  <c:v>2.5454999999999998E-2</c:v>
                </c:pt>
                <c:pt idx="17">
                  <c:v>2.6379E-2</c:v>
                </c:pt>
                <c:pt idx="18">
                  <c:v>2.7444E-2</c:v>
                </c:pt>
                <c:pt idx="19">
                  <c:v>2.8011000000000001E-2</c:v>
                </c:pt>
                <c:pt idx="20">
                  <c:v>2.8504999999999999E-2</c:v>
                </c:pt>
                <c:pt idx="21">
                  <c:v>2.9416000000000001E-2</c:v>
                </c:pt>
                <c:pt idx="22">
                  <c:v>3.0209E-2</c:v>
                </c:pt>
                <c:pt idx="23">
                  <c:v>2.9876E-2</c:v>
                </c:pt>
                <c:pt idx="24">
                  <c:v>3.0905999999999999E-2</c:v>
                </c:pt>
                <c:pt idx="25">
                  <c:v>3.1149E-2</c:v>
                </c:pt>
                <c:pt idx="26">
                  <c:v>3.0724999999999999E-2</c:v>
                </c:pt>
                <c:pt idx="27">
                  <c:v>3.1047000000000002E-2</c:v>
                </c:pt>
                <c:pt idx="28">
                  <c:v>3.0939999999999999E-2</c:v>
                </c:pt>
                <c:pt idx="29">
                  <c:v>3.1019999999999999E-2</c:v>
                </c:pt>
                <c:pt idx="30">
                  <c:v>3.1482999999999997E-2</c:v>
                </c:pt>
                <c:pt idx="31">
                  <c:v>3.1885999999999998E-2</c:v>
                </c:pt>
                <c:pt idx="32">
                  <c:v>3.1606000000000002E-2</c:v>
                </c:pt>
                <c:pt idx="33">
                  <c:v>3.1115E-2</c:v>
                </c:pt>
                <c:pt idx="34">
                  <c:v>3.1900999999999999E-2</c:v>
                </c:pt>
                <c:pt idx="35">
                  <c:v>3.1523000000000002E-2</c:v>
                </c:pt>
                <c:pt idx="36">
                  <c:v>3.2303999999999999E-2</c:v>
                </c:pt>
                <c:pt idx="37">
                  <c:v>3.2155000000000003E-2</c:v>
                </c:pt>
                <c:pt idx="38">
                  <c:v>3.2032999999999999E-2</c:v>
                </c:pt>
                <c:pt idx="39">
                  <c:v>3.2176999999999997E-2</c:v>
                </c:pt>
                <c:pt idx="40">
                  <c:v>3.2322999999999998E-2</c:v>
                </c:pt>
                <c:pt idx="41">
                  <c:v>3.2502000000000003E-2</c:v>
                </c:pt>
                <c:pt idx="42">
                  <c:v>3.2632000000000001E-2</c:v>
                </c:pt>
                <c:pt idx="43">
                  <c:v>3.2542000000000001E-2</c:v>
                </c:pt>
                <c:pt idx="44">
                  <c:v>3.2384000000000003E-2</c:v>
                </c:pt>
                <c:pt idx="45">
                  <c:v>3.2065000000000003E-2</c:v>
                </c:pt>
                <c:pt idx="46">
                  <c:v>3.2955999999999999E-2</c:v>
                </c:pt>
                <c:pt idx="47">
                  <c:v>3.2250000000000001E-2</c:v>
                </c:pt>
                <c:pt idx="48">
                  <c:v>3.2814999999999997E-2</c:v>
                </c:pt>
                <c:pt idx="49">
                  <c:v>3.2697999999999998E-2</c:v>
                </c:pt>
                <c:pt idx="50">
                  <c:v>3.3917999999999997E-2</c:v>
                </c:pt>
                <c:pt idx="51">
                  <c:v>3.8551000000000002E-2</c:v>
                </c:pt>
                <c:pt idx="52">
                  <c:v>3.9348000000000001E-2</c:v>
                </c:pt>
                <c:pt idx="53">
                  <c:v>3.9097E-2</c:v>
                </c:pt>
                <c:pt idx="54">
                  <c:v>3.8286000000000001E-2</c:v>
                </c:pt>
                <c:pt idx="55">
                  <c:v>3.7332999999999998E-2</c:v>
                </c:pt>
                <c:pt idx="56">
                  <c:v>3.5869999999999999E-2</c:v>
                </c:pt>
                <c:pt idx="57">
                  <c:v>3.4504E-2</c:v>
                </c:pt>
                <c:pt idx="58">
                  <c:v>3.4698E-2</c:v>
                </c:pt>
                <c:pt idx="59">
                  <c:v>3.2779000000000003E-2</c:v>
                </c:pt>
                <c:pt idx="60">
                  <c:v>3.5319999999999997E-2</c:v>
                </c:pt>
                <c:pt idx="61">
                  <c:v>3.6060000000000002E-2</c:v>
                </c:pt>
                <c:pt idx="62">
                  <c:v>3.5686000000000002E-2</c:v>
                </c:pt>
                <c:pt idx="63">
                  <c:v>3.5701999999999998E-2</c:v>
                </c:pt>
                <c:pt idx="64">
                  <c:v>3.5951999999999998E-2</c:v>
                </c:pt>
                <c:pt idx="65">
                  <c:v>3.5210999999999999E-2</c:v>
                </c:pt>
                <c:pt idx="66">
                  <c:v>3.4410000000000003E-2</c:v>
                </c:pt>
                <c:pt idx="67">
                  <c:v>3.3373E-2</c:v>
                </c:pt>
                <c:pt idx="68">
                  <c:v>3.2400999999999999E-2</c:v>
                </c:pt>
                <c:pt idx="69">
                  <c:v>3.1928999999999999E-2</c:v>
                </c:pt>
                <c:pt idx="70">
                  <c:v>3.1953000000000002E-2</c:v>
                </c:pt>
                <c:pt idx="71">
                  <c:v>3.0927E-2</c:v>
                </c:pt>
                <c:pt idx="72">
                  <c:v>3.0925999999999999E-2</c:v>
                </c:pt>
                <c:pt idx="73">
                  <c:v>2.9908000000000001E-2</c:v>
                </c:pt>
                <c:pt idx="74">
                  <c:v>2.8868999999999999E-2</c:v>
                </c:pt>
                <c:pt idx="75">
                  <c:v>2.8407999999999999E-2</c:v>
                </c:pt>
                <c:pt idx="76">
                  <c:v>2.7667000000000001E-2</c:v>
                </c:pt>
                <c:pt idx="77">
                  <c:v>2.7002999999999999E-2</c:v>
                </c:pt>
                <c:pt idx="78">
                  <c:v>2.6759999999999999E-2</c:v>
                </c:pt>
                <c:pt idx="79">
                  <c:v>2.6095E-2</c:v>
                </c:pt>
                <c:pt idx="80">
                  <c:v>2.5999000000000001E-2</c:v>
                </c:pt>
                <c:pt idx="81">
                  <c:v>2.5718000000000001E-2</c:v>
                </c:pt>
                <c:pt idx="82">
                  <c:v>2.6078E-2</c:v>
                </c:pt>
                <c:pt idx="83">
                  <c:v>2.4669E-2</c:v>
                </c:pt>
                <c:pt idx="84">
                  <c:v>2.5233999999999999E-2</c:v>
                </c:pt>
                <c:pt idx="85">
                  <c:v>2.5427999999999999E-2</c:v>
                </c:pt>
                <c:pt idx="86">
                  <c:v>2.5314E-2</c:v>
                </c:pt>
                <c:pt idx="87">
                  <c:v>2.6169999999999999E-2</c:v>
                </c:pt>
                <c:pt idx="88">
                  <c:v>2.6412999999999999E-2</c:v>
                </c:pt>
                <c:pt idx="89">
                  <c:v>2.6624999999999999E-2</c:v>
                </c:pt>
                <c:pt idx="90">
                  <c:v>2.7233E-2</c:v>
                </c:pt>
                <c:pt idx="91">
                  <c:v>2.7595000000000001E-2</c:v>
                </c:pt>
                <c:pt idx="92">
                  <c:v>2.7979E-2</c:v>
                </c:pt>
                <c:pt idx="93">
                  <c:v>2.8809000000000001E-2</c:v>
                </c:pt>
                <c:pt idx="94">
                  <c:v>3.0022E-2</c:v>
                </c:pt>
                <c:pt idx="95">
                  <c:v>3.0308000000000002E-2</c:v>
                </c:pt>
                <c:pt idx="96">
                  <c:v>3.1375E-2</c:v>
                </c:pt>
                <c:pt idx="97">
                  <c:v>3.1217999999999999E-2</c:v>
                </c:pt>
                <c:pt idx="98">
                  <c:v>3.1185999999999998E-2</c:v>
                </c:pt>
                <c:pt idx="99">
                  <c:v>3.1841000000000001E-2</c:v>
                </c:pt>
                <c:pt idx="100">
                  <c:v>3.2752999999999997E-2</c:v>
                </c:pt>
                <c:pt idx="101">
                  <c:v>3.3249000000000001E-2</c:v>
                </c:pt>
                <c:pt idx="102">
                  <c:v>3.4181000000000003E-2</c:v>
                </c:pt>
                <c:pt idx="103">
                  <c:v>3.4993999999999997E-2</c:v>
                </c:pt>
                <c:pt idx="104">
                  <c:v>3.4908000000000002E-2</c:v>
                </c:pt>
                <c:pt idx="105">
                  <c:v>3.5126999999999999E-2</c:v>
                </c:pt>
                <c:pt idx="106">
                  <c:v>3.5546000000000001E-2</c:v>
                </c:pt>
                <c:pt idx="107">
                  <c:v>3.5069000000000003E-2</c:v>
                </c:pt>
                <c:pt idx="108">
                  <c:v>3.5450000000000002E-2</c:v>
                </c:pt>
                <c:pt idx="109">
                  <c:v>3.4903999999999998E-2</c:v>
                </c:pt>
                <c:pt idx="110">
                  <c:v>3.4250000000000003E-2</c:v>
                </c:pt>
                <c:pt idx="111">
                  <c:v>3.4397999999999998E-2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F5AE-40D5-9F16-3E15EAD7E209}"/>
            </c:ext>
          </c:extLst>
        </c:ser>
        <c:ser>
          <c:idx val="14"/>
          <c:order val="14"/>
          <c:tx>
            <c:strRef>
              <c:f>Hoja1!$P$2</c:f>
              <c:strCache>
                <c:ptCount val="1"/>
                <c:pt idx="0">
                  <c:v>Microcrédito</c:v>
                </c:pt>
              </c:strCache>
            </c:strRef>
          </c:tx>
          <c:spPr>
            <a:ln w="28575" cap="rnd">
              <a:solidFill>
                <a:srgbClr val="00B0F0"/>
              </a:solidFill>
              <a:round/>
            </a:ln>
            <a:effectLst/>
          </c:spPr>
          <c:marker>
            <c:symbol val="none"/>
          </c:marker>
          <c:dLbls>
            <c:dLbl>
              <c:idx val="86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D08-4E51-BC55-66D179613F76}"/>
                </c:ext>
              </c:extLst>
            </c:dLbl>
            <c:dLbl>
              <c:idx val="110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D08-4E51-BC55-66D179613F7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B0F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Hoja1!$A$3:$A$113</c:f>
              <c:numCache>
                <c:formatCode>mmm\-yy</c:formatCode>
                <c:ptCount val="111"/>
                <c:pt idx="0">
                  <c:v>42370</c:v>
                </c:pt>
                <c:pt idx="1">
                  <c:v>42401</c:v>
                </c:pt>
                <c:pt idx="2">
                  <c:v>42430</c:v>
                </c:pt>
                <c:pt idx="3">
                  <c:v>42461</c:v>
                </c:pt>
                <c:pt idx="4">
                  <c:v>42491</c:v>
                </c:pt>
                <c:pt idx="5">
                  <c:v>42522</c:v>
                </c:pt>
                <c:pt idx="6">
                  <c:v>42552</c:v>
                </c:pt>
                <c:pt idx="7">
                  <c:v>42583</c:v>
                </c:pt>
                <c:pt idx="8">
                  <c:v>42614</c:v>
                </c:pt>
                <c:pt idx="9">
                  <c:v>42644</c:v>
                </c:pt>
                <c:pt idx="10">
                  <c:v>42675</c:v>
                </c:pt>
                <c:pt idx="11">
                  <c:v>42705</c:v>
                </c:pt>
                <c:pt idx="12">
                  <c:v>42736</c:v>
                </c:pt>
                <c:pt idx="13">
                  <c:v>42767</c:v>
                </c:pt>
                <c:pt idx="14">
                  <c:v>42795</c:v>
                </c:pt>
                <c:pt idx="15">
                  <c:v>42826</c:v>
                </c:pt>
                <c:pt idx="16">
                  <c:v>42856</c:v>
                </c:pt>
                <c:pt idx="17">
                  <c:v>42887</c:v>
                </c:pt>
                <c:pt idx="18">
                  <c:v>42917</c:v>
                </c:pt>
                <c:pt idx="19">
                  <c:v>42948</c:v>
                </c:pt>
                <c:pt idx="20">
                  <c:v>42979</c:v>
                </c:pt>
                <c:pt idx="21">
                  <c:v>43009</c:v>
                </c:pt>
                <c:pt idx="22">
                  <c:v>43040</c:v>
                </c:pt>
                <c:pt idx="23">
                  <c:v>43070</c:v>
                </c:pt>
                <c:pt idx="24">
                  <c:v>43101</c:v>
                </c:pt>
                <c:pt idx="25">
                  <c:v>43132</c:v>
                </c:pt>
                <c:pt idx="26">
                  <c:v>43160</c:v>
                </c:pt>
                <c:pt idx="27">
                  <c:v>43191</c:v>
                </c:pt>
                <c:pt idx="28">
                  <c:v>43221</c:v>
                </c:pt>
                <c:pt idx="29">
                  <c:v>43252</c:v>
                </c:pt>
                <c:pt idx="30">
                  <c:v>43282</c:v>
                </c:pt>
                <c:pt idx="31">
                  <c:v>43313</c:v>
                </c:pt>
                <c:pt idx="32">
                  <c:v>43344</c:v>
                </c:pt>
                <c:pt idx="33">
                  <c:v>43374</c:v>
                </c:pt>
                <c:pt idx="34">
                  <c:v>43405</c:v>
                </c:pt>
                <c:pt idx="35">
                  <c:v>43435</c:v>
                </c:pt>
                <c:pt idx="36">
                  <c:v>43466</c:v>
                </c:pt>
                <c:pt idx="37">
                  <c:v>43497</c:v>
                </c:pt>
                <c:pt idx="38">
                  <c:v>43525</c:v>
                </c:pt>
                <c:pt idx="39">
                  <c:v>43556</c:v>
                </c:pt>
                <c:pt idx="40">
                  <c:v>43586</c:v>
                </c:pt>
                <c:pt idx="41">
                  <c:v>43617</c:v>
                </c:pt>
                <c:pt idx="42">
                  <c:v>43647</c:v>
                </c:pt>
                <c:pt idx="43">
                  <c:v>43678</c:v>
                </c:pt>
                <c:pt idx="44">
                  <c:v>43709</c:v>
                </c:pt>
                <c:pt idx="45">
                  <c:v>43739</c:v>
                </c:pt>
                <c:pt idx="46">
                  <c:v>43770</c:v>
                </c:pt>
                <c:pt idx="47">
                  <c:v>43800</c:v>
                </c:pt>
                <c:pt idx="48">
                  <c:v>43831</c:v>
                </c:pt>
                <c:pt idx="49">
                  <c:v>43862</c:v>
                </c:pt>
                <c:pt idx="50">
                  <c:v>43891</c:v>
                </c:pt>
                <c:pt idx="51">
                  <c:v>43922</c:v>
                </c:pt>
                <c:pt idx="52">
                  <c:v>43952</c:v>
                </c:pt>
                <c:pt idx="53">
                  <c:v>43983</c:v>
                </c:pt>
                <c:pt idx="54">
                  <c:v>44013</c:v>
                </c:pt>
                <c:pt idx="55">
                  <c:v>44044</c:v>
                </c:pt>
                <c:pt idx="56">
                  <c:v>44075</c:v>
                </c:pt>
                <c:pt idx="57">
                  <c:v>44105</c:v>
                </c:pt>
                <c:pt idx="58">
                  <c:v>44136</c:v>
                </c:pt>
                <c:pt idx="59">
                  <c:v>44166</c:v>
                </c:pt>
                <c:pt idx="60">
                  <c:v>44197</c:v>
                </c:pt>
                <c:pt idx="61">
                  <c:v>44228</c:v>
                </c:pt>
                <c:pt idx="62">
                  <c:v>44256</c:v>
                </c:pt>
                <c:pt idx="63">
                  <c:v>44287</c:v>
                </c:pt>
                <c:pt idx="64">
                  <c:v>44317</c:v>
                </c:pt>
                <c:pt idx="65">
                  <c:v>44348</c:v>
                </c:pt>
                <c:pt idx="66">
                  <c:v>44378</c:v>
                </c:pt>
                <c:pt idx="67">
                  <c:v>44409</c:v>
                </c:pt>
                <c:pt idx="68">
                  <c:v>44440</c:v>
                </c:pt>
                <c:pt idx="69">
                  <c:v>44470</c:v>
                </c:pt>
                <c:pt idx="70">
                  <c:v>44501</c:v>
                </c:pt>
                <c:pt idx="71">
                  <c:v>44531</c:v>
                </c:pt>
                <c:pt idx="72">
                  <c:v>44562</c:v>
                </c:pt>
                <c:pt idx="73">
                  <c:v>44593</c:v>
                </c:pt>
                <c:pt idx="74">
                  <c:v>44621</c:v>
                </c:pt>
                <c:pt idx="75">
                  <c:v>44652</c:v>
                </c:pt>
                <c:pt idx="76">
                  <c:v>44682</c:v>
                </c:pt>
                <c:pt idx="77">
                  <c:v>44713</c:v>
                </c:pt>
                <c:pt idx="78">
                  <c:v>44743</c:v>
                </c:pt>
                <c:pt idx="79">
                  <c:v>44774</c:v>
                </c:pt>
                <c:pt idx="80">
                  <c:v>44805</c:v>
                </c:pt>
                <c:pt idx="81">
                  <c:v>44835</c:v>
                </c:pt>
                <c:pt idx="82">
                  <c:v>44866</c:v>
                </c:pt>
                <c:pt idx="83">
                  <c:v>44896</c:v>
                </c:pt>
                <c:pt idx="84">
                  <c:v>44927</c:v>
                </c:pt>
                <c:pt idx="85">
                  <c:v>44958</c:v>
                </c:pt>
                <c:pt idx="86">
                  <c:v>44986</c:v>
                </c:pt>
                <c:pt idx="87">
                  <c:v>45017</c:v>
                </c:pt>
                <c:pt idx="88">
                  <c:v>45047</c:v>
                </c:pt>
                <c:pt idx="89">
                  <c:v>45078</c:v>
                </c:pt>
                <c:pt idx="90">
                  <c:v>45108</c:v>
                </c:pt>
                <c:pt idx="91">
                  <c:v>45139</c:v>
                </c:pt>
                <c:pt idx="92">
                  <c:v>45170</c:v>
                </c:pt>
                <c:pt idx="93">
                  <c:v>45200</c:v>
                </c:pt>
                <c:pt idx="94">
                  <c:v>45231</c:v>
                </c:pt>
                <c:pt idx="95">
                  <c:v>45261</c:v>
                </c:pt>
                <c:pt idx="96">
                  <c:v>45292</c:v>
                </c:pt>
                <c:pt idx="97">
                  <c:v>45323</c:v>
                </c:pt>
                <c:pt idx="98">
                  <c:v>45352</c:v>
                </c:pt>
                <c:pt idx="99">
                  <c:v>45383</c:v>
                </c:pt>
                <c:pt idx="100">
                  <c:v>45413</c:v>
                </c:pt>
                <c:pt idx="101">
                  <c:v>45444</c:v>
                </c:pt>
                <c:pt idx="102">
                  <c:v>45474</c:v>
                </c:pt>
                <c:pt idx="103">
                  <c:v>45505</c:v>
                </c:pt>
                <c:pt idx="104">
                  <c:v>45536</c:v>
                </c:pt>
                <c:pt idx="105">
                  <c:v>45566</c:v>
                </c:pt>
                <c:pt idx="106">
                  <c:v>45597</c:v>
                </c:pt>
                <c:pt idx="107">
                  <c:v>45627</c:v>
                </c:pt>
                <c:pt idx="108">
                  <c:v>45658</c:v>
                </c:pt>
                <c:pt idx="109">
                  <c:v>45689</c:v>
                </c:pt>
                <c:pt idx="110">
                  <c:v>45717</c:v>
                </c:pt>
              </c:numCache>
            </c:numRef>
          </c:cat>
          <c:val>
            <c:numRef>
              <c:f>Hoja1!$P$3:$P$114</c:f>
              <c:numCache>
                <c:formatCode>#,#00%</c:formatCode>
                <c:ptCount val="112"/>
                <c:pt idx="0">
                  <c:v>6.7345000000000002E-2</c:v>
                </c:pt>
                <c:pt idx="1">
                  <c:v>6.7807999999999993E-2</c:v>
                </c:pt>
                <c:pt idx="2">
                  <c:v>6.9436999999999999E-2</c:v>
                </c:pt>
                <c:pt idx="3">
                  <c:v>6.9042999999999993E-2</c:v>
                </c:pt>
                <c:pt idx="4">
                  <c:v>7.0522000000000001E-2</c:v>
                </c:pt>
                <c:pt idx="5">
                  <c:v>7.0870000000000002E-2</c:v>
                </c:pt>
                <c:pt idx="6">
                  <c:v>7.1623999999999993E-2</c:v>
                </c:pt>
                <c:pt idx="7">
                  <c:v>7.1113999999999997E-2</c:v>
                </c:pt>
                <c:pt idx="8">
                  <c:v>6.9441000000000003E-2</c:v>
                </c:pt>
                <c:pt idx="9">
                  <c:v>7.1494000000000002E-2</c:v>
                </c:pt>
                <c:pt idx="10">
                  <c:v>7.3379E-2</c:v>
                </c:pt>
                <c:pt idx="11">
                  <c:v>7.2077000000000002E-2</c:v>
                </c:pt>
                <c:pt idx="12">
                  <c:v>7.4952000000000005E-2</c:v>
                </c:pt>
                <c:pt idx="13">
                  <c:v>7.6245999999999994E-2</c:v>
                </c:pt>
                <c:pt idx="14">
                  <c:v>7.5459999999999999E-2</c:v>
                </c:pt>
                <c:pt idx="15">
                  <c:v>7.8492000000000006E-2</c:v>
                </c:pt>
                <c:pt idx="16">
                  <c:v>7.8700999999999993E-2</c:v>
                </c:pt>
                <c:pt idx="17">
                  <c:v>7.7412999999999996E-2</c:v>
                </c:pt>
                <c:pt idx="18">
                  <c:v>7.7158000000000004E-2</c:v>
                </c:pt>
                <c:pt idx="19">
                  <c:v>7.7185000000000004E-2</c:v>
                </c:pt>
                <c:pt idx="20">
                  <c:v>7.6612E-2</c:v>
                </c:pt>
                <c:pt idx="21">
                  <c:v>7.5234999999999996E-2</c:v>
                </c:pt>
                <c:pt idx="22">
                  <c:v>7.6543E-2</c:v>
                </c:pt>
                <c:pt idx="23">
                  <c:v>7.7277999999999999E-2</c:v>
                </c:pt>
                <c:pt idx="24">
                  <c:v>7.9887E-2</c:v>
                </c:pt>
                <c:pt idx="25">
                  <c:v>8.0226000000000006E-2</c:v>
                </c:pt>
                <c:pt idx="26">
                  <c:v>7.8608999999999998E-2</c:v>
                </c:pt>
                <c:pt idx="27">
                  <c:v>7.7414999999999998E-2</c:v>
                </c:pt>
                <c:pt idx="28">
                  <c:v>7.6494000000000006E-2</c:v>
                </c:pt>
                <c:pt idx="29">
                  <c:v>7.7455999999999997E-2</c:v>
                </c:pt>
                <c:pt idx="30">
                  <c:v>7.7744999999999995E-2</c:v>
                </c:pt>
                <c:pt idx="31">
                  <c:v>7.5367000000000003E-2</c:v>
                </c:pt>
                <c:pt idx="32">
                  <c:v>7.2707999999999995E-2</c:v>
                </c:pt>
                <c:pt idx="33">
                  <c:v>7.3452000000000003E-2</c:v>
                </c:pt>
                <c:pt idx="34">
                  <c:v>7.4478000000000003E-2</c:v>
                </c:pt>
                <c:pt idx="35">
                  <c:v>7.3255000000000001E-2</c:v>
                </c:pt>
                <c:pt idx="36">
                  <c:v>7.5754000000000002E-2</c:v>
                </c:pt>
                <c:pt idx="37">
                  <c:v>7.4491000000000002E-2</c:v>
                </c:pt>
                <c:pt idx="38">
                  <c:v>7.3275000000000007E-2</c:v>
                </c:pt>
                <c:pt idx="39">
                  <c:v>7.5131000000000003E-2</c:v>
                </c:pt>
                <c:pt idx="40">
                  <c:v>7.1282999999999999E-2</c:v>
                </c:pt>
                <c:pt idx="41">
                  <c:v>7.2774000000000005E-2</c:v>
                </c:pt>
                <c:pt idx="42">
                  <c:v>7.3958999999999997E-2</c:v>
                </c:pt>
                <c:pt idx="43">
                  <c:v>7.2983000000000006E-2</c:v>
                </c:pt>
                <c:pt idx="44">
                  <c:v>7.1432999999999996E-2</c:v>
                </c:pt>
                <c:pt idx="45">
                  <c:v>7.0735999999999993E-2</c:v>
                </c:pt>
                <c:pt idx="46">
                  <c:v>7.1093000000000003E-2</c:v>
                </c:pt>
                <c:pt idx="47">
                  <c:v>6.8850999999999996E-2</c:v>
                </c:pt>
                <c:pt idx="48">
                  <c:v>7.0361000000000007E-2</c:v>
                </c:pt>
                <c:pt idx="49">
                  <c:v>6.8469000000000002E-2</c:v>
                </c:pt>
                <c:pt idx="50">
                  <c:v>6.8512000000000003E-2</c:v>
                </c:pt>
                <c:pt idx="51">
                  <c:v>6.4285999999999996E-2</c:v>
                </c:pt>
                <c:pt idx="52">
                  <c:v>6.2024999999999997E-2</c:v>
                </c:pt>
                <c:pt idx="53">
                  <c:v>5.8783000000000002E-2</c:v>
                </c:pt>
                <c:pt idx="54">
                  <c:v>6.3736000000000001E-2</c:v>
                </c:pt>
                <c:pt idx="55">
                  <c:v>7.4144000000000002E-2</c:v>
                </c:pt>
                <c:pt idx="56">
                  <c:v>8.2517999999999994E-2</c:v>
                </c:pt>
                <c:pt idx="57">
                  <c:v>7.5393000000000002E-2</c:v>
                </c:pt>
                <c:pt idx="58">
                  <c:v>7.1468000000000004E-2</c:v>
                </c:pt>
                <c:pt idx="59">
                  <c:v>7.1030999999999997E-2</c:v>
                </c:pt>
                <c:pt idx="60">
                  <c:v>7.6327000000000006E-2</c:v>
                </c:pt>
                <c:pt idx="61">
                  <c:v>7.4159000000000003E-2</c:v>
                </c:pt>
                <c:pt idx="62">
                  <c:v>7.3776999999999995E-2</c:v>
                </c:pt>
                <c:pt idx="63">
                  <c:v>7.4179999999999996E-2</c:v>
                </c:pt>
                <c:pt idx="64">
                  <c:v>7.7170000000000002E-2</c:v>
                </c:pt>
                <c:pt idx="65">
                  <c:v>7.5781000000000001E-2</c:v>
                </c:pt>
                <c:pt idx="66">
                  <c:v>7.4580999999999995E-2</c:v>
                </c:pt>
                <c:pt idx="67">
                  <c:v>6.9892999999999997E-2</c:v>
                </c:pt>
                <c:pt idx="68">
                  <c:v>6.6616999999999996E-2</c:v>
                </c:pt>
                <c:pt idx="69">
                  <c:v>6.9667999999999994E-2</c:v>
                </c:pt>
                <c:pt idx="70">
                  <c:v>6.8096000000000004E-2</c:v>
                </c:pt>
                <c:pt idx="71">
                  <c:v>6.6242999999999996E-2</c:v>
                </c:pt>
                <c:pt idx="72">
                  <c:v>6.8348000000000006E-2</c:v>
                </c:pt>
                <c:pt idx="73">
                  <c:v>6.6837999999999995E-2</c:v>
                </c:pt>
                <c:pt idx="74">
                  <c:v>6.3655000000000003E-2</c:v>
                </c:pt>
                <c:pt idx="75">
                  <c:v>6.3258999999999996E-2</c:v>
                </c:pt>
                <c:pt idx="76">
                  <c:v>6.2216E-2</c:v>
                </c:pt>
                <c:pt idx="77">
                  <c:v>6.0396999999999999E-2</c:v>
                </c:pt>
                <c:pt idx="78">
                  <c:v>6.0539000000000003E-2</c:v>
                </c:pt>
                <c:pt idx="79">
                  <c:v>5.8141999999999999E-2</c:v>
                </c:pt>
                <c:pt idx="80">
                  <c:v>5.6528000000000002E-2</c:v>
                </c:pt>
                <c:pt idx="81">
                  <c:v>5.6142999999999998E-2</c:v>
                </c:pt>
                <c:pt idx="82">
                  <c:v>5.6172E-2</c:v>
                </c:pt>
                <c:pt idx="83">
                  <c:v>5.5690000000000003E-2</c:v>
                </c:pt>
                <c:pt idx="84">
                  <c:v>6.0569999999999999E-2</c:v>
                </c:pt>
                <c:pt idx="85">
                  <c:v>6.1781999999999997E-2</c:v>
                </c:pt>
                <c:pt idx="86">
                  <c:v>6.2396E-2</c:v>
                </c:pt>
                <c:pt idx="87">
                  <c:v>6.5674999999999997E-2</c:v>
                </c:pt>
                <c:pt idx="88">
                  <c:v>6.6776000000000002E-2</c:v>
                </c:pt>
                <c:pt idx="89">
                  <c:v>6.7072999999999994E-2</c:v>
                </c:pt>
                <c:pt idx="90">
                  <c:v>7.4284000000000003E-2</c:v>
                </c:pt>
                <c:pt idx="91">
                  <c:v>7.5053999999999996E-2</c:v>
                </c:pt>
                <c:pt idx="92">
                  <c:v>7.4832999999999997E-2</c:v>
                </c:pt>
                <c:pt idx="93">
                  <c:v>7.8548000000000007E-2</c:v>
                </c:pt>
                <c:pt idx="94">
                  <c:v>8.2034999999999997E-2</c:v>
                </c:pt>
                <c:pt idx="95">
                  <c:v>8.5697999999999996E-2</c:v>
                </c:pt>
                <c:pt idx="96">
                  <c:v>9.6556000000000003E-2</c:v>
                </c:pt>
                <c:pt idx="97">
                  <c:v>9.6206E-2</c:v>
                </c:pt>
                <c:pt idx="98">
                  <c:v>0.100512</c:v>
                </c:pt>
                <c:pt idx="99">
                  <c:v>9.9026000000000003E-2</c:v>
                </c:pt>
                <c:pt idx="100">
                  <c:v>9.8140000000000005E-2</c:v>
                </c:pt>
                <c:pt idx="101">
                  <c:v>9.6254000000000006E-2</c:v>
                </c:pt>
                <c:pt idx="102">
                  <c:v>0.100938</c:v>
                </c:pt>
                <c:pt idx="103">
                  <c:v>9.8102999999999996E-2</c:v>
                </c:pt>
                <c:pt idx="104">
                  <c:v>9.5656000000000005E-2</c:v>
                </c:pt>
                <c:pt idx="105">
                  <c:v>9.2175000000000007E-2</c:v>
                </c:pt>
                <c:pt idx="106">
                  <c:v>8.8952000000000003E-2</c:v>
                </c:pt>
                <c:pt idx="107">
                  <c:v>8.6246000000000003E-2</c:v>
                </c:pt>
                <c:pt idx="108">
                  <c:v>8.7726999999999999E-2</c:v>
                </c:pt>
                <c:pt idx="109">
                  <c:v>8.337E-2</c:v>
                </c:pt>
                <c:pt idx="110">
                  <c:v>8.2208000000000003E-2</c:v>
                </c:pt>
                <c:pt idx="111">
                  <c:v>8.1022999999999998E-2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F5AE-40D5-9F16-3E15EAD7E20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289078816"/>
        <c:axId val="1289083136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Hoja1!$B$2</c15:sqref>
                        </c15:formulaRef>
                      </c:ext>
                    </c:extLst>
                    <c:strCache>
                      <c:ptCount val="1"/>
                      <c:pt idx="0">
                        <c:v>Comercial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Hoja1!$B$3:$B$109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0">
                        <c:v>224.58434972346498</c:v>
                      </c:pt>
                      <c:pt idx="1">
                        <c:v>227.92381585176503</c:v>
                      </c:pt>
                      <c:pt idx="2">
                        <c:v>226.45881285487803</c:v>
                      </c:pt>
                      <c:pt idx="3">
                        <c:v>226.81182833125598</c:v>
                      </c:pt>
                      <c:pt idx="4">
                        <c:v>230.371577946309</c:v>
                      </c:pt>
                      <c:pt idx="5">
                        <c:v>229.92439893803001</c:v>
                      </c:pt>
                      <c:pt idx="6">
                        <c:v>232.23885026475003</c:v>
                      </c:pt>
                      <c:pt idx="7">
                        <c:v>231.83052681487101</c:v>
                      </c:pt>
                      <c:pt idx="8">
                        <c:v>231.70447722246601</c:v>
                      </c:pt>
                      <c:pt idx="9">
                        <c:v>231.91794033032102</c:v>
                      </c:pt>
                      <c:pt idx="10">
                        <c:v>234.036807028071</c:v>
                      </c:pt>
                      <c:pt idx="11">
                        <c:v>231.946372068122</c:v>
                      </c:pt>
                      <c:pt idx="12">
                        <c:v>229.53930232054998</c:v>
                      </c:pt>
                      <c:pt idx="13">
                        <c:v>231.891727820737</c:v>
                      </c:pt>
                      <c:pt idx="14">
                        <c:v>232.931020909544</c:v>
                      </c:pt>
                      <c:pt idx="15">
                        <c:v>235.00494013908701</c:v>
                      </c:pt>
                      <c:pt idx="16">
                        <c:v>236.10460250007802</c:v>
                      </c:pt>
                      <c:pt idx="17">
                        <c:v>238.80571437566599</c:v>
                      </c:pt>
                      <c:pt idx="18">
                        <c:v>237.74124304219498</c:v>
                      </c:pt>
                      <c:pt idx="19">
                        <c:v>237.049197072634</c:v>
                      </c:pt>
                      <c:pt idx="20">
                        <c:v>238.496858559461</c:v>
                      </c:pt>
                      <c:pt idx="21">
                        <c:v>238.675598330366</c:v>
                      </c:pt>
                      <c:pt idx="22">
                        <c:v>239.35567387690199</c:v>
                      </c:pt>
                      <c:pt idx="23">
                        <c:v>239.657668846013</c:v>
                      </c:pt>
                      <c:pt idx="24">
                        <c:v>237.40897685698801</c:v>
                      </c:pt>
                      <c:pt idx="25">
                        <c:v>239.505469797252</c:v>
                      </c:pt>
                      <c:pt idx="26">
                        <c:v>241.21334595403701</c:v>
                      </c:pt>
                      <c:pt idx="27">
                        <c:v>241.48896285437502</c:v>
                      </c:pt>
                      <c:pt idx="28">
                        <c:v>242.49467215248299</c:v>
                      </c:pt>
                      <c:pt idx="29">
                        <c:v>243.114670819163</c:v>
                      </c:pt>
                      <c:pt idx="30">
                        <c:v>241.834823123912</c:v>
                      </c:pt>
                      <c:pt idx="31">
                        <c:v>240.56951404390301</c:v>
                      </c:pt>
                      <c:pt idx="32">
                        <c:v>240.969586338357</c:v>
                      </c:pt>
                      <c:pt idx="33">
                        <c:v>243.93858389674699</c:v>
                      </c:pt>
                      <c:pt idx="34">
                        <c:v>246.57160724120399</c:v>
                      </c:pt>
                      <c:pt idx="35">
                        <c:v>247.37796881304502</c:v>
                      </c:pt>
                      <c:pt idx="36">
                        <c:v>243.33200164224201</c:v>
                      </c:pt>
                      <c:pt idx="37">
                        <c:v>246.536563717371</c:v>
                      </c:pt>
                      <c:pt idx="38">
                        <c:v>248.86384154140899</c:v>
                      </c:pt>
                      <c:pt idx="39">
                        <c:v>250.741563547722</c:v>
                      </c:pt>
                      <c:pt idx="40">
                        <c:v>252.78970362819203</c:v>
                      </c:pt>
                      <c:pt idx="41">
                        <c:v>252.514295589515</c:v>
                      </c:pt>
                      <c:pt idx="42">
                        <c:v>252.39252261502097</c:v>
                      </c:pt>
                      <c:pt idx="43">
                        <c:v>253.35998749289797</c:v>
                      </c:pt>
                      <c:pt idx="44">
                        <c:v>255.29970499545499</c:v>
                      </c:pt>
                      <c:pt idx="45">
                        <c:v>254.84021516279702</c:v>
                      </c:pt>
                      <c:pt idx="46">
                        <c:v>258.396083384272</c:v>
                      </c:pt>
                      <c:pt idx="47">
                        <c:v>254.19883586141199</c:v>
                      </c:pt>
                      <c:pt idx="48">
                        <c:v>253.09801922078</c:v>
                      </c:pt>
                      <c:pt idx="49">
                        <c:v>257.43541674169001</c:v>
                      </c:pt>
                      <c:pt idx="50">
                        <c:v>274.71911437250901</c:v>
                      </c:pt>
                      <c:pt idx="51">
                        <c:v>280.38766449927095</c:v>
                      </c:pt>
                      <c:pt idx="52">
                        <c:v>281.59121836538202</c:v>
                      </c:pt>
                      <c:pt idx="53">
                        <c:v>281.39726610643601</c:v>
                      </c:pt>
                      <c:pt idx="54">
                        <c:v>278.31489546678796</c:v>
                      </c:pt>
                      <c:pt idx="55">
                        <c:v>275.619318844411</c:v>
                      </c:pt>
                      <c:pt idx="56">
                        <c:v>273.97256242216997</c:v>
                      </c:pt>
                      <c:pt idx="57">
                        <c:v>271.84046065200698</c:v>
                      </c:pt>
                      <c:pt idx="58">
                        <c:v>269.56536714479603</c:v>
                      </c:pt>
                      <c:pt idx="59">
                        <c:v>265.29846498658901</c:v>
                      </c:pt>
                      <c:pt idx="60">
                        <c:v>264.55519939060099</c:v>
                      </c:pt>
                      <c:pt idx="61">
                        <c:v>266.91552243553502</c:v>
                      </c:pt>
                      <c:pt idx="62">
                        <c:v>267.508471040529</c:v>
                      </c:pt>
                      <c:pt idx="63">
                        <c:v>269.76992863927399</c:v>
                      </c:pt>
                      <c:pt idx="64">
                        <c:v>272.79704610155096</c:v>
                      </c:pt>
                      <c:pt idx="65">
                        <c:v>274.839081209977</c:v>
                      </c:pt>
                      <c:pt idx="66">
                        <c:v>276.40255717493699</c:v>
                      </c:pt>
                      <c:pt idx="67">
                        <c:v>277.957242888233</c:v>
                      </c:pt>
                      <c:pt idx="68">
                        <c:v>279.40570145591499</c:v>
                      </c:pt>
                      <c:pt idx="69">
                        <c:v>280.58720837947703</c:v>
                      </c:pt>
                      <c:pt idx="70">
                        <c:v>285.20026827276098</c:v>
                      </c:pt>
                      <c:pt idx="71">
                        <c:v>286.08011864456302</c:v>
                      </c:pt>
                      <c:pt idx="72">
                        <c:v>285.11176779688105</c:v>
                      </c:pt>
                      <c:pt idx="73">
                        <c:v>290.489970341392</c:v>
                      </c:pt>
                      <c:pt idx="74">
                        <c:v>293.17822018172006</c:v>
                      </c:pt>
                      <c:pt idx="75">
                        <c:v>299.05655265293802</c:v>
                      </c:pt>
                      <c:pt idx="76">
                        <c:v>303.12240301846799</c:v>
                      </c:pt>
                      <c:pt idx="77">
                        <c:v>309.71898007425494</c:v>
                      </c:pt>
                      <c:pt idx="78">
                        <c:v>313.92821250083296</c:v>
                      </c:pt>
                      <c:pt idx="79">
                        <c:v>317.17714684700502</c:v>
                      </c:pt>
                      <c:pt idx="80">
                        <c:v>321.26405580884398</c:v>
                      </c:pt>
                      <c:pt idx="81">
                        <c:v>326.29464287162102</c:v>
                      </c:pt>
                      <c:pt idx="82">
                        <c:v>329.77581327330296</c:v>
                      </c:pt>
                      <c:pt idx="83">
                        <c:v>333.98311926234197</c:v>
                      </c:pt>
                      <c:pt idx="84">
                        <c:v>332.42605505540797</c:v>
                      </c:pt>
                      <c:pt idx="85">
                        <c:v>337.008076825834</c:v>
                      </c:pt>
                      <c:pt idx="86">
                        <c:v>336.60204319260197</c:v>
                      </c:pt>
                      <c:pt idx="87">
                        <c:v>340.82682012167299</c:v>
                      </c:pt>
                      <c:pt idx="88">
                        <c:v>341.23495599578797</c:v>
                      </c:pt>
                      <c:pt idx="89">
                        <c:v>343.48557844390399</c:v>
                      </c:pt>
                      <c:pt idx="90">
                        <c:v>341.42558468611401</c:v>
                      </c:pt>
                      <c:pt idx="91">
                        <c:v>342.65376337302797</c:v>
                      </c:pt>
                      <c:pt idx="92">
                        <c:v>344.23267156792906</c:v>
                      </c:pt>
                      <c:pt idx="93">
                        <c:v>344.59483444281</c:v>
                      </c:pt>
                      <c:pt idx="94">
                        <c:v>344.08353333805098</c:v>
                      </c:pt>
                      <c:pt idx="95">
                        <c:v>341.70747745424097</c:v>
                      </c:pt>
                      <c:pt idx="96">
                        <c:v>341.72871497901394</c:v>
                      </c:pt>
                      <c:pt idx="97">
                        <c:v>344.57545206958798</c:v>
                      </c:pt>
                      <c:pt idx="98">
                        <c:v>346.01903665617596</c:v>
                      </c:pt>
                      <c:pt idx="99">
                        <c:v>346.15959102824399</c:v>
                      </c:pt>
                      <c:pt idx="100">
                        <c:v>347.84381706533901</c:v>
                      </c:pt>
                      <c:pt idx="101">
                        <c:v>353.68238943767204</c:v>
                      </c:pt>
                      <c:pt idx="102">
                        <c:v>353.54456295146701</c:v>
                      </c:pt>
                      <c:pt idx="103">
                        <c:v>353.44379957161806</c:v>
                      </c:pt>
                      <c:pt idx="104">
                        <c:v>353.755359987779</c:v>
                      </c:pt>
                      <c:pt idx="105">
                        <c:v>356.09505307528104</c:v>
                      </c:pt>
                      <c:pt idx="106">
                        <c:v>359.67491231516595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5-F5AE-40D5-9F16-3E15EAD7E209}"/>
                  </c:ext>
                </c:extLst>
              </c15:ser>
            </c15:filteredLineSeries>
            <c15:filteredLineSeries>
              <c15:ser>
                <c:idx val="1"/>
                <c:order val="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Hoja1!$C$2</c15:sqref>
                        </c15:formulaRef>
                      </c:ext>
                    </c:extLst>
                    <c:strCache>
                      <c:ptCount val="1"/>
                      <c:pt idx="0">
                        <c:v>Consumo</c:v>
                      </c:pt>
                    </c:strCache>
                  </c:strRef>
                </c:tx>
                <c:spPr>
                  <a:ln w="28575" cap="rnd">
                    <a:solidFill>
                      <a:schemeClr val="accent2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Hoja1!$C$3:$C$109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0">
                        <c:v>100.27695814398901</c:v>
                      </c:pt>
                      <c:pt idx="1">
                        <c:v>100.99649924998801</c:v>
                      </c:pt>
                      <c:pt idx="2">
                        <c:v>101.642786853366</c:v>
                      </c:pt>
                      <c:pt idx="3">
                        <c:v>102.764613391634</c:v>
                      </c:pt>
                      <c:pt idx="4">
                        <c:v>104.024908785261</c:v>
                      </c:pt>
                      <c:pt idx="5">
                        <c:v>105.61399421704</c:v>
                      </c:pt>
                      <c:pt idx="6">
                        <c:v>106.54669925103299</c:v>
                      </c:pt>
                      <c:pt idx="7">
                        <c:v>107.84770697408401</c:v>
                      </c:pt>
                      <c:pt idx="8">
                        <c:v>109.10532321256601</c:v>
                      </c:pt>
                      <c:pt idx="9">
                        <c:v>110.399075731228</c:v>
                      </c:pt>
                      <c:pt idx="10">
                        <c:v>112.20897874513099</c:v>
                      </c:pt>
                      <c:pt idx="11">
                        <c:v>113.37921833111101</c:v>
                      </c:pt>
                      <c:pt idx="12">
                        <c:v>113.833372476273</c:v>
                      </c:pt>
                      <c:pt idx="13">
                        <c:v>114.563533699988</c:v>
                      </c:pt>
                      <c:pt idx="14">
                        <c:v>115.56436682727801</c:v>
                      </c:pt>
                      <c:pt idx="15">
                        <c:v>116.304540482338</c:v>
                      </c:pt>
                      <c:pt idx="16">
                        <c:v>117.57663861471499</c:v>
                      </c:pt>
                      <c:pt idx="17">
                        <c:v>118.591441100119</c:v>
                      </c:pt>
                      <c:pt idx="18">
                        <c:v>119.413065498962</c:v>
                      </c:pt>
                      <c:pt idx="19">
                        <c:v>120.28331418898199</c:v>
                      </c:pt>
                      <c:pt idx="20">
                        <c:v>121.31818854674302</c:v>
                      </c:pt>
                      <c:pt idx="21">
                        <c:v>122.339364096927</c:v>
                      </c:pt>
                      <c:pt idx="22">
                        <c:v>124.007522448762</c:v>
                      </c:pt>
                      <c:pt idx="23">
                        <c:v>124.36293374315299</c:v>
                      </c:pt>
                      <c:pt idx="24">
                        <c:v>124.45394707990501</c:v>
                      </c:pt>
                      <c:pt idx="25">
                        <c:v>125.065723320974</c:v>
                      </c:pt>
                      <c:pt idx="26">
                        <c:v>125.53990530753801</c:v>
                      </c:pt>
                      <c:pt idx="27">
                        <c:v>126.598976583756</c:v>
                      </c:pt>
                      <c:pt idx="28">
                        <c:v>127.693895821502</c:v>
                      </c:pt>
                      <c:pt idx="29">
                        <c:v>128.427059142639</c:v>
                      </c:pt>
                      <c:pt idx="30">
                        <c:v>129.20054120834698</c:v>
                      </c:pt>
                      <c:pt idx="31">
                        <c:v>130.47727392840901</c:v>
                      </c:pt>
                      <c:pt idx="32">
                        <c:v>131.50353324603802</c:v>
                      </c:pt>
                      <c:pt idx="33">
                        <c:v>133.00117021835101</c:v>
                      </c:pt>
                      <c:pt idx="34">
                        <c:v>135.06313175379802</c:v>
                      </c:pt>
                      <c:pt idx="35">
                        <c:v>135.821605419207</c:v>
                      </c:pt>
                      <c:pt idx="36">
                        <c:v>136.32281616104999</c:v>
                      </c:pt>
                      <c:pt idx="37">
                        <c:v>137.333266331251</c:v>
                      </c:pt>
                      <c:pt idx="38">
                        <c:v>138.716988920359</c:v>
                      </c:pt>
                      <c:pt idx="39">
                        <c:v>140.27500235973599</c:v>
                      </c:pt>
                      <c:pt idx="40">
                        <c:v>142.258798516491</c:v>
                      </c:pt>
                      <c:pt idx="41">
                        <c:v>143.63675653308204</c:v>
                      </c:pt>
                      <c:pt idx="42">
                        <c:v>145.642935507592</c:v>
                      </c:pt>
                      <c:pt idx="43">
                        <c:v>147.68699874226797</c:v>
                      </c:pt>
                      <c:pt idx="44">
                        <c:v>150.25843688669698</c:v>
                      </c:pt>
                      <c:pt idx="45">
                        <c:v>152.80358429334598</c:v>
                      </c:pt>
                      <c:pt idx="46">
                        <c:v>155.42257170568001</c:v>
                      </c:pt>
                      <c:pt idx="47">
                        <c:v>157.20009166362399</c:v>
                      </c:pt>
                      <c:pt idx="48">
                        <c:v>158.44157913756601</c:v>
                      </c:pt>
                      <c:pt idx="49">
                        <c:v>160.43479553008899</c:v>
                      </c:pt>
                      <c:pt idx="50">
                        <c:v>160.754247168565</c:v>
                      </c:pt>
                      <c:pt idx="51">
                        <c:v>158.29030350592399</c:v>
                      </c:pt>
                      <c:pt idx="52">
                        <c:v>156.75346788393699</c:v>
                      </c:pt>
                      <c:pt idx="53">
                        <c:v>156.128849327615</c:v>
                      </c:pt>
                      <c:pt idx="54">
                        <c:v>155.55405893003498</c:v>
                      </c:pt>
                      <c:pt idx="55">
                        <c:v>155.28984657850998</c:v>
                      </c:pt>
                      <c:pt idx="56">
                        <c:v>156.33597163972101</c:v>
                      </c:pt>
                      <c:pt idx="57">
                        <c:v>157.98412067064001</c:v>
                      </c:pt>
                      <c:pt idx="58">
                        <c:v>159.84302966743402</c:v>
                      </c:pt>
                      <c:pt idx="59">
                        <c:v>160.39939753212698</c:v>
                      </c:pt>
                      <c:pt idx="60">
                        <c:v>159.94278022371</c:v>
                      </c:pt>
                      <c:pt idx="61">
                        <c:v>160.80337109909402</c:v>
                      </c:pt>
                      <c:pt idx="62">
                        <c:v>161.64264731487202</c:v>
                      </c:pt>
                      <c:pt idx="63">
                        <c:v>162.33215437292199</c:v>
                      </c:pt>
                      <c:pt idx="64">
                        <c:v>162.574075081454</c:v>
                      </c:pt>
                      <c:pt idx="65">
                        <c:v>163.95379218407498</c:v>
                      </c:pt>
                      <c:pt idx="66">
                        <c:v>165.79608810946803</c:v>
                      </c:pt>
                      <c:pt idx="67">
                        <c:v>168.24609568060799</c:v>
                      </c:pt>
                      <c:pt idx="68">
                        <c:v>171.20483297783602</c:v>
                      </c:pt>
                      <c:pt idx="69">
                        <c:v>174.454660437108</c:v>
                      </c:pt>
                      <c:pt idx="70">
                        <c:v>178.42463348795999</c:v>
                      </c:pt>
                      <c:pt idx="71">
                        <c:v>180.86568763167</c:v>
                      </c:pt>
                      <c:pt idx="72">
                        <c:v>183.10781024373298</c:v>
                      </c:pt>
                      <c:pt idx="73">
                        <c:v>186.85725104099799</c:v>
                      </c:pt>
                      <c:pt idx="74">
                        <c:v>190.56822607607</c:v>
                      </c:pt>
                      <c:pt idx="75">
                        <c:v>193.989118552609</c:v>
                      </c:pt>
                      <c:pt idx="76">
                        <c:v>197.91847655629797</c:v>
                      </c:pt>
                      <c:pt idx="77">
                        <c:v>201.295580572853</c:v>
                      </c:pt>
                      <c:pt idx="78">
                        <c:v>203.27295211173799</c:v>
                      </c:pt>
                      <c:pt idx="79">
                        <c:v>206.47682686382899</c:v>
                      </c:pt>
                      <c:pt idx="80">
                        <c:v>209.43359135276302</c:v>
                      </c:pt>
                      <c:pt idx="81">
                        <c:v>211.624498772734</c:v>
                      </c:pt>
                      <c:pt idx="82">
                        <c:v>213.73367468549401</c:v>
                      </c:pt>
                      <c:pt idx="83">
                        <c:v>213.94575994217399</c:v>
                      </c:pt>
                      <c:pt idx="84">
                        <c:v>213.50138226423499</c:v>
                      </c:pt>
                      <c:pt idx="85">
                        <c:v>213.329899360919</c:v>
                      </c:pt>
                      <c:pt idx="86">
                        <c:v>213.10683432078099</c:v>
                      </c:pt>
                      <c:pt idx="87">
                        <c:v>212.897277280476</c:v>
                      </c:pt>
                      <c:pt idx="88">
                        <c:v>212.874966011298</c:v>
                      </c:pt>
                      <c:pt idx="89">
                        <c:v>211.899667997021</c:v>
                      </c:pt>
                      <c:pt idx="90">
                        <c:v>211.23343716517698</c:v>
                      </c:pt>
                      <c:pt idx="91">
                        <c:v>211.38083395026203</c:v>
                      </c:pt>
                      <c:pt idx="92">
                        <c:v>211.08201074408203</c:v>
                      </c:pt>
                      <c:pt idx="93">
                        <c:v>210.560974708972</c:v>
                      </c:pt>
                      <c:pt idx="94">
                        <c:v>210.61807231232197</c:v>
                      </c:pt>
                      <c:pt idx="95">
                        <c:v>208.83258396621099</c:v>
                      </c:pt>
                      <c:pt idx="96">
                        <c:v>206.88134366230099</c:v>
                      </c:pt>
                      <c:pt idx="97">
                        <c:v>205.56327445660699</c:v>
                      </c:pt>
                      <c:pt idx="98">
                        <c:v>204.33078487489101</c:v>
                      </c:pt>
                      <c:pt idx="99">
                        <c:v>203.793194421436</c:v>
                      </c:pt>
                      <c:pt idx="100">
                        <c:v>203.06311638033802</c:v>
                      </c:pt>
                      <c:pt idx="101">
                        <c:v>201.83919464247501</c:v>
                      </c:pt>
                      <c:pt idx="102">
                        <c:v>200.91867444890602</c:v>
                      </c:pt>
                      <c:pt idx="103">
                        <c:v>200.56032015065398</c:v>
                      </c:pt>
                      <c:pt idx="104">
                        <c:v>200.43044104599699</c:v>
                      </c:pt>
                      <c:pt idx="105">
                        <c:v>200.79304031503497</c:v>
                      </c:pt>
                      <c:pt idx="106">
                        <c:v>203.15573918149099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6-F5AE-40D5-9F16-3E15EAD7E209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Hoja1!$D$2</c15:sqref>
                        </c15:formulaRef>
                      </c:ext>
                    </c:extLst>
                    <c:strCache>
                      <c:ptCount val="1"/>
                      <c:pt idx="0">
                        <c:v>Vivienda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Hoja1!$D$3:$D$109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0">
                        <c:v>43.850579772576999</c:v>
                      </c:pt>
                      <c:pt idx="1">
                        <c:v>44.43841056486</c:v>
                      </c:pt>
                      <c:pt idx="2">
                        <c:v>45.012063666785998</c:v>
                      </c:pt>
                      <c:pt idx="3">
                        <c:v>45.693911236769999</c:v>
                      </c:pt>
                      <c:pt idx="4">
                        <c:v>46.366931877102004</c:v>
                      </c:pt>
                      <c:pt idx="5">
                        <c:v>47.023559757267996</c:v>
                      </c:pt>
                      <c:pt idx="6">
                        <c:v>47.592151909356993</c:v>
                      </c:pt>
                      <c:pt idx="7">
                        <c:v>48.222472431893003</c:v>
                      </c:pt>
                      <c:pt idx="8">
                        <c:v>48.432001645828997</c:v>
                      </c:pt>
                      <c:pt idx="9">
                        <c:v>49.058138284061997</c:v>
                      </c:pt>
                      <c:pt idx="10">
                        <c:v>49.410831231384002</c:v>
                      </c:pt>
                      <c:pt idx="11">
                        <c:v>50.165277568099995</c:v>
                      </c:pt>
                      <c:pt idx="12">
                        <c:v>50.369910097879995</c:v>
                      </c:pt>
                      <c:pt idx="13">
                        <c:v>51.063607044993994</c:v>
                      </c:pt>
                      <c:pt idx="14">
                        <c:v>51.296331252098007</c:v>
                      </c:pt>
                      <c:pt idx="15">
                        <c:v>51.778022204704001</c:v>
                      </c:pt>
                      <c:pt idx="16">
                        <c:v>52.336829188212</c:v>
                      </c:pt>
                      <c:pt idx="17">
                        <c:v>52.450917307512</c:v>
                      </c:pt>
                      <c:pt idx="18">
                        <c:v>52.950193128082994</c:v>
                      </c:pt>
                      <c:pt idx="19">
                        <c:v>53.560928059138</c:v>
                      </c:pt>
                      <c:pt idx="20">
                        <c:v>54.207176809727997</c:v>
                      </c:pt>
                      <c:pt idx="21">
                        <c:v>54.700687234215003</c:v>
                      </c:pt>
                      <c:pt idx="22">
                        <c:v>55.043599242500001</c:v>
                      </c:pt>
                      <c:pt idx="23">
                        <c:v>55.874297169550005</c:v>
                      </c:pt>
                      <c:pt idx="24">
                        <c:v>56.045847737770998</c:v>
                      </c:pt>
                      <c:pt idx="25">
                        <c:v>56.319597891882005</c:v>
                      </c:pt>
                      <c:pt idx="26">
                        <c:v>57.073127921981005</c:v>
                      </c:pt>
                      <c:pt idx="27">
                        <c:v>57.69106186226</c:v>
                      </c:pt>
                      <c:pt idx="28">
                        <c:v>58.361681471463996</c:v>
                      </c:pt>
                      <c:pt idx="29">
                        <c:v>59.018149524130003</c:v>
                      </c:pt>
                      <c:pt idx="30">
                        <c:v>59.138932061879004</c:v>
                      </c:pt>
                      <c:pt idx="31">
                        <c:v>59.827842718264002</c:v>
                      </c:pt>
                      <c:pt idx="32">
                        <c:v>60.484419308296005</c:v>
                      </c:pt>
                      <c:pt idx="33">
                        <c:v>61.201471099633999</c:v>
                      </c:pt>
                      <c:pt idx="34">
                        <c:v>61.921095593331003</c:v>
                      </c:pt>
                      <c:pt idx="35">
                        <c:v>62.675670866571004</c:v>
                      </c:pt>
                      <c:pt idx="36">
                        <c:v>63.049290496666998</c:v>
                      </c:pt>
                      <c:pt idx="37">
                        <c:v>63.559772673210006</c:v>
                      </c:pt>
                      <c:pt idx="38">
                        <c:v>64.064113641799011</c:v>
                      </c:pt>
                      <c:pt idx="39">
                        <c:v>64.221497693274998</c:v>
                      </c:pt>
                      <c:pt idx="40">
                        <c:v>64.565007534117996</c:v>
                      </c:pt>
                      <c:pt idx="41">
                        <c:v>65.125972688353002</c:v>
                      </c:pt>
                      <c:pt idx="42">
                        <c:v>65.806798711165001</c:v>
                      </c:pt>
                      <c:pt idx="43">
                        <c:v>66.339710541407996</c:v>
                      </c:pt>
                      <c:pt idx="44">
                        <c:v>67.080683644578002</c:v>
                      </c:pt>
                      <c:pt idx="45">
                        <c:v>67.561516686032988</c:v>
                      </c:pt>
                      <c:pt idx="46">
                        <c:v>68.155868968988003</c:v>
                      </c:pt>
                      <c:pt idx="47">
                        <c:v>68.892199170840001</c:v>
                      </c:pt>
                      <c:pt idx="48">
                        <c:v>69.271264191469001</c:v>
                      </c:pt>
                      <c:pt idx="49">
                        <c:v>69.859534771456993</c:v>
                      </c:pt>
                      <c:pt idx="50">
                        <c:v>70.076038274930994</c:v>
                      </c:pt>
                      <c:pt idx="51">
                        <c:v>70.152604178459995</c:v>
                      </c:pt>
                      <c:pt idx="52">
                        <c:v>70.382877746746004</c:v>
                      </c:pt>
                      <c:pt idx="53">
                        <c:v>70.733001915342001</c:v>
                      </c:pt>
                      <c:pt idx="54">
                        <c:v>71.045320018520997</c:v>
                      </c:pt>
                      <c:pt idx="55">
                        <c:v>71.339897671580999</c:v>
                      </c:pt>
                      <c:pt idx="56">
                        <c:v>71.720026032863998</c:v>
                      </c:pt>
                      <c:pt idx="57">
                        <c:v>72.320512402795003</c:v>
                      </c:pt>
                      <c:pt idx="58">
                        <c:v>72.930010181837005</c:v>
                      </c:pt>
                      <c:pt idx="59">
                        <c:v>73.752922627766011</c:v>
                      </c:pt>
                      <c:pt idx="60">
                        <c:v>73.937315454358</c:v>
                      </c:pt>
                      <c:pt idx="61">
                        <c:v>74.820957402265989</c:v>
                      </c:pt>
                      <c:pt idx="62">
                        <c:v>75.569732449391012</c:v>
                      </c:pt>
                      <c:pt idx="63">
                        <c:v>76.402755209931001</c:v>
                      </c:pt>
                      <c:pt idx="64">
                        <c:v>77.211207899092003</c:v>
                      </c:pt>
                      <c:pt idx="65">
                        <c:v>77.795773919751994</c:v>
                      </c:pt>
                      <c:pt idx="66">
                        <c:v>78.813711606531001</c:v>
                      </c:pt>
                      <c:pt idx="67">
                        <c:v>79.858351654662997</c:v>
                      </c:pt>
                      <c:pt idx="68">
                        <c:v>81.030618030894999</c:v>
                      </c:pt>
                      <c:pt idx="69">
                        <c:v>81.956833711086006</c:v>
                      </c:pt>
                      <c:pt idx="70">
                        <c:v>83.064635241738998</c:v>
                      </c:pt>
                      <c:pt idx="71">
                        <c:v>84.264878401879997</c:v>
                      </c:pt>
                      <c:pt idx="72">
                        <c:v>84.78135213425</c:v>
                      </c:pt>
                      <c:pt idx="73">
                        <c:v>85.872116066090001</c:v>
                      </c:pt>
                      <c:pt idx="74">
                        <c:v>86.980114624561992</c:v>
                      </c:pt>
                      <c:pt idx="75">
                        <c:v>87.858366444569015</c:v>
                      </c:pt>
                      <c:pt idx="76">
                        <c:v>88.992162747159</c:v>
                      </c:pt>
                      <c:pt idx="77">
                        <c:v>90.077215407964005</c:v>
                      </c:pt>
                      <c:pt idx="78">
                        <c:v>91.147510248054999</c:v>
                      </c:pt>
                      <c:pt idx="79">
                        <c:v>92.239633642882012</c:v>
                      </c:pt>
                      <c:pt idx="80">
                        <c:v>93.356112400447998</c:v>
                      </c:pt>
                      <c:pt idx="81">
                        <c:v>94.390095543804009</c:v>
                      </c:pt>
                      <c:pt idx="82">
                        <c:v>95.51157501538799</c:v>
                      </c:pt>
                      <c:pt idx="83">
                        <c:v>96.564113598801001</c:v>
                      </c:pt>
                      <c:pt idx="84">
                        <c:v>96.843462811479995</c:v>
                      </c:pt>
                      <c:pt idx="85">
                        <c:v>97.331366491118999</c:v>
                      </c:pt>
                      <c:pt idx="86">
                        <c:v>97.812850075416009</c:v>
                      </c:pt>
                      <c:pt idx="87">
                        <c:v>98.152756077871999</c:v>
                      </c:pt>
                      <c:pt idx="88">
                        <c:v>98.749283638541996</c:v>
                      </c:pt>
                      <c:pt idx="89">
                        <c:v>99.388998320778001</c:v>
                      </c:pt>
                      <c:pt idx="90">
                        <c:v>99.867129541607</c:v>
                      </c:pt>
                      <c:pt idx="91">
                        <c:v>100.671832518561</c:v>
                      </c:pt>
                      <c:pt idx="92">
                        <c:v>101.593710127671</c:v>
                      </c:pt>
                      <c:pt idx="93">
                        <c:v>102.53890012364701</c:v>
                      </c:pt>
                      <c:pt idx="94">
                        <c:v>103.57896898198199</c:v>
                      </c:pt>
                      <c:pt idx="95">
                        <c:v>104.555724753089</c:v>
                      </c:pt>
                      <c:pt idx="96">
                        <c:v>105.11125139679599</c:v>
                      </c:pt>
                      <c:pt idx="97">
                        <c:v>105.67119585311299</c:v>
                      </c:pt>
                      <c:pt idx="98">
                        <c:v>105.73278497372</c:v>
                      </c:pt>
                      <c:pt idx="99">
                        <c:v>106.23690281190201</c:v>
                      </c:pt>
                      <c:pt idx="100">
                        <c:v>106.96120599425799</c:v>
                      </c:pt>
                      <c:pt idx="101">
                        <c:v>107.470542142879</c:v>
                      </c:pt>
                      <c:pt idx="102">
                        <c:v>107.958537234879</c:v>
                      </c:pt>
                      <c:pt idx="103">
                        <c:v>108.73088368017999</c:v>
                      </c:pt>
                      <c:pt idx="104">
                        <c:v>109.564224773815</c:v>
                      </c:pt>
                      <c:pt idx="105">
                        <c:v>110.433535349482</c:v>
                      </c:pt>
                      <c:pt idx="106">
                        <c:v>111.581032591756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F5AE-40D5-9F16-3E15EAD7E209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Hoja1!$E$2</c15:sqref>
                        </c15:formulaRef>
                      </c:ext>
                    </c:extLst>
                    <c:strCache>
                      <c:ptCount val="1"/>
                      <c:pt idx="0">
                        <c:v>Microcrédito</c:v>
                      </c:pt>
                    </c:strCache>
                  </c:strRef>
                </c:tx>
                <c:spPr>
                  <a:ln w="28575" cap="rnd">
                    <a:solidFill>
                      <a:schemeClr val="accent4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Hoja1!$E$3:$E$109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0">
                        <c:v>10.521115760174002</c:v>
                      </c:pt>
                      <c:pt idx="1">
                        <c:v>10.563653663848999</c:v>
                      </c:pt>
                      <c:pt idx="2">
                        <c:v>10.582362296943</c:v>
                      </c:pt>
                      <c:pt idx="3">
                        <c:v>10.685402651500999</c:v>
                      </c:pt>
                      <c:pt idx="4">
                        <c:v>10.754033942919</c:v>
                      </c:pt>
                      <c:pt idx="5">
                        <c:v>10.781730839371999</c:v>
                      </c:pt>
                      <c:pt idx="6">
                        <c:v>10.851589211752</c:v>
                      </c:pt>
                      <c:pt idx="7">
                        <c:v>10.993701187141999</c:v>
                      </c:pt>
                      <c:pt idx="8">
                        <c:v>11.106147280264</c:v>
                      </c:pt>
                      <c:pt idx="9">
                        <c:v>11.166393502729001</c:v>
                      </c:pt>
                      <c:pt idx="10">
                        <c:v>11.233821835844999</c:v>
                      </c:pt>
                      <c:pt idx="11">
                        <c:v>11.257469538111</c:v>
                      </c:pt>
                      <c:pt idx="12">
                        <c:v>11.294337089439999</c:v>
                      </c:pt>
                      <c:pt idx="13">
                        <c:v>11.365906874101</c:v>
                      </c:pt>
                      <c:pt idx="14">
                        <c:v>11.441172775765001</c:v>
                      </c:pt>
                      <c:pt idx="15">
                        <c:v>11.489705924199999</c:v>
                      </c:pt>
                      <c:pt idx="16">
                        <c:v>11.539269047754001</c:v>
                      </c:pt>
                      <c:pt idx="17">
                        <c:v>11.706825751815</c:v>
                      </c:pt>
                      <c:pt idx="18">
                        <c:v>11.816794666473999</c:v>
                      </c:pt>
                      <c:pt idx="19">
                        <c:v>11.918720246267</c:v>
                      </c:pt>
                      <c:pt idx="20">
                        <c:v>12.014549845583998</c:v>
                      </c:pt>
                      <c:pt idx="21">
                        <c:v>12.036589906428</c:v>
                      </c:pt>
                      <c:pt idx="22">
                        <c:v>12.107551076428001</c:v>
                      </c:pt>
                      <c:pt idx="23">
                        <c:v>12.128739195777001</c:v>
                      </c:pt>
                      <c:pt idx="24">
                        <c:v>12.149910265367</c:v>
                      </c:pt>
                      <c:pt idx="25">
                        <c:v>12.217138671141999</c:v>
                      </c:pt>
                      <c:pt idx="26">
                        <c:v>12.208905852913</c:v>
                      </c:pt>
                      <c:pt idx="27">
                        <c:v>12.264300172607999</c:v>
                      </c:pt>
                      <c:pt idx="28">
                        <c:v>12.322247678789999</c:v>
                      </c:pt>
                      <c:pt idx="29">
                        <c:v>12.341817043840001</c:v>
                      </c:pt>
                      <c:pt idx="30">
                        <c:v>12.363213100743</c:v>
                      </c:pt>
                      <c:pt idx="31">
                        <c:v>12.415933490507999</c:v>
                      </c:pt>
                      <c:pt idx="32">
                        <c:v>12.42606025457</c:v>
                      </c:pt>
                      <c:pt idx="33">
                        <c:v>12.493984410682</c:v>
                      </c:pt>
                      <c:pt idx="34">
                        <c:v>12.574551264404001</c:v>
                      </c:pt>
                      <c:pt idx="35">
                        <c:v>12.557183398856999</c:v>
                      </c:pt>
                      <c:pt idx="36">
                        <c:v>12.583840579026001</c:v>
                      </c:pt>
                      <c:pt idx="37">
                        <c:v>12.637252933797001</c:v>
                      </c:pt>
                      <c:pt idx="38">
                        <c:v>12.655555372546999</c:v>
                      </c:pt>
                      <c:pt idx="39">
                        <c:v>12.673270454707001</c:v>
                      </c:pt>
                      <c:pt idx="40">
                        <c:v>12.698300776962999</c:v>
                      </c:pt>
                      <c:pt idx="41">
                        <c:v>12.696234628765</c:v>
                      </c:pt>
                      <c:pt idx="42">
                        <c:v>12.77913034471</c:v>
                      </c:pt>
                      <c:pt idx="43">
                        <c:v>12.849131755726001</c:v>
                      </c:pt>
                      <c:pt idx="44">
                        <c:v>12.927241068329998</c:v>
                      </c:pt>
                      <c:pt idx="45">
                        <c:v>13.013898585103</c:v>
                      </c:pt>
                      <c:pt idx="46">
                        <c:v>13.041924212392999</c:v>
                      </c:pt>
                      <c:pt idx="47">
                        <c:v>13.239716267565001</c:v>
                      </c:pt>
                      <c:pt idx="48">
                        <c:v>13.249101001189</c:v>
                      </c:pt>
                      <c:pt idx="49">
                        <c:v>13.306011376080001</c:v>
                      </c:pt>
                      <c:pt idx="50">
                        <c:v>13.225866120921001</c:v>
                      </c:pt>
                      <c:pt idx="51">
                        <c:v>13.112642447773</c:v>
                      </c:pt>
                      <c:pt idx="52">
                        <c:v>13.008734251014001</c:v>
                      </c:pt>
                      <c:pt idx="53">
                        <c:v>12.957668287901999</c:v>
                      </c:pt>
                      <c:pt idx="54">
                        <c:v>12.935511994364001</c:v>
                      </c:pt>
                      <c:pt idx="55">
                        <c:v>12.95304382576</c:v>
                      </c:pt>
                      <c:pt idx="56">
                        <c:v>13.020157294053998</c:v>
                      </c:pt>
                      <c:pt idx="57">
                        <c:v>13.241696834673</c:v>
                      </c:pt>
                      <c:pt idx="58">
                        <c:v>13.304907064650999</c:v>
                      </c:pt>
                      <c:pt idx="59">
                        <c:v>13.361364833727</c:v>
                      </c:pt>
                      <c:pt idx="60">
                        <c:v>13.374281245026999</c:v>
                      </c:pt>
                      <c:pt idx="61">
                        <c:v>13.465942562059</c:v>
                      </c:pt>
                      <c:pt idx="62">
                        <c:v>13.535784523776002</c:v>
                      </c:pt>
                      <c:pt idx="63">
                        <c:v>13.546342766984001</c:v>
                      </c:pt>
                      <c:pt idx="64">
                        <c:v>13.5147575409</c:v>
                      </c:pt>
                      <c:pt idx="65">
                        <c:v>13.529689498681998</c:v>
                      </c:pt>
                      <c:pt idx="66">
                        <c:v>13.664340385051</c:v>
                      </c:pt>
                      <c:pt idx="67">
                        <c:v>13.875361966202002</c:v>
                      </c:pt>
                      <c:pt idx="68">
                        <c:v>14.102124698506</c:v>
                      </c:pt>
                      <c:pt idx="69">
                        <c:v>14.291499934831002</c:v>
                      </c:pt>
                      <c:pt idx="70">
                        <c:v>14.505513570241</c:v>
                      </c:pt>
                      <c:pt idx="71">
                        <c:v>14.552532599471999</c:v>
                      </c:pt>
                      <c:pt idx="72">
                        <c:v>14.663647512784001</c:v>
                      </c:pt>
                      <c:pt idx="73">
                        <c:v>14.822585753067001</c:v>
                      </c:pt>
                      <c:pt idx="74">
                        <c:v>14.974635248718</c:v>
                      </c:pt>
                      <c:pt idx="75">
                        <c:v>15.158843909635999</c:v>
                      </c:pt>
                      <c:pt idx="76">
                        <c:v>15.344468417939</c:v>
                      </c:pt>
                      <c:pt idx="77">
                        <c:v>15.443413385257999</c:v>
                      </c:pt>
                      <c:pt idx="78">
                        <c:v>15.583595753761001</c:v>
                      </c:pt>
                      <c:pt idx="79">
                        <c:v>15.833672772534999</c:v>
                      </c:pt>
                      <c:pt idx="80">
                        <c:v>16.161215320453998</c:v>
                      </c:pt>
                      <c:pt idx="81">
                        <c:v>16.372578330608999</c:v>
                      </c:pt>
                      <c:pt idx="82">
                        <c:v>16.578226691749002</c:v>
                      </c:pt>
                      <c:pt idx="83">
                        <c:v>16.670589097880001</c:v>
                      </c:pt>
                      <c:pt idx="84">
                        <c:v>16.799798564821998</c:v>
                      </c:pt>
                      <c:pt idx="85">
                        <c:v>16.975845500280997</c:v>
                      </c:pt>
                      <c:pt idx="86">
                        <c:v>17.217367159910999</c:v>
                      </c:pt>
                      <c:pt idx="87">
                        <c:v>17.388836521843</c:v>
                      </c:pt>
                      <c:pt idx="88">
                        <c:v>17.600488828086</c:v>
                      </c:pt>
                      <c:pt idx="89">
                        <c:v>17.732294497271003</c:v>
                      </c:pt>
                      <c:pt idx="90">
                        <c:v>17.859671545155003</c:v>
                      </c:pt>
                      <c:pt idx="91">
                        <c:v>18.084062585786999</c:v>
                      </c:pt>
                      <c:pt idx="92">
                        <c:v>18.279002813147002</c:v>
                      </c:pt>
                      <c:pt idx="93">
                        <c:v>18.455956519404999</c:v>
                      </c:pt>
                      <c:pt idx="94">
                        <c:v>18.606608010439</c:v>
                      </c:pt>
                      <c:pt idx="95">
                        <c:v>18.558778273304</c:v>
                      </c:pt>
                      <c:pt idx="96">
                        <c:v>18.65384604262</c:v>
                      </c:pt>
                      <c:pt idx="97">
                        <c:v>18.761271804541</c:v>
                      </c:pt>
                      <c:pt idx="98">
                        <c:v>19.264198845844</c:v>
                      </c:pt>
                      <c:pt idx="99">
                        <c:v>19.361038167481002</c:v>
                      </c:pt>
                      <c:pt idx="100">
                        <c:v>19.484126877304</c:v>
                      </c:pt>
                      <c:pt idx="101">
                        <c:v>19.353147112452</c:v>
                      </c:pt>
                      <c:pt idx="102">
                        <c:v>19.430681662443998</c:v>
                      </c:pt>
                      <c:pt idx="103">
                        <c:v>19.531978237320999</c:v>
                      </c:pt>
                      <c:pt idx="104">
                        <c:v>19.646392003575997</c:v>
                      </c:pt>
                      <c:pt idx="105">
                        <c:v>19.877520770531</c:v>
                      </c:pt>
                      <c:pt idx="106">
                        <c:v>20.046161865586999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F5AE-40D5-9F16-3E15EAD7E209}"/>
                  </c:ext>
                </c:extLst>
              </c15:ser>
            </c15:filteredLineSeries>
            <c15:filteredLine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Hoja1!$F$2</c15:sqref>
                        </c15:formulaRef>
                      </c:ext>
                    </c:extLst>
                    <c:strCache>
                      <c:ptCount val="1"/>
                      <c:pt idx="0">
                        <c:v>Total</c:v>
                      </c:pt>
                    </c:strCache>
                  </c:strRef>
                </c:tx>
                <c:spPr>
                  <a:ln w="28575" cap="rnd">
                    <a:solidFill>
                      <a:schemeClr val="accent5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Hoja1!$F$3:$F$109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0">
                        <c:v>379.23300340020501</c:v>
                      </c:pt>
                      <c:pt idx="1">
                        <c:v>383.92237933046198</c:v>
                      </c:pt>
                      <c:pt idx="2">
                        <c:v>383.69602567197302</c:v>
                      </c:pt>
                      <c:pt idx="3">
                        <c:v>385.95575561116101</c:v>
                      </c:pt>
                      <c:pt idx="4">
                        <c:v>391.51745255159096</c:v>
                      </c:pt>
                      <c:pt idx="5">
                        <c:v>393.34368375170999</c:v>
                      </c:pt>
                      <c:pt idx="6">
                        <c:v>397.22929063689196</c:v>
                      </c:pt>
                      <c:pt idx="7">
                        <c:v>398.89440740798898</c:v>
                      </c:pt>
                      <c:pt idx="8">
                        <c:v>400.34794936112604</c:v>
                      </c:pt>
                      <c:pt idx="9">
                        <c:v>402.54154784834003</c:v>
                      </c:pt>
                      <c:pt idx="10">
                        <c:v>406.89043884043099</c:v>
                      </c:pt>
                      <c:pt idx="11">
                        <c:v>406.748337505444</c:v>
                      </c:pt>
                      <c:pt idx="12">
                        <c:v>405.03692198414296</c:v>
                      </c:pt>
                      <c:pt idx="13">
                        <c:v>408.884775439821</c:v>
                      </c:pt>
                      <c:pt idx="14">
                        <c:v>411.23289176468506</c:v>
                      </c:pt>
                      <c:pt idx="15">
                        <c:v>414.57720875032896</c:v>
                      </c:pt>
                      <c:pt idx="16">
                        <c:v>417.55733935075898</c:v>
                      </c:pt>
                      <c:pt idx="17">
                        <c:v>421.55489853511205</c:v>
                      </c:pt>
                      <c:pt idx="18">
                        <c:v>421.92129633571398</c:v>
                      </c:pt>
                      <c:pt idx="19">
                        <c:v>422.81215956702101</c:v>
                      </c:pt>
                      <c:pt idx="20">
                        <c:v>426.03677376151597</c:v>
                      </c:pt>
                      <c:pt idx="21">
                        <c:v>427.75223956793604</c:v>
                      </c:pt>
                      <c:pt idx="22">
                        <c:v>430.51434664459197</c:v>
                      </c:pt>
                      <c:pt idx="23">
                        <c:v>432.02363895449298</c:v>
                      </c:pt>
                      <c:pt idx="24">
                        <c:v>430.05868194003102</c:v>
                      </c:pt>
                      <c:pt idx="25">
                        <c:v>433.10792968125105</c:v>
                      </c:pt>
                      <c:pt idx="26">
                        <c:v>436.03528503646902</c:v>
                      </c:pt>
                      <c:pt idx="27">
                        <c:v>438.04330147299896</c:v>
                      </c:pt>
                      <c:pt idx="28">
                        <c:v>440.87249712423898</c:v>
                      </c:pt>
                      <c:pt idx="29">
                        <c:v>442.90169652977204</c:v>
                      </c:pt>
                      <c:pt idx="30">
                        <c:v>442.53750949488102</c:v>
                      </c:pt>
                      <c:pt idx="31">
                        <c:v>443.29056418108405</c:v>
                      </c:pt>
                      <c:pt idx="32">
                        <c:v>445.38359914726101</c:v>
                      </c:pt>
                      <c:pt idx="33">
                        <c:v>450.63520962541406</c:v>
                      </c:pt>
                      <c:pt idx="34">
                        <c:v>456.13038585273705</c:v>
                      </c:pt>
                      <c:pt idx="35">
                        <c:v>458.43242849768006</c:v>
                      </c:pt>
                      <c:pt idx="36">
                        <c:v>455.28794887898499</c:v>
                      </c:pt>
                      <c:pt idx="37">
                        <c:v>460.06685565562901</c:v>
                      </c:pt>
                      <c:pt idx="38">
                        <c:v>464.300499476114</c:v>
                      </c:pt>
                      <c:pt idx="39">
                        <c:v>467.91133405543991</c:v>
                      </c:pt>
                      <c:pt idx="40">
                        <c:v>472.31181045576409</c:v>
                      </c:pt>
                      <c:pt idx="41">
                        <c:v>473.97325943971498</c:v>
                      </c:pt>
                      <c:pt idx="42">
                        <c:v>476.62138717848802</c:v>
                      </c:pt>
                      <c:pt idx="43">
                        <c:v>480.23582853229993</c:v>
                      </c:pt>
                      <c:pt idx="44">
                        <c:v>485.56606659505991</c:v>
                      </c:pt>
                      <c:pt idx="45">
                        <c:v>488.219214727279</c:v>
                      </c:pt>
                      <c:pt idx="46">
                        <c:v>495.01644827133401</c:v>
                      </c:pt>
                      <c:pt idx="47">
                        <c:v>493.53084296344099</c:v>
                      </c:pt>
                      <c:pt idx="48">
                        <c:v>494.05996355100399</c:v>
                      </c:pt>
                      <c:pt idx="49">
                        <c:v>501.03575841931604</c:v>
                      </c:pt>
                      <c:pt idx="50">
                        <c:v>518.77526593692596</c:v>
                      </c:pt>
                      <c:pt idx="51">
                        <c:v>521.94321463142785</c:v>
                      </c:pt>
                      <c:pt idx="52">
                        <c:v>521.73629824707905</c:v>
                      </c:pt>
                      <c:pt idx="53">
                        <c:v>521.21678563729506</c:v>
                      </c:pt>
                      <c:pt idx="54">
                        <c:v>517.84978640970792</c:v>
                      </c:pt>
                      <c:pt idx="55">
                        <c:v>515.20210692026194</c:v>
                      </c:pt>
                      <c:pt idx="56">
                        <c:v>515.048717388809</c:v>
                      </c:pt>
                      <c:pt idx="57">
                        <c:v>515.38679056011495</c:v>
                      </c:pt>
                      <c:pt idx="58">
                        <c:v>515.64331405871803</c:v>
                      </c:pt>
                      <c:pt idx="59">
                        <c:v>512.81214998020903</c:v>
                      </c:pt>
                      <c:pt idx="60">
                        <c:v>511.80957631369597</c:v>
                      </c:pt>
                      <c:pt idx="61">
                        <c:v>516.00579349895395</c:v>
                      </c:pt>
                      <c:pt idx="62">
                        <c:v>518.256635328568</c:v>
                      </c:pt>
                      <c:pt idx="63">
                        <c:v>522.051180989111</c:v>
                      </c:pt>
                      <c:pt idx="64">
                        <c:v>526.09708662299693</c:v>
                      </c:pt>
                      <c:pt idx="65">
                        <c:v>530.11833681248595</c:v>
                      </c:pt>
                      <c:pt idx="66">
                        <c:v>534.67669727598707</c:v>
                      </c:pt>
                      <c:pt idx="67">
                        <c:v>539.93705218970604</c:v>
                      </c:pt>
                      <c:pt idx="68">
                        <c:v>545.74327716315099</c:v>
                      </c:pt>
                      <c:pt idx="69">
                        <c:v>551.29020246250207</c:v>
                      </c:pt>
                      <c:pt idx="70">
                        <c:v>561.19505057270101</c:v>
                      </c:pt>
                      <c:pt idx="71">
                        <c:v>565.76321727758511</c:v>
                      </c:pt>
                      <c:pt idx="72">
                        <c:v>567.66457768764712</c:v>
                      </c:pt>
                      <c:pt idx="73">
                        <c:v>578.04192320154709</c:v>
                      </c:pt>
                      <c:pt idx="74">
                        <c:v>585.70119613106999</c:v>
                      </c:pt>
                      <c:pt idx="75">
                        <c:v>596.0628815597521</c:v>
                      </c:pt>
                      <c:pt idx="76">
                        <c:v>605.37751073986396</c:v>
                      </c:pt>
                      <c:pt idx="77">
                        <c:v>616.53518944032999</c:v>
                      </c:pt>
                      <c:pt idx="78">
                        <c:v>623.93227061438699</c:v>
                      </c:pt>
                      <c:pt idx="79">
                        <c:v>631.727280126251</c:v>
                      </c:pt>
                      <c:pt idx="80">
                        <c:v>640.21497488250884</c:v>
                      </c:pt>
                      <c:pt idx="81">
                        <c:v>648.68181551876808</c:v>
                      </c:pt>
                      <c:pt idx="82">
                        <c:v>655.59928966593395</c:v>
                      </c:pt>
                      <c:pt idx="83">
                        <c:v>661.16358190119593</c:v>
                      </c:pt>
                      <c:pt idx="84">
                        <c:v>659.570698695945</c:v>
                      </c:pt>
                      <c:pt idx="85">
                        <c:v>664.64518817815303</c:v>
                      </c:pt>
                      <c:pt idx="86">
                        <c:v>664.73909474870902</c:v>
                      </c:pt>
                      <c:pt idx="87">
                        <c:v>669.26569000186396</c:v>
                      </c:pt>
                      <c:pt idx="88">
                        <c:v>670.45969447371397</c:v>
                      </c:pt>
                      <c:pt idx="89">
                        <c:v>672.50653925897393</c:v>
                      </c:pt>
                      <c:pt idx="90">
                        <c:v>670.385822938052</c:v>
                      </c:pt>
                      <c:pt idx="91">
                        <c:v>672.79049242763801</c:v>
                      </c:pt>
                      <c:pt idx="92">
                        <c:v>675.18739525282911</c:v>
                      </c:pt>
                      <c:pt idx="93">
                        <c:v>676.15066579483391</c:v>
                      </c:pt>
                      <c:pt idx="94">
                        <c:v>676.88718264279396</c:v>
                      </c:pt>
                      <c:pt idx="95">
                        <c:v>673.65456444684503</c:v>
                      </c:pt>
                      <c:pt idx="96">
                        <c:v>672.3751560807309</c:v>
                      </c:pt>
                      <c:pt idx="97">
                        <c:v>674.57119418384889</c:v>
                      </c:pt>
                      <c:pt idx="98">
                        <c:v>675.34680535063103</c:v>
                      </c:pt>
                      <c:pt idx="99">
                        <c:v>675.55072642906293</c:v>
                      </c:pt>
                      <c:pt idx="100">
                        <c:v>677.35226631723913</c:v>
                      </c:pt>
                      <c:pt idx="101">
                        <c:v>682.34527333547805</c:v>
                      </c:pt>
                      <c:pt idx="102">
                        <c:v>681.85245629769599</c:v>
                      </c:pt>
                      <c:pt idx="103">
                        <c:v>682.26698163977301</c:v>
                      </c:pt>
                      <c:pt idx="104">
                        <c:v>683.39641781116711</c:v>
                      </c:pt>
                      <c:pt idx="105">
                        <c:v>687.19914951032899</c:v>
                      </c:pt>
                      <c:pt idx="106">
                        <c:v>694.45784595399903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F5AE-40D5-9F16-3E15EAD7E209}"/>
                  </c:ext>
                </c:extLst>
              </c15:ser>
            </c15:filteredLineSeries>
            <c15:filteredLineSeries>
              <c15:ser>
                <c:idx val="5"/>
                <c:order val="5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Hoja1!$G$2</c15:sqref>
                        </c15:formulaRef>
                      </c:ext>
                    </c:extLst>
                    <c:strCache>
                      <c:ptCount val="1"/>
                      <c:pt idx="0">
                        <c:v>Comercial</c:v>
                      </c:pt>
                    </c:strCache>
                  </c:strRef>
                </c:tx>
                <c:spPr>
                  <a:ln w="28575" cap="rnd">
                    <a:solidFill>
                      <a:schemeClr val="accent6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Hoja1!$G$3:$G$109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12" formatCode="#,#00%">
                        <c:v>2.206276885805325E-2</c:v>
                      </c:pt>
                      <c:pt idx="13" formatCode="#,#00%">
                        <c:v>1.7408939711471838E-2</c:v>
                      </c:pt>
                      <c:pt idx="14" formatCode="#,#00%">
                        <c:v>2.858006704651217E-2</c:v>
                      </c:pt>
                      <c:pt idx="15" formatCode="#,#00%">
                        <c:v>3.6122947679188444E-2</c:v>
                      </c:pt>
                      <c:pt idx="16" formatCode="#,#00%">
                        <c:v>2.4885988996026009E-2</c:v>
                      </c:pt>
                      <c:pt idx="17" formatCode="#,#00%">
                        <c:v>3.8627111688262827E-2</c:v>
                      </c:pt>
                      <c:pt idx="18" formatCode="#,#00%">
                        <c:v>2.3692817851846293E-2</c:v>
                      </c:pt>
                      <c:pt idx="19" formatCode="#,#00%">
                        <c:v>2.2510712154531598E-2</c:v>
                      </c:pt>
                      <c:pt idx="20" formatCode="#,#00%">
                        <c:v>2.9314847164016777E-2</c:v>
                      </c:pt>
                      <c:pt idx="21" formatCode="#,#00%">
                        <c:v>2.91381425275683E-2</c:v>
                      </c:pt>
                      <c:pt idx="22" formatCode="#,#00%">
                        <c:v>2.2726625424320579E-2</c:v>
                      </c:pt>
                      <c:pt idx="23" formatCode="#,#00%">
                        <c:v>3.3246033163330635E-2</c:v>
                      </c:pt>
                      <c:pt idx="24" formatCode="#,#00%">
                        <c:v>3.4284649543144807E-2</c:v>
                      </c:pt>
                      <c:pt idx="25" formatCode="#,#00%">
                        <c:v>3.2833176276131582E-2</c:v>
                      </c:pt>
                      <c:pt idx="26" formatCode="#,#00%">
                        <c:v>3.5556985978734579E-2</c:v>
                      </c:pt>
                      <c:pt idx="27" formatCode="#,#00%">
                        <c:v>2.7591006008003349E-2</c:v>
                      </c:pt>
                      <c:pt idx="28" formatCode="#,#00%">
                        <c:v>2.7064570468942284E-2</c:v>
                      </c:pt>
                      <c:pt idx="29" formatCode="#,#00%">
                        <c:v>1.8043774432962678E-2</c:v>
                      </c:pt>
                      <c:pt idx="30" formatCode="#,#00%">
                        <c:v>1.7218636654434016E-2</c:v>
                      </c:pt>
                      <c:pt idx="31" formatCode="#,#00%">
                        <c:v>1.4850575385793707E-2</c:v>
                      </c:pt>
                      <c:pt idx="32" formatCode="#,#00%">
                        <c:v>1.0367967921386834E-2</c:v>
                      </c:pt>
                      <c:pt idx="33" formatCode="#,#00%">
                        <c:v>2.2050790291080258E-2</c:v>
                      </c:pt>
                      <c:pt idx="34" formatCode="#,#00%">
                        <c:v>3.0147325306410178E-2</c:v>
                      </c:pt>
                      <c:pt idx="35" formatCode="#,#00%">
                        <c:v>3.2213865736933966E-2</c:v>
                      </c:pt>
                      <c:pt idx="36" formatCode="#,#00%">
                        <c:v>2.4948613416677867E-2</c:v>
                      </c:pt>
                      <c:pt idx="37" formatCode="#,#00%">
                        <c:v>2.9356715427296898E-2</c:v>
                      </c:pt>
                      <c:pt idx="38" formatCode="#,#00%">
                        <c:v>3.1716717651393056E-2</c:v>
                      </c:pt>
                      <c:pt idx="39" formatCode="#,#00%">
                        <c:v>3.8314797430003322E-2</c:v>
                      </c:pt>
                      <c:pt idx="40" formatCode="#,#00%">
                        <c:v>4.2454670794727534E-2</c:v>
                      </c:pt>
                      <c:pt idx="41" formatCode="#,#00%">
                        <c:v>3.866333832787805E-2</c:v>
                      </c:pt>
                      <c:pt idx="42" formatCode="#,#00%">
                        <c:v>4.3656655210897233E-2</c:v>
                      </c:pt>
                      <c:pt idx="43" formatCode="#,#00%">
                        <c:v>5.3167474273821513E-2</c:v>
                      </c:pt>
                      <c:pt idx="44" formatCode="#,#00%">
                        <c:v>5.9468578067675137E-2</c:v>
                      </c:pt>
                      <c:pt idx="45" formatCode="#,#00%">
                        <c:v>4.4690065392297251E-2</c:v>
                      </c:pt>
                      <c:pt idx="46" formatCode="#,#00%">
                        <c:v>4.7955546363863899E-2</c:v>
                      </c:pt>
                      <c:pt idx="47" formatCode="#,#00%">
                        <c:v>2.7572653624308163E-2</c:v>
                      </c:pt>
                      <c:pt idx="48" formatCode="#,#00%">
                        <c:v>4.0134538460323332E-2</c:v>
                      </c:pt>
                      <c:pt idx="49" formatCode="#,#00%">
                        <c:v>4.4207856473628127E-2</c:v>
                      </c:pt>
                      <c:pt idx="50" formatCode="#,#00%">
                        <c:v>0.10389324809485401</c:v>
                      </c:pt>
                      <c:pt idx="51" formatCode="#,#00%">
                        <c:v>0.11823369261995764</c:v>
                      </c:pt>
                      <c:pt idx="52" formatCode="#,#00%">
                        <c:v>0.11393468295509313</c:v>
                      </c:pt>
                      <c:pt idx="53" formatCode="#,#00%">
                        <c:v>0.11438152620029451</c:v>
                      </c:pt>
                      <c:pt idx="54" formatCode="#,#00%">
                        <c:v>0.10270658014424172</c:v>
                      </c:pt>
                      <c:pt idx="55" formatCode="#,#00%">
                        <c:v>8.7856537931574552E-2</c:v>
                      </c:pt>
                      <c:pt idx="56" formatCode="#,#00%">
                        <c:v>7.3140928333808253E-2</c:v>
                      </c:pt>
                      <c:pt idx="57" formatCode="#,#00%">
                        <c:v>6.6709429978898171E-2</c:v>
                      </c:pt>
                      <c:pt idx="58" formatCode="#,#00%">
                        <c:v>4.3225437530775901E-2</c:v>
                      </c:pt>
                      <c:pt idx="59" formatCode="#,#00%">
                        <c:v>4.36651453873238E-2</c:v>
                      </c:pt>
                      <c:pt idx="60" formatCode="#,#00%">
                        <c:v>4.5267759127845197E-2</c:v>
                      </c:pt>
                      <c:pt idx="61" formatCode="#,#00%">
                        <c:v>3.6825180520352996E-2</c:v>
                      </c:pt>
                      <c:pt idx="62" formatCode="#,#00%">
                        <c:v>-2.6247330290249282E-2</c:v>
                      </c:pt>
                      <c:pt idx="63" formatCode="#,#00%">
                        <c:v>-3.7868056281857521E-2</c:v>
                      </c:pt>
                      <c:pt idx="64" formatCode="#,#00%">
                        <c:v>-3.1230278823610402E-2</c:v>
                      </c:pt>
                      <c:pt idx="65" formatCode="#,#00%">
                        <c:v>-2.3305787533765332E-2</c:v>
                      </c:pt>
                      <c:pt idx="66" formatCode="#,#00%">
                        <c:v>-6.8711316677593226E-3</c:v>
                      </c:pt>
                      <c:pt idx="67" formatCode="#,#00%">
                        <c:v>8.4824389437729852E-3</c:v>
                      </c:pt>
                      <c:pt idx="68" formatCode="#,#00%">
                        <c:v>1.983096039147525E-2</c:v>
                      </c:pt>
                      <c:pt idx="69" formatCode="#,#00%">
                        <c:v>3.217603334871888E-2</c:v>
                      </c:pt>
                      <c:pt idx="70" formatCode="#,#00%">
                        <c:v>5.800040744687629E-2</c:v>
                      </c:pt>
                      <c:pt idx="71" formatCode="#,#00%">
                        <c:v>7.8333109311524041E-2</c:v>
                      </c:pt>
                      <c:pt idx="72" formatCode="#,#00%">
                        <c:v>7.770237913914313E-2</c:v>
                      </c:pt>
                      <c:pt idx="73" formatCode="#,#00%">
                        <c:v>8.8321756976687649E-2</c:v>
                      </c:pt>
                      <c:pt idx="74" formatCode="#,#00%">
                        <c:v>9.5958640267888695E-2</c:v>
                      </c:pt>
                      <c:pt idx="75" formatCode="#,#00%">
                        <c:v>0.10856148482296191</c:v>
                      </c:pt>
                      <c:pt idx="76" formatCode="#,#00%">
                        <c:v>0.11116453550464089</c:v>
                      </c:pt>
                      <c:pt idx="77" formatCode="#,#00%">
                        <c:v>0.12691025858010963</c:v>
                      </c:pt>
                      <c:pt idx="78" formatCode="#,#00%">
                        <c:v>0.13576450127465978</c:v>
                      </c:pt>
                      <c:pt idx="79" formatCode="#,#00%">
                        <c:v>0.14110049283566384</c:v>
                      </c:pt>
                      <c:pt idx="80" formatCode="#,#00%">
                        <c:v>0.14981209808824691</c:v>
                      </c:pt>
                      <c:pt idx="81" formatCode="#,#00%">
                        <c:v>0.16289920968288585</c:v>
                      </c:pt>
                      <c:pt idx="82" formatCode="#,#00%">
                        <c:v>0.15629559281448735</c:v>
                      </c:pt>
                      <c:pt idx="83" formatCode="#,#00%">
                        <c:v>0.1674461016191604</c:v>
                      </c:pt>
                      <c:pt idx="84" formatCode="#,#00%">
                        <c:v>0.16594996279576391</c:v>
                      </c:pt>
                      <c:pt idx="85" formatCode="#,#00%">
                        <c:v>0.16013670430608196</c:v>
                      </c:pt>
                      <c:pt idx="86" formatCode="#,#00%">
                        <c:v>0.14811408222604872</c:v>
                      </c:pt>
                      <c:pt idx="87" formatCode="#,#00%">
                        <c:v>0.13967347345573899</c:v>
                      </c:pt>
                      <c:pt idx="88" formatCode="#,#00%">
                        <c:v>0.12573321073532773</c:v>
                      </c:pt>
                      <c:pt idx="89" formatCode="#,#00%">
                        <c:v>0.10902334226192245</c:v>
                      </c:pt>
                      <c:pt idx="90" formatCode="#,#00%">
                        <c:v>8.7591274343360004E-2</c:v>
                      </c:pt>
                      <c:pt idx="91" formatCode="#,#00%">
                        <c:v>8.0322989153792879E-2</c:v>
                      </c:pt>
                      <c:pt idx="92" formatCode="#,#00%">
                        <c:v>7.1494508469854168E-2</c:v>
                      </c:pt>
                      <c:pt idx="93" formatCode="#,#00%">
                        <c:v>5.6084866763776775E-2</c:v>
                      </c:pt>
                      <c:pt idx="94" formatCode="#,#00%">
                        <c:v>4.338620204657162E-2</c:v>
                      </c:pt>
                      <c:pt idx="95" formatCode="#,#00%">
                        <c:v>2.3127989848587438E-2</c:v>
                      </c:pt>
                      <c:pt idx="96" formatCode="#,#00%">
                        <c:v>2.7984147999636777E-2</c:v>
                      </c:pt>
                      <c:pt idx="97" formatCode="#,#00%">
                        <c:v>2.2454581252261185E-2</c:v>
                      </c:pt>
                      <c:pt idx="98" formatCode="#,#00%">
                        <c:v>2.7976637854766784E-2</c:v>
                      </c:pt>
                      <c:pt idx="99" formatCode="#,#00%">
                        <c:v>1.564657060928254E-2</c:v>
                      </c:pt>
                      <c:pt idx="100" formatCode="#,#00%">
                        <c:v>1.9367479660063358E-2</c:v>
                      </c:pt>
                      <c:pt idx="101" formatCode="#,#00%">
                        <c:v>2.9686285636685961E-2</c:v>
                      </c:pt>
                      <c:pt idx="102" formatCode="#,#00%">
                        <c:v>3.5495225926007956E-2</c:v>
                      </c:pt>
                      <c:pt idx="103" formatCode="#,#00%">
                        <c:v>3.1489618244302076E-2</c:v>
                      </c:pt>
                      <c:pt idx="104" formatCode="#,#00%">
                        <c:v>2.7663522978442101E-2</c:v>
                      </c:pt>
                      <c:pt idx="105" formatCode="#,#00%">
                        <c:v>3.3373160253740375E-2</c:v>
                      </c:pt>
                      <c:pt idx="106" formatCode="#,#00%">
                        <c:v>4.5312772819607661E-2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F5AE-40D5-9F16-3E15EAD7E209}"/>
                  </c:ext>
                </c:extLst>
              </c15:ser>
            </c15:filteredLineSeries>
            <c15:filteredLineSeries>
              <c15:ser>
                <c:idx val="6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Hoja1!$H$2</c15:sqref>
                        </c15:formulaRef>
                      </c:ext>
                    </c:extLst>
                    <c:strCache>
                      <c:ptCount val="1"/>
                      <c:pt idx="0">
                        <c:v>Consumo</c:v>
                      </c:pt>
                    </c:strCache>
                  </c:strRef>
                </c:tx>
                <c:spPr>
                  <a:ln w="28575" cap="rnd">
                    <a:solidFill>
                      <a:schemeClr val="accent1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Hoja1!$H$3:$H$109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12" formatCode="#,#00%">
                        <c:v>0.13518972437135712</c:v>
                      </c:pt>
                      <c:pt idx="13" formatCode="#,#00%">
                        <c:v>0.1343317298198492</c:v>
                      </c:pt>
                      <c:pt idx="14" formatCode="#,#00%">
                        <c:v>0.13696574449494214</c:v>
                      </c:pt>
                      <c:pt idx="15" formatCode="#,#00%">
                        <c:v>0.13175670733176981</c:v>
                      </c:pt>
                      <c:pt idx="16" formatCode="#,#00%">
                        <c:v>0.13027389293297897</c:v>
                      </c:pt>
                      <c:pt idx="17" formatCode="#,#00%">
                        <c:v>0.1228762057460866</c:v>
                      </c:pt>
                      <c:pt idx="18" formatCode="#,#00%">
                        <c:v>0.12075799943473386</c:v>
                      </c:pt>
                      <c:pt idx="19" formatCode="#,#00%">
                        <c:v>0.1153071081788164</c:v>
                      </c:pt>
                      <c:pt idx="20" formatCode="#,#00%">
                        <c:v>0.11193647545851748</c:v>
                      </c:pt>
                      <c:pt idx="21" formatCode="#,#00%">
                        <c:v>0.10815569140060766</c:v>
                      </c:pt>
                      <c:pt idx="22" formatCode="#,#00%">
                        <c:v>0.1051479465866092</c:v>
                      </c:pt>
                      <c:pt idx="23" formatCode="#,#00%">
                        <c:v>9.6875914067120261E-2</c:v>
                      </c:pt>
                      <c:pt idx="24" formatCode="#,#00%">
                        <c:v>9.3299305577946523E-2</c:v>
                      </c:pt>
                      <c:pt idx="25" formatCode="#,#00%">
                        <c:v>9.1671313565523382E-2</c:v>
                      </c:pt>
                      <c:pt idx="26" formatCode="#,#00%">
                        <c:v>8.6320193275228219E-2</c:v>
                      </c:pt>
                      <c:pt idx="27" formatCode="#,#00%">
                        <c:v>8.8512761915613414E-2</c:v>
                      </c:pt>
                      <c:pt idx="28" formatCode="#,#00%">
                        <c:v>8.6048192276869662E-2</c:v>
                      </c:pt>
                      <c:pt idx="29" formatCode="#,#00%">
                        <c:v>8.2936997402843105E-2</c:v>
                      </c:pt>
                      <c:pt idx="30" formatCode="#,#00%">
                        <c:v>8.1963189442365136E-2</c:v>
                      </c:pt>
                      <c:pt idx="31" formatCode="#,#00%">
                        <c:v>8.4749574853008047E-2</c:v>
                      </c:pt>
                      <c:pt idx="32" formatCode="#,#00%">
                        <c:v>8.3955627934311439E-2</c:v>
                      </c:pt>
                      <c:pt idx="33" formatCode="#,#00%">
                        <c:v>8.7149432238154079E-2</c:v>
                      </c:pt>
                      <c:pt idx="34" formatCode="#,#00%">
                        <c:v>8.9152731114388928E-2</c:v>
                      </c:pt>
                      <c:pt idx="35" formatCode="#,#00%">
                        <c:v>9.2138962399517021E-2</c:v>
                      </c:pt>
                      <c:pt idx="36" formatCode="#,#00%">
                        <c:v>9.5367558519655837E-2</c:v>
                      </c:pt>
                      <c:pt idx="37" formatCode="#,#00%">
                        <c:v>9.8088770324328278E-2</c:v>
                      </c:pt>
                      <c:pt idx="38" formatCode="#,#00%">
                        <c:v>0.10496330693049982</c:v>
                      </c:pt>
                      <c:pt idx="39" formatCode="#,#00%">
                        <c:v>0.10802635333258115</c:v>
                      </c:pt>
                      <c:pt idx="40" formatCode="#,#00%">
                        <c:v>0.11406107238946395</c:v>
                      </c:pt>
                      <c:pt idx="41" formatCode="#,#00%">
                        <c:v>0.11843062896542866</c:v>
                      </c:pt>
                      <c:pt idx="42" formatCode="#,#00%">
                        <c:v>0.12726258067859209</c:v>
                      </c:pt>
                      <c:pt idx="43" formatCode="#,#00%">
                        <c:v>0.13189825550234668</c:v>
                      </c:pt>
                      <c:pt idx="44" formatCode="#,#00%">
                        <c:v>0.14261900937345362</c:v>
                      </c:pt>
                      <c:pt idx="45" formatCode="#,#00%">
                        <c:v>0.14888902137090154</c:v>
                      </c:pt>
                      <c:pt idx="46" formatCode="#,#00%">
                        <c:v>0.15074017378032156</c:v>
                      </c:pt>
                      <c:pt idx="47" formatCode="#,#00%">
                        <c:v>0.15740121888880121</c:v>
                      </c:pt>
                      <c:pt idx="48" formatCode="#,#00%">
                        <c:v>0.16225283191322282</c:v>
                      </c:pt>
                      <c:pt idx="49" formatCode="#,#00%">
                        <c:v>0.16821510050679622</c:v>
                      </c:pt>
                      <c:pt idx="50" formatCode="#,#00%">
                        <c:v>0.15886488323977499</c:v>
                      </c:pt>
                      <c:pt idx="51" formatCode="#,#00%">
                        <c:v>0.12842845013816251</c:v>
                      </c:pt>
                      <c:pt idx="52" formatCode="#,#00%">
                        <c:v>0.10188944036221237</c:v>
                      </c:pt>
                      <c:pt idx="53" formatCode="#,#00%">
                        <c:v>8.6970028396984977E-2</c:v>
                      </c:pt>
                      <c:pt idx="54" formatCode="#,#00%">
                        <c:v>6.8050835338500537E-2</c:v>
                      </c:pt>
                      <c:pt idx="55" formatCode="#,#00%">
                        <c:v>5.1479466039592969E-2</c:v>
                      </c:pt>
                      <c:pt idx="56" formatCode="#,#00%">
                        <c:v>4.0447211344324163E-2</c:v>
                      </c:pt>
                      <c:pt idx="57" formatCode="#,#00%">
                        <c:v>3.3903238600402563E-2</c:v>
                      </c:pt>
                      <c:pt idx="58" formatCode="#,#00%">
                        <c:v>2.8441544321663459E-2</c:v>
                      </c:pt>
                      <c:pt idx="59" formatCode="#,#00%">
                        <c:v>2.035180663474967E-2</c:v>
                      </c:pt>
                      <c:pt idx="60" formatCode="#,#00%">
                        <c:v>9.474792502797369E-3</c:v>
                      </c:pt>
                      <c:pt idx="61" formatCode="#,#00%">
                        <c:v>2.2973543101247884E-3</c:v>
                      </c:pt>
                      <c:pt idx="62" formatCode="#,#00%">
                        <c:v>5.5264489862929533E-3</c:v>
                      </c:pt>
                      <c:pt idx="63" formatCode="#,#00%">
                        <c:v>2.5534418580773988E-2</c:v>
                      </c:pt>
                      <c:pt idx="64" formatCode="#,#00%">
                        <c:v>3.7132238770160253E-2</c:v>
                      </c:pt>
                      <c:pt idx="65" formatCode="#,#00%">
                        <c:v>5.0118494372813904E-2</c:v>
                      </c:pt>
                      <c:pt idx="66" formatCode="#,#00%">
                        <c:v>6.5842249632584116E-2</c:v>
                      </c:pt>
                      <c:pt idx="67" formatCode="#,#00%">
                        <c:v>8.3432686602260997E-2</c:v>
                      </c:pt>
                      <c:pt idx="68" formatCode="#,#00%">
                        <c:v>9.5108382173109574E-2</c:v>
                      </c:pt>
                      <c:pt idx="69" formatCode="#,#00%">
                        <c:v>0.1042544003571424</c:v>
                      </c:pt>
                      <c:pt idx="70" formatCode="#,#00%">
                        <c:v>0.11624907172484433</c:v>
                      </c:pt>
                      <c:pt idx="71" formatCode="#,#00%">
                        <c:v>0.12759580406431237</c:v>
                      </c:pt>
                      <c:pt idx="72" formatCode="#,#00%">
                        <c:v>0.14483323340773713</c:v>
                      </c:pt>
                      <c:pt idx="73" formatCode="#,#00%">
                        <c:v>0.16202321981078649</c:v>
                      </c:pt>
                      <c:pt idx="74" formatCode="#,#00%">
                        <c:v>0.17894769259038656</c:v>
                      </c:pt>
                      <c:pt idx="75" formatCode="#,#00%">
                        <c:v>0.19501351597270244</c:v>
                      </c:pt>
                      <c:pt idx="76" formatCode="#,#00%">
                        <c:v>0.21740490577686189</c:v>
                      </c:pt>
                      <c:pt idx="77" formatCode="#,#00%">
                        <c:v>0.22775800358953258</c:v>
                      </c:pt>
                      <c:pt idx="78" formatCode="#,#00%">
                        <c:v>0.22604190743949037</c:v>
                      </c:pt>
                      <c:pt idx="79" formatCode="#,#00%">
                        <c:v>0.22723101554639791</c:v>
                      </c:pt>
                      <c:pt idx="80" formatCode="#,#00%">
                        <c:v>0.22329251873325351</c:v>
                      </c:pt>
                      <c:pt idx="81" formatCode="#,#00%">
                        <c:v>0.21306302876916239</c:v>
                      </c:pt>
                      <c:pt idx="82" formatCode="#,#00%">
                        <c:v>0.19789330938946081</c:v>
                      </c:pt>
                      <c:pt idx="83" formatCode="#,#00%">
                        <c:v>0.1828985516471815</c:v>
                      </c:pt>
                      <c:pt idx="84" formatCode="#,#00%">
                        <c:v>0.16598730540245898</c:v>
                      </c:pt>
                      <c:pt idx="85" formatCode="#,#00%">
                        <c:v>0.14167311234880953</c:v>
                      </c:pt>
                      <c:pt idx="86" formatCode="#,#00%">
                        <c:v>0.11827054650607982</c:v>
                      </c:pt>
                      <c:pt idx="87" formatCode="#,#00%">
                        <c:v>9.747020280799501E-2</c:v>
                      </c:pt>
                      <c:pt idx="88" formatCode="#,#00%">
                        <c:v>7.5568939874825825E-2</c:v>
                      </c:pt>
                      <c:pt idx="89" formatCode="#,#00%">
                        <c:v>5.2679186467932126E-2</c:v>
                      </c:pt>
                      <c:pt idx="90" formatCode="#,#00%">
                        <c:v>3.9161555783689073E-2</c:v>
                      </c:pt>
                      <c:pt idx="91" formatCode="#,#00%">
                        <c:v>2.3750883626602937E-2</c:v>
                      </c:pt>
                      <c:pt idx="92" formatCode="#,#00%">
                        <c:v>7.8708452673308393E-3</c:v>
                      </c:pt>
                      <c:pt idx="93" formatCode="#,#00%">
                        <c:v>-5.0255243127788063E-3</c:v>
                      </c:pt>
                      <c:pt idx="94" formatCode="#,#00%">
                        <c:v>-1.4577030866832708E-2</c:v>
                      </c:pt>
                      <c:pt idx="95" formatCode="#,#00%">
                        <c:v>-2.3899403182119694E-2</c:v>
                      </c:pt>
                      <c:pt idx="96" formatCode="#,#00%">
                        <c:v>-3.1007005817605737E-2</c:v>
                      </c:pt>
                      <c:pt idx="97" formatCode="#,#00%">
                        <c:v>-3.6406640267392487E-2</c:v>
                      </c:pt>
                      <c:pt idx="98" formatCode="#,#00%">
                        <c:v>-4.1181454709611764E-2</c:v>
                      </c:pt>
                      <c:pt idx="99" formatCode="#,#00%">
                        <c:v>-4.2762796102112977E-2</c:v>
                      </c:pt>
                      <c:pt idx="100" formatCode="#,#00%">
                        <c:v>-4.6092078438378925E-2</c:v>
                      </c:pt>
                      <c:pt idx="101" formatCode="#,#00%">
                        <c:v>-4.7477532407872558E-2</c:v>
                      </c:pt>
                      <c:pt idx="102" formatCode="#,#00%">
                        <c:v>-4.883110768209098E-2</c:v>
                      </c:pt>
                      <c:pt idx="103" formatCode="#,#00%">
                        <c:v>-5.1189663686132092E-2</c:v>
                      </c:pt>
                      <c:pt idx="104" formatCode="#,#00%">
                        <c:v>-5.0461759675954121E-2</c:v>
                      </c:pt>
                      <c:pt idx="105" formatCode="#,#00%">
                        <c:v>-4.6390051183215819E-2</c:v>
                      </c:pt>
                      <c:pt idx="106" formatCode="#,#00%">
                        <c:v>-3.5430640157817161E-2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B-F5AE-40D5-9F16-3E15EAD7E209}"/>
                  </c:ext>
                </c:extLst>
              </c15:ser>
            </c15:filteredLineSeries>
            <c15:filteredLineSeries>
              <c15:ser>
                <c:idx val="7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Hoja1!$I$2</c15:sqref>
                        </c15:formulaRef>
                      </c:ext>
                    </c:extLst>
                    <c:strCache>
                      <c:ptCount val="1"/>
                      <c:pt idx="0">
                        <c:v>Vivienda</c:v>
                      </c:pt>
                    </c:strCache>
                  </c:strRef>
                </c:tx>
                <c:spPr>
                  <a:ln w="28575" cap="rnd">
                    <a:solidFill>
                      <a:schemeClr val="accent2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Hoja1!$I$3:$I$109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12" formatCode="#,#00%">
                        <c:v>0.14867147388048929</c:v>
                      </c:pt>
                      <c:pt idx="13" formatCode="#,#00%">
                        <c:v>0.14908716121752819</c:v>
                      </c:pt>
                      <c:pt idx="14" formatCode="#,#00%">
                        <c:v>0.1396129631343499</c:v>
                      </c:pt>
                      <c:pt idx="15" formatCode="#,#00%">
                        <c:v>0.13314927094790052</c:v>
                      </c:pt>
                      <c:pt idx="16" formatCode="#,#00%">
                        <c:v>0.12875333927492827</c:v>
                      </c:pt>
                      <c:pt idx="17" formatCode="#,#00%">
                        <c:v>0.11541783689409324</c:v>
                      </c:pt>
                      <c:pt idx="18" formatCode="#,#00%">
                        <c:v>0.11258245327781791</c:v>
                      </c:pt>
                      <c:pt idx="19" formatCode="#,#00%">
                        <c:v>0.11070472661443809</c:v>
                      </c:pt>
                      <c:pt idx="20" formatCode="#,#00%">
                        <c:v>0.11924295853248856</c:v>
                      </c:pt>
                      <c:pt idx="21" formatCode="#,#00%">
                        <c:v>0.11501759234076281</c:v>
                      </c:pt>
                      <c:pt idx="22" formatCode="#,#00%">
                        <c:v>0.1139986490965621</c:v>
                      </c:pt>
                      <c:pt idx="23" formatCode="#,#00%">
                        <c:v>0.11380420637960076</c:v>
                      </c:pt>
                      <c:pt idx="24" formatCode="#,#00%">
                        <c:v>0.11268508577564229</c:v>
                      </c:pt>
                      <c:pt idx="25" formatCode="#,#00%">
                        <c:v>0.10293026973705111</c:v>
                      </c:pt>
                      <c:pt idx="26" formatCode="#,#00%">
                        <c:v>0.11261617602811946</c:v>
                      </c:pt>
                      <c:pt idx="27" formatCode="#,#00%">
                        <c:v>0.11419979763187649</c:v>
                      </c:pt>
                      <c:pt idx="28" formatCode="#,#00%">
                        <c:v>0.11511687614061628</c:v>
                      </c:pt>
                      <c:pt idx="29" formatCode="#,#00%">
                        <c:v>0.12520719472102426</c:v>
                      </c:pt>
                      <c:pt idx="30" formatCode="#,#00%">
                        <c:v>0.1168784959636664</c:v>
                      </c:pt>
                      <c:pt idx="31" formatCode="#,#00%">
                        <c:v>0.1170053411361085</c:v>
                      </c:pt>
                      <c:pt idx="32" formatCode="#,#00%">
                        <c:v>0.11580094865670065</c:v>
                      </c:pt>
                      <c:pt idx="33" formatCode="#,#00%">
                        <c:v>0.11884281887692238</c:v>
                      </c:pt>
                      <c:pt idx="34" formatCode="#,#00%">
                        <c:v>0.12494634154520878</c:v>
                      </c:pt>
                      <c:pt idx="35" formatCode="#,#00%">
                        <c:v>0.12172634004473104</c:v>
                      </c:pt>
                      <c:pt idx="36" formatCode="#,#00%">
                        <c:v>0.12495917256286182</c:v>
                      </c:pt>
                      <c:pt idx="37" formatCode="#,#00%">
                        <c:v>0.12855515757103109</c:v>
                      </c:pt>
                      <c:pt idx="38" formatCode="#,#00%">
                        <c:v>0.12249172201276037</c:v>
                      </c:pt>
                      <c:pt idx="39" formatCode="#,#00%">
                        <c:v>0.11319666548358409</c:v>
                      </c:pt>
                      <c:pt idx="40" formatCode="#,#00%">
                        <c:v>0.10629107843109553</c:v>
                      </c:pt>
                      <c:pt idx="41" formatCode="#,#00%">
                        <c:v>0.10349059083470191</c:v>
                      </c:pt>
                      <c:pt idx="42" formatCode="#,#00%">
                        <c:v>0.11274918935480938</c:v>
                      </c:pt>
                      <c:pt idx="43" formatCode="#,#00%">
                        <c:v>0.10884343354663661</c:v>
                      </c:pt>
                      <c:pt idx="44" formatCode="#,#00%">
                        <c:v>0.10905724832473118</c:v>
                      </c:pt>
                      <c:pt idx="45" formatCode="#,#00%">
                        <c:v>0.10391981552281715</c:v>
                      </c:pt>
                      <c:pt idx="46" formatCode="#,#00%">
                        <c:v>0.1006890029305052</c:v>
                      </c:pt>
                      <c:pt idx="47" formatCode="#,#00%">
                        <c:v>9.9185668351332801E-2</c:v>
                      </c:pt>
                      <c:pt idx="48" formatCode="#,#00%">
                        <c:v>9.8684277741887039E-2</c:v>
                      </c:pt>
                      <c:pt idx="49" formatCode="#,#00%">
                        <c:v>9.9115554277340756E-2</c:v>
                      </c:pt>
                      <c:pt idx="50" formatCode="#,#00%">
                        <c:v>9.3842313447843662E-2</c:v>
                      </c:pt>
                      <c:pt idx="51" formatCode="#,#00%">
                        <c:v>9.2353911045679027E-2</c:v>
                      </c:pt>
                      <c:pt idx="52" formatCode="#,#00%">
                        <c:v>9.0108720417227284E-2</c:v>
                      </c:pt>
                      <c:pt idx="53" formatCode="#,#00%">
                        <c:v>8.609513218052478E-2</c:v>
                      </c:pt>
                      <c:pt idx="54" formatCode="#,#00%">
                        <c:v>7.9604560774162225E-2</c:v>
                      </c:pt>
                      <c:pt idx="55" formatCode="#,#00%">
                        <c:v>7.5372459261063174E-2</c:v>
                      </c:pt>
                      <c:pt idx="56" formatCode="#,#00%">
                        <c:v>6.9160630694630409E-2</c:v>
                      </c:pt>
                      <c:pt idx="57" formatCode="#,#00%">
                        <c:v>7.0439444674957219E-2</c:v>
                      </c:pt>
                      <c:pt idx="58" formatCode="#,#00%">
                        <c:v>7.0047397019049162E-2</c:v>
                      </c:pt>
                      <c:pt idx="59" formatCode="#,#00%">
                        <c:v>7.0555498524184301E-2</c:v>
                      </c:pt>
                      <c:pt idx="60" formatCode="#,#00%">
                        <c:v>6.7359118060727363E-2</c:v>
                      </c:pt>
                      <c:pt idx="61" formatCode="#,#00%">
                        <c:v>7.1019978118092464E-2</c:v>
                      </c:pt>
                      <c:pt idx="62" formatCode="#,#00%">
                        <c:v>7.8396186623828301E-2</c:v>
                      </c:pt>
                      <c:pt idx="63" formatCode="#,#00%">
                        <c:v>8.9093642419479702E-2</c:v>
                      </c:pt>
                      <c:pt idx="64" formatCode="#,#00%">
                        <c:v>9.701692188426736E-2</c:v>
                      </c:pt>
                      <c:pt idx="65" formatCode="#,#00%">
                        <c:v>9.985115594080396E-2</c:v>
                      </c:pt>
                      <c:pt idx="66" formatCode="#,#00%">
                        <c:v>0.10934417053769119</c:v>
                      </c:pt>
                      <c:pt idx="67" formatCode="#,#00%">
                        <c:v>0.11940659099761253</c:v>
                      </c:pt>
                      <c:pt idx="68" formatCode="#,#00%">
                        <c:v>0.1298185808488781</c:v>
                      </c:pt>
                      <c:pt idx="69" formatCode="#,#00%">
                        <c:v>0.13324464924447321</c:v>
                      </c:pt>
                      <c:pt idx="70" formatCode="#,#00%">
                        <c:v>0.13896371376657224</c:v>
                      </c:pt>
                      <c:pt idx="71" formatCode="#,#00%">
                        <c:v>0.14252934527311223</c:v>
                      </c:pt>
                      <c:pt idx="72" formatCode="#,#00%">
                        <c:v>0.14666527467562829</c:v>
                      </c:pt>
                      <c:pt idx="73" formatCode="#,#00%">
                        <c:v>0.14770138003459077</c:v>
                      </c:pt>
                      <c:pt idx="74" formatCode="#,#00%">
                        <c:v>0.15099143275136639</c:v>
                      </c:pt>
                      <c:pt idx="75" formatCode="#,#00%">
                        <c:v>0.14993714825023718</c:v>
                      </c:pt>
                      <c:pt idx="76" formatCode="#,#00%">
                        <c:v>0.15258089037363121</c:v>
                      </c:pt>
                      <c:pt idx="77" formatCode="#,#00%">
                        <c:v>0.15786772043531028</c:v>
                      </c:pt>
                      <c:pt idx="78" formatCode="#,#00%">
                        <c:v>0.15649305672976244</c:v>
                      </c:pt>
                      <c:pt idx="79" formatCode="#,#00%">
                        <c:v>0.15504054030266312</c:v>
                      </c:pt>
                      <c:pt idx="80" formatCode="#,#00%">
                        <c:v>0.15210909985721188</c:v>
                      </c:pt>
                      <c:pt idx="81" formatCode="#,#00%">
                        <c:v>0.15170500457042668</c:v>
                      </c:pt>
                      <c:pt idx="82" formatCode="#,#00%">
                        <c:v>0.14984643870914827</c:v>
                      </c:pt>
                      <c:pt idx="83" formatCode="#,#00%">
                        <c:v>0.14595921136043088</c:v>
                      </c:pt>
                      <c:pt idx="84" formatCode="#,#00%">
                        <c:v>0.14227315764119708</c:v>
                      </c:pt>
                      <c:pt idx="85" formatCode="#,#00%">
                        <c:v>0.13344553447605256</c:v>
                      </c:pt>
                      <c:pt idx="86" formatCode="#,#00%">
                        <c:v>0.12454266699477312</c:v>
                      </c:pt>
                      <c:pt idx="87" formatCode="#,#00%">
                        <c:v>0.11717028269354235</c:v>
                      </c:pt>
                      <c:pt idx="88" formatCode="#,#00%">
                        <c:v>0.10964022662427642</c:v>
                      </c:pt>
                      <c:pt idx="89" formatCode="#,#00%">
                        <c:v>0.10337556362772182</c:v>
                      </c:pt>
                      <c:pt idx="90" formatCode="#,#00%">
                        <c:v>9.5664920191696368E-2</c:v>
                      </c:pt>
                      <c:pt idx="91" formatCode="#,#00%">
                        <c:v>9.1416222535373182E-2</c:v>
                      </c:pt>
                      <c:pt idx="92" formatCode="#,#00%">
                        <c:v>8.8238440048661104E-2</c:v>
                      </c:pt>
                      <c:pt idx="93" formatCode="#,#00%">
                        <c:v>8.6331140284325203E-2</c:v>
                      </c:pt>
                      <c:pt idx="94" formatCode="#,#00%">
                        <c:v>8.446509195659524E-2</c:v>
                      </c:pt>
                      <c:pt idx="95" formatCode="#,#00%">
                        <c:v>8.2759638715176109E-2</c:v>
                      </c:pt>
                      <c:pt idx="96" formatCode="#,#00%">
                        <c:v>8.5372707101670553E-2</c:v>
                      </c:pt>
                      <c:pt idx="97" formatCode="#,#00%">
                        <c:v>8.5684909835874512E-2</c:v>
                      </c:pt>
                      <c:pt idx="98" formatCode="#,#00%">
                        <c:v>8.0970290633567421E-2</c:v>
                      </c:pt>
                      <c:pt idx="99" formatCode="#,#00%">
                        <c:v>8.236291121174677E-2</c:v>
                      </c:pt>
                      <c:pt idx="100" formatCode="#,#00%">
                        <c:v>8.3159310661681252E-2</c:v>
                      </c:pt>
                      <c:pt idx="101" formatCode="#,#00%">
                        <c:v>8.1312257479623895E-2</c:v>
                      </c:pt>
                      <c:pt idx="102" formatCode="#,#00%">
                        <c:v>8.1021730877935516E-2</c:v>
                      </c:pt>
                      <c:pt idx="103" formatCode="#,#00%">
                        <c:v>8.0052691602024106E-2</c:v>
                      </c:pt>
                      <c:pt idx="104" formatCode="#,#00%">
                        <c:v>7.8454804299671554E-2</c:v>
                      </c:pt>
                      <c:pt idx="105" formatCode="#,#00%">
                        <c:v>7.6991612122962128E-2</c:v>
                      </c:pt>
                      <c:pt idx="106" formatCode="#,#00%">
                        <c:v>7.7255679298815938E-2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C-F5AE-40D5-9F16-3E15EAD7E209}"/>
                  </c:ext>
                </c:extLst>
              </c15:ser>
            </c15:filteredLineSeries>
            <c15:filteredLineSeries>
              <c15:ser>
                <c:idx val="8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Hoja1!$J$2</c15:sqref>
                        </c15:formulaRef>
                      </c:ext>
                    </c:extLst>
                    <c:strCache>
                      <c:ptCount val="1"/>
                      <c:pt idx="0">
                        <c:v>Microcrédito</c:v>
                      </c:pt>
                    </c:strCache>
                  </c:strRef>
                </c:tx>
                <c:spPr>
                  <a:ln w="28575" cap="rnd">
                    <a:solidFill>
                      <a:schemeClr val="accent3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Hoja1!$J$3:$J$109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12" formatCode="#,#00%">
                        <c:v>7.349233169669156E-2</c:v>
                      </c:pt>
                      <c:pt idx="13" formatCode="#,#00%">
                        <c:v>7.5944671775588057E-2</c:v>
                      </c:pt>
                      <c:pt idx="14" formatCode="#,#00%">
                        <c:v>8.1154892898544162E-2</c:v>
                      </c:pt>
                      <c:pt idx="15" formatCode="#,#00%">
                        <c:v>7.5271218028084119E-2</c:v>
                      </c:pt>
                      <c:pt idx="16" formatCode="#,#00%">
                        <c:v>7.3017726092639013E-2</c:v>
                      </c:pt>
                      <c:pt idx="17" formatCode="#,#00%">
                        <c:v>8.580207818440444E-2</c:v>
                      </c:pt>
                      <c:pt idx="18" formatCode="#,#00%">
                        <c:v>8.8946000063908182E-2</c:v>
                      </c:pt>
                      <c:pt idx="19" formatCode="#,#00%">
                        <c:v>8.4140822401729709E-2</c:v>
                      </c:pt>
                      <c:pt idx="20" formatCode="#,#00%">
                        <c:v>8.1792771372144468E-2</c:v>
                      </c:pt>
                      <c:pt idx="21" formatCode="#,#00%">
                        <c:v>7.792994250886176E-2</c:v>
                      </c:pt>
                      <c:pt idx="22" formatCode="#,#00%">
                        <c:v>7.7776668826551765E-2</c:v>
                      </c:pt>
                      <c:pt idx="23" formatCode="#,#00%">
                        <c:v>7.7394804819716168E-2</c:v>
                      </c:pt>
                      <c:pt idx="24" formatCode="#,#00%">
                        <c:v>7.5752403098270138E-2</c:v>
                      </c:pt>
                      <c:pt idx="25" formatCode="#,#00%">
                        <c:v>7.4893434062939912E-2</c:v>
                      </c:pt>
                      <c:pt idx="26" formatCode="#,#00%">
                        <c:v>6.7102655662558686E-2</c:v>
                      </c:pt>
                      <c:pt idx="27" formatCode="#,#00%">
                        <c:v>6.7416368488293799E-2</c:v>
                      </c:pt>
                      <c:pt idx="28" formatCode="#,#00%">
                        <c:v>6.7853399361408995E-2</c:v>
                      </c:pt>
                      <c:pt idx="29" formatCode="#,#00%">
                        <c:v>5.4241115865806266E-2</c:v>
                      </c:pt>
                      <c:pt idx="30" formatCode="#,#00%">
                        <c:v>4.624083346554797E-2</c:v>
                      </c:pt>
                      <c:pt idx="31" formatCode="#,#00%">
                        <c:v>4.1716999305922098E-2</c:v>
                      </c:pt>
                      <c:pt idx="32" formatCode="#,#00%">
                        <c:v>3.4251005179129157E-2</c:v>
                      </c:pt>
                      <c:pt idx="33" formatCode="#,#00%">
                        <c:v>3.8000339615270384E-2</c:v>
                      </c:pt>
                      <c:pt idx="34" formatCode="#,#00%">
                        <c:v>3.8570986405764174E-2</c:v>
                      </c:pt>
                      <c:pt idx="35" formatCode="#,#00%">
                        <c:v>3.532471068626597E-2</c:v>
                      </c:pt>
                      <c:pt idx="36" formatCode="#,#00%">
                        <c:v>3.5714692880976173E-2</c:v>
                      </c:pt>
                      <c:pt idx="37" formatCode="#,#00%">
                        <c:v>3.4387287724526594E-2</c:v>
                      </c:pt>
                      <c:pt idx="38" formatCode="#,#00%">
                        <c:v>3.6583910549808252E-2</c:v>
                      </c:pt>
                      <c:pt idx="39" formatCode="#,#00%">
                        <c:v>3.334640186094151E-2</c:v>
                      </c:pt>
                      <c:pt idx="40" formatCode="#,#00%">
                        <c:v>3.0518222647016868E-2</c:v>
                      </c:pt>
                      <c:pt idx="41" formatCode="#,#00%">
                        <c:v>2.8716807554840074E-2</c:v>
                      </c:pt>
                      <c:pt idx="42" formatCode="#,#00%">
                        <c:v>3.3641517021332001E-2</c:v>
                      </c:pt>
                      <c:pt idx="43" formatCode="#,#00%">
                        <c:v>3.4890511096018928E-2</c:v>
                      </c:pt>
                      <c:pt idx="44" formatCode="#,#00%">
                        <c:v>4.0333042291153864E-2</c:v>
                      </c:pt>
                      <c:pt idx="45" formatCode="#,#00%">
                        <c:v>4.1613160168223695E-2</c:v>
                      </c:pt>
                      <c:pt idx="46" formatCode="#,#00%">
                        <c:v>3.7168161166278413E-2</c:v>
                      </c:pt>
                      <c:pt idx="47" formatCode="#,#00%">
                        <c:v>5.4353977880909898E-2</c:v>
                      </c:pt>
                      <c:pt idx="48" formatCode="#,#00%">
                        <c:v>5.2866246833404462E-2</c:v>
                      </c:pt>
                      <c:pt idx="49" formatCode="#,#00%">
                        <c:v>5.29196056917145E-2</c:v>
                      </c:pt>
                      <c:pt idx="50" formatCode="#,#00%">
                        <c:v>4.5064063297541646E-2</c:v>
                      </c:pt>
                      <c:pt idx="51" formatCode="#,#00%">
                        <c:v>3.4669187770928644E-2</c:v>
                      </c:pt>
                      <c:pt idx="52" formatCode="#,#00%">
                        <c:v>2.4446851551522819E-2</c:v>
                      </c:pt>
                      <c:pt idx="53" formatCode="#,#00%">
                        <c:v>2.0591432561011924E-2</c:v>
                      </c:pt>
                      <c:pt idx="54" formatCode="#,#00%">
                        <c:v>1.2237268533592971E-2</c:v>
                      </c:pt>
                      <c:pt idx="55" formatCode="#,#00%">
                        <c:v>8.0870888406676666E-3</c:v>
                      </c:pt>
                      <c:pt idx="56" formatCode="#,#00%">
                        <c:v>7.1876300003124172E-3</c:v>
                      </c:pt>
                      <c:pt idx="57" formatCode="#,#00%">
                        <c:v>1.7504228120446497E-2</c:v>
                      </c:pt>
                      <c:pt idx="58" formatCode="#,#00%">
                        <c:v>2.0164421137189414E-2</c:v>
                      </c:pt>
                      <c:pt idx="59" formatCode="#,#00%">
                        <c:v>9.1881550709675963E-3</c:v>
                      </c:pt>
                      <c:pt idx="60" formatCode="#,#00%">
                        <c:v>9.4482066237373541E-3</c:v>
                      </c:pt>
                      <c:pt idx="61" formatCode="#,#00%">
                        <c:v>1.2019468603980288E-2</c:v>
                      </c:pt>
                      <c:pt idx="62" formatCode="#,#00%">
                        <c:v>2.3432749131246933E-2</c:v>
                      </c:pt>
                      <c:pt idx="63" formatCode="#,#00%">
                        <c:v>3.3074974852582706E-2</c:v>
                      </c:pt>
                      <c:pt idx="64" formatCode="#,#00%">
                        <c:v>3.8898733737031677E-2</c:v>
                      </c:pt>
                      <c:pt idx="65" formatCode="#,#00%">
                        <c:v>4.4145381566378816E-2</c:v>
                      </c:pt>
                      <c:pt idx="66" formatCode="#,#00%">
                        <c:v>5.6343219426069124E-2</c:v>
                      </c:pt>
                      <c:pt idx="67" formatCode="#,#00%">
                        <c:v>7.1204741746319744E-2</c:v>
                      </c:pt>
                      <c:pt idx="68" formatCode="#,#00%">
                        <c:v>8.3099411168105597E-2</c:v>
                      </c:pt>
                      <c:pt idx="69" formatCode="#,#00%">
                        <c:v>7.9280103846594896E-2</c:v>
                      </c:pt>
                      <c:pt idx="70" formatCode="#,#00%">
                        <c:v>9.0237872369647754E-2</c:v>
                      </c:pt>
                      <c:pt idx="71" formatCode="#,#00%">
                        <c:v>8.9150156482385112E-2</c:v>
                      </c:pt>
                      <c:pt idx="72" formatCode="#,#00%">
                        <c:v>9.6406397034340063E-2</c:v>
                      </c:pt>
                      <c:pt idx="73" formatCode="#,#00%">
                        <c:v>0.10074624815572975</c:v>
                      </c:pt>
                      <c:pt idx="74" formatCode="#,#00%">
                        <c:v>0.10629976581073786</c:v>
                      </c:pt>
                      <c:pt idx="75" formatCode="#,#00%">
                        <c:v>0.11903590292887678</c:v>
                      </c:pt>
                      <c:pt idx="76" formatCode="#,#00%">
                        <c:v>0.13538614151986872</c:v>
                      </c:pt>
                      <c:pt idx="77" formatCode="#,#00%">
                        <c:v>0.14144625320207282</c:v>
                      </c:pt>
                      <c:pt idx="78" formatCode="#,#00%">
                        <c:v>0.14045722769096813</c:v>
                      </c:pt>
                      <c:pt idx="79" formatCode="#,#00%">
                        <c:v>0.14113583567067334</c:v>
                      </c:pt>
                      <c:pt idx="80" formatCode="#,#00%">
                        <c:v>0.14601279353076069</c:v>
                      </c:pt>
                      <c:pt idx="81" formatCode="#,#00%">
                        <c:v>0.14561651368069684</c:v>
                      </c:pt>
                      <c:pt idx="82" formatCode="#,#00%">
                        <c:v>0.14289139860310129</c:v>
                      </c:pt>
                      <c:pt idx="83" formatCode="#,#00%">
                        <c:v>0.14554555943649627</c:v>
                      </c:pt>
                      <c:pt idx="84" formatCode="#,#00%">
                        <c:v>0.14567665038154165</c:v>
                      </c:pt>
                      <c:pt idx="85" formatCode="#,#00%">
                        <c:v>0.14526883386513423</c:v>
                      </c:pt>
                      <c:pt idx="86" formatCode="#,#00%">
                        <c:v>0.14976871716357842</c:v>
                      </c:pt>
                      <c:pt idx="87" formatCode="#,#00%">
                        <c:v>0.14710835638260411</c:v>
                      </c:pt>
                      <c:pt idx="88" formatCode="#,#00%">
                        <c:v>0.14702499615493481</c:v>
                      </c:pt>
                      <c:pt idx="89" formatCode="#,#00%">
                        <c:v>0.14821082975075495</c:v>
                      </c:pt>
                      <c:pt idx="90" formatCode="#,#00%">
                        <c:v>0.14605588000090952</c:v>
                      </c:pt>
                      <c:pt idx="91" formatCode="#,#00%">
                        <c:v>0.14212683598940568</c:v>
                      </c:pt>
                      <c:pt idx="92" formatCode="#,#00%">
                        <c:v>0.13104135120411931</c:v>
                      </c:pt>
                      <c:pt idx="93" formatCode="#,#00%">
                        <c:v>0.12724802085088016</c:v>
                      </c:pt>
                      <c:pt idx="94" formatCode="#,#00%">
                        <c:v>0.12235212827072295</c:v>
                      </c:pt>
                      <c:pt idx="95" formatCode="#,#00%">
                        <c:v>0.11326469414713847</c:v>
                      </c:pt>
                      <c:pt idx="96" formatCode="#,#00%">
                        <c:v>0.11036129216931756</c:v>
                      </c:pt>
                      <c:pt idx="97" formatCode="#,#00%">
                        <c:v>0.10517451423732904</c:v>
                      </c:pt>
                      <c:pt idx="98" formatCode="#,#00%">
                        <c:v>0.11888180503572299</c:v>
                      </c:pt>
                      <c:pt idx="99" formatCode="#,#00%">
                        <c:v>0.11341768859351919</c:v>
                      </c:pt>
                      <c:pt idx="100" formatCode="#,#00%">
                        <c:v>0.10702191669882377</c:v>
                      </c:pt>
                      <c:pt idx="101" formatCode="#,#00%">
                        <c:v>9.1406817963148868E-2</c:v>
                      </c:pt>
                      <c:pt idx="102" formatCode="#,#00%">
                        <c:v>8.7964110275879248E-2</c:v>
                      </c:pt>
                      <c:pt idx="103" formatCode="#,#00%">
                        <c:v>8.0065839446495701E-2</c:v>
                      </c:pt>
                      <c:pt idx="104" formatCode="#,#00%">
                        <c:v>7.4806552874181476E-2</c:v>
                      </c:pt>
                      <c:pt idx="105" formatCode="#,#00%">
                        <c:v>7.7024685750171518E-2</c:v>
                      </c:pt>
                      <c:pt idx="106" formatCode="#,#00%">
                        <c:v>7.7367882116953002E-2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D-F5AE-40D5-9F16-3E15EAD7E209}"/>
                  </c:ext>
                </c:extLst>
              </c15:ser>
            </c15:filteredLineSeries>
            <c15:filteredLineSeries>
              <c15:ser>
                <c:idx val="9"/>
                <c:order val="9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Hoja1!$K$2</c15:sqref>
                        </c15:formulaRef>
                      </c:ext>
                    </c:extLst>
                    <c:strCache>
                      <c:ptCount val="1"/>
                      <c:pt idx="0">
                        <c:v>Total</c:v>
                      </c:pt>
                    </c:strCache>
                  </c:strRef>
                </c:tx>
                <c:spPr>
                  <a:ln w="28575" cap="rnd">
                    <a:solidFill>
                      <a:schemeClr val="accent4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Hoja1!$K$3:$K$109</c15:sqref>
                        </c15:formulaRef>
                      </c:ext>
                    </c:extLst>
                    <c:numCache>
                      <c:formatCode>_-* #.##0_-;\-* #.##0_-;_-* "-"??_-;_-@_-</c:formatCode>
                      <c:ptCount val="107"/>
                      <c:pt idx="12" formatCode="#,#00%">
                        <c:v>6.8042386481608652E-2</c:v>
                      </c:pt>
                      <c:pt idx="13" formatCode="#,#00%">
                        <c:v>6.5019382701503314E-2</c:v>
                      </c:pt>
                      <c:pt idx="14" formatCode="#,#00%">
                        <c:v>7.1767399843368995E-2</c:v>
                      </c:pt>
                      <c:pt idx="15" formatCode="#,#00%">
                        <c:v>7.4157342449384878E-2</c:v>
                      </c:pt>
                      <c:pt idx="16" formatCode="#,#00%">
                        <c:v>6.651015588056497E-2</c:v>
                      </c:pt>
                      <c:pt idx="17" formatCode="#,#00%">
                        <c:v>7.17215400901412E-2</c:v>
                      </c:pt>
                      <c:pt idx="18" formatCode="#,#00%">
                        <c:v>6.2160586544945939E-2</c:v>
                      </c:pt>
                      <c:pt idx="19" formatCode="#,#00%">
                        <c:v>5.996010902847515E-2</c:v>
                      </c:pt>
                      <c:pt idx="20" formatCode="#,#00%">
                        <c:v>6.4166244491533186E-2</c:v>
                      </c:pt>
                      <c:pt idx="21" formatCode="#,#00%">
                        <c:v>6.262879410672495E-2</c:v>
                      </c:pt>
                      <c:pt idx="22" formatCode="#,#00%">
                        <c:v>5.8059628708615252E-2</c:v>
                      </c:pt>
                      <c:pt idx="23" formatCode="#,#00%">
                        <c:v>6.2139901060347169E-2</c:v>
                      </c:pt>
                      <c:pt idx="24" formatCode="#,#00%">
                        <c:v>6.177649146975206E-2</c:v>
                      </c:pt>
                      <c:pt idx="25" formatCode="#,#00%">
                        <c:v>5.9242005808052278E-2</c:v>
                      </c:pt>
                      <c:pt idx="26" formatCode="#,#00%">
                        <c:v>6.0312279898993015E-2</c:v>
                      </c:pt>
                      <c:pt idx="27" formatCode="#,#00%">
                        <c:v>5.6602466868365564E-2</c:v>
                      </c:pt>
                      <c:pt idx="28" formatCode="#,#00%">
                        <c:v>5.583702063465501E-2</c:v>
                      </c:pt>
                      <c:pt idx="29" formatCode="#,#00%">
                        <c:v>5.0638239690344866E-2</c:v>
                      </c:pt>
                      <c:pt idx="30" formatCode="#,#00%">
                        <c:v>4.8862698655445902E-2</c:v>
                      </c:pt>
                      <c:pt idx="31" formatCode="#,#00%">
                        <c:v>4.8433811920248093E-2</c:v>
                      </c:pt>
                      <c:pt idx="32" formatCode="#,#00%">
                        <c:v>4.5411163019873246E-2</c:v>
                      </c:pt>
                      <c:pt idx="33" formatCode="#,#00%">
                        <c:v>5.3495850964080605E-2</c:v>
                      </c:pt>
                      <c:pt idx="34" formatCode="#,#00%">
                        <c:v>5.950101177299949E-2</c:v>
                      </c:pt>
                      <c:pt idx="35" formatCode="#,#00%">
                        <c:v>6.1128112357687003E-2</c:v>
                      </c:pt>
                      <c:pt idx="36" formatCode="#,#00%">
                        <c:v>5.866470786066369E-2</c:v>
                      </c:pt>
                      <c:pt idx="37" formatCode="#,#00%">
                        <c:v>6.2245283743058266E-2</c:v>
                      </c:pt>
                      <c:pt idx="38" formatCode="#,#00%">
                        <c:v>6.482322740757307E-2</c:v>
                      </c:pt>
                      <c:pt idx="39" formatCode="#,#00%">
                        <c:v>6.8185114307202754E-2</c:v>
                      </c:pt>
                      <c:pt idx="40" formatCode="#,#00%">
                        <c:v>7.1311577693324413E-2</c:v>
                      </c:pt>
                      <c:pt idx="41" formatCode="#,#00%">
                        <c:v>7.0154535765825976E-2</c:v>
                      </c:pt>
                      <c:pt idx="42" formatCode="#,#00%">
                        <c:v>7.7019183577254013E-2</c:v>
                      </c:pt>
                      <c:pt idx="43" formatCode="#,#00%">
                        <c:v>8.3343223015511336E-2</c:v>
                      </c:pt>
                      <c:pt idx="44" formatCode="#,#00%">
                        <c:v>9.0219908242541891E-2</c:v>
                      </c:pt>
                      <c:pt idx="45" formatCode="#,#00%">
                        <c:v>8.3402282598171285E-2</c:v>
                      </c:pt>
                      <c:pt idx="46" formatCode="#,#00%">
                        <c:v>8.5252076214785255E-2</c:v>
                      </c:pt>
                      <c:pt idx="47" formatCode="#,#00%">
                        <c:v>7.6561805587753051E-2</c:v>
                      </c:pt>
                      <c:pt idx="48" formatCode="#,#00%">
                        <c:v>8.5159325581720013E-2</c:v>
                      </c:pt>
                      <c:pt idx="49" formatCode="#,#00%">
                        <c:v>8.904988972809913E-2</c:v>
                      </c:pt>
                      <c:pt idx="50" formatCode="#,#00%">
                        <c:v>0.1173265299569517</c:v>
                      </c:pt>
                      <c:pt idx="51" formatCode="#,#00%">
                        <c:v>0.11547461376429502</c:v>
                      </c:pt>
                      <c:pt idx="52" formatCode="#,#00%">
                        <c:v>0.10464376858080704</c:v>
                      </c:pt>
                      <c:pt idx="53" formatCode="#,#00%">
                        <c:v>9.9675509655179129E-2</c:v>
                      </c:pt>
                      <c:pt idx="54" formatCode="#,#00%">
                        <c:v>8.6501362171942153E-2</c:v>
                      </c:pt>
                      <c:pt idx="55" formatCode="#,#00%">
                        <c:v>7.281064075295296E-2</c:v>
                      </c:pt>
                      <c:pt idx="56" formatCode="#,#00%">
                        <c:v>6.0718103718595096E-2</c:v>
                      </c:pt>
                      <c:pt idx="57" formatCode="#,#00%">
                        <c:v>5.5646265065605549E-2</c:v>
                      </c:pt>
                      <c:pt idx="58" formatCode="#,#00%">
                        <c:v>4.1669051320245787E-2</c:v>
                      </c:pt>
                      <c:pt idx="59" formatCode="#,#00%">
                        <c:v>3.9068089242390691E-2</c:v>
                      </c:pt>
                      <c:pt idx="60" formatCode="#,#00%">
                        <c:v>3.5926029373273938E-2</c:v>
                      </c:pt>
                      <c:pt idx="61" formatCode="#,#00%">
                        <c:v>2.987817701248674E-2</c:v>
                      </c:pt>
                      <c:pt idx="62" formatCode="#,#00%">
                        <c:v>-9.9972115559765484E-4</c:v>
                      </c:pt>
                      <c:pt idx="63" formatCode="#,#00%">
                        <c:v>2.0685460536040701E-4</c:v>
                      </c:pt>
                      <c:pt idx="64" formatCode="#,#00%">
                        <c:v>8.3582230919512224E-3</c:v>
                      </c:pt>
                      <c:pt idx="65" formatCode="#,#00%">
                        <c:v>1.7078404649433665E-2</c:v>
                      </c:pt>
                      <c:pt idx="66" formatCode="#,#00%">
                        <c:v>3.24938067136058E-2</c:v>
                      </c:pt>
                      <c:pt idx="67" formatCode="#,#00%">
                        <c:v>4.8010178796245473E-2</c:v>
                      </c:pt>
                      <c:pt idx="68" formatCode="#,#00%">
                        <c:v>5.9595449397402911E-2</c:v>
                      </c:pt>
                      <c:pt idx="69" formatCode="#,#00%">
                        <c:v>6.9663042514861218E-2</c:v>
                      </c:pt>
                      <c:pt idx="70" formatCode="#,#00%">
                        <c:v>8.8339624061906985E-2</c:v>
                      </c:pt>
                      <c:pt idx="71" formatCode="#,#00%">
                        <c:v>0.10325626508541119</c:v>
                      </c:pt>
                      <c:pt idx="72" formatCode="#,#00%">
                        <c:v>0.10913238821408222</c:v>
                      </c:pt>
                      <c:pt idx="73" formatCode="#,#00%">
                        <c:v>0.12022370772610125</c:v>
                      </c:pt>
                      <c:pt idx="74" formatCode="#,#00%">
                        <c:v>0.13013738021847621</c:v>
                      </c:pt>
                      <c:pt idx="75" formatCode="#,#00%">
                        <c:v>0.14177096665199351</c:v>
                      </c:pt>
                      <c:pt idx="76" formatCode="#,#00%">
                        <c:v>0.15069542510825507</c:v>
                      </c:pt>
                      <c:pt idx="77" formatCode="#,#00%">
                        <c:v>0.16301426799807439</c:v>
                      </c:pt>
                      <c:pt idx="78" formatCode="#,#00%">
                        <c:v>0.16693372610613011</c:v>
                      </c:pt>
                      <c:pt idx="79" formatCode="#,#00%">
                        <c:v>0.17000172069001596</c:v>
                      </c:pt>
                      <c:pt idx="80" formatCode="#,#00%">
                        <c:v>0.17310648004760543</c:v>
                      </c:pt>
                      <c:pt idx="81" formatCode="#,#00%">
                        <c:v>0.17666124415278439</c:v>
                      </c:pt>
                      <c:pt idx="82" formatCode="#,#00%">
                        <c:v>0.1682200136955827</c:v>
                      </c:pt>
                      <c:pt idx="83" formatCode="#,#00%">
                        <c:v>0.16862242314491738</c:v>
                      </c:pt>
                      <c:pt idx="84" formatCode="#,#00%">
                        <c:v>0.16190215951587605</c:v>
                      </c:pt>
                      <c:pt idx="85" formatCode="#,#00%">
                        <c:v>0.14982177157141896</c:v>
                      </c:pt>
                      <c:pt idx="86" formatCode="#,#00%">
                        <c:v>0.13494576951478798</c:v>
                      </c:pt>
                      <c:pt idx="87" formatCode="#,#00%">
                        <c:v>0.122810546851295</c:v>
                      </c:pt>
                      <c:pt idx="88" formatCode="#,#00%">
                        <c:v>0.10750677482932858</c:v>
                      </c:pt>
                      <c:pt idx="89" formatCode="#,#00%">
                        <c:v>9.0783706716647927E-2</c:v>
                      </c:pt>
                      <c:pt idx="90" formatCode="#,#00%">
                        <c:v>7.4452876556492464E-2</c:v>
                      </c:pt>
                      <c:pt idx="91" formatCode="#,#00%">
                        <c:v>6.5001486548404985E-2</c:v>
                      </c:pt>
                      <c:pt idx="92" formatCode="#,#00%">
                        <c:v>5.46260580311142E-2</c:v>
                      </c:pt>
                      <c:pt idx="93" formatCode="#,#00%">
                        <c:v>4.2345645613787175E-2</c:v>
                      </c:pt>
                      <c:pt idx="94" formatCode="#,#00%">
                        <c:v>3.2470890851189704E-2</c:v>
                      </c:pt>
                      <c:pt idx="95" formatCode="#,#00%">
                        <c:v>1.8892423732309815E-2</c:v>
                      </c:pt>
                      <c:pt idx="96" formatCode="#,#00%">
                        <c:v>1.9413320528189004E-2</c:v>
                      </c:pt>
                      <c:pt idx="97" formatCode="#,#00%">
                        <c:v>1.4934293036716006E-2</c:v>
                      </c:pt>
                      <c:pt idx="98" formatCode="#,#00%">
                        <c:v>1.5957705339915362E-2</c:v>
                      </c:pt>
                      <c:pt idx="99" formatCode="#,#00%">
                        <c:v>9.3909437180046407E-3</c:v>
                      </c:pt>
                      <c:pt idx="100" formatCode="#,#00%">
                        <c:v>1.0280367187375239E-2</c:v>
                      </c:pt>
                      <c:pt idx="101" formatCode="#,#00%">
                        <c:v>1.4629945587362414E-2</c:v>
                      </c:pt>
                      <c:pt idx="102" formatCode="#,#00%">
                        <c:v>1.7104528418262266E-2</c:v>
                      </c:pt>
                      <c:pt idx="103" formatCode="#,#00%">
                        <c:v>1.4085349479212805E-2</c:v>
                      </c:pt>
                      <c:pt idx="104" formatCode="#,#00%">
                        <c:v>1.2158139526973866E-2</c:v>
                      </c:pt>
                      <c:pt idx="105" formatCode="#,#00%">
                        <c:v>1.6340268928830115E-2</c:v>
                      </c:pt>
                      <c:pt idx="106" formatCode="#,#00%">
                        <c:v>2.5958038151355334E-2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E-F5AE-40D5-9F16-3E15EAD7E209}"/>
                  </c:ext>
                </c:extLst>
              </c15:ser>
            </c15:filteredLineSeries>
            <c15:filteredLineSeries>
              <c15:ser>
                <c:idx val="10"/>
                <c:order val="10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Hoja1!$L$2</c15:sqref>
                        </c15:formulaRef>
                      </c:ext>
                    </c:extLst>
                    <c:strCache>
                      <c:ptCount val="1"/>
                      <c:pt idx="0">
                        <c:v>Inflación</c:v>
                      </c:pt>
                    </c:strCache>
                  </c:strRef>
                </c:tx>
                <c:spPr>
                  <a:ln w="28575" cap="rnd">
                    <a:solidFill>
                      <a:schemeClr val="accent5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Hoja1!$L$3:$L$109</c15:sqref>
                        </c15:formulaRef>
                      </c:ext>
                    </c:extLst>
                    <c:numCache>
                      <c:formatCode>#,#00%</c:formatCode>
                      <c:ptCount val="107"/>
                      <c:pt idx="0">
                        <c:v>7.4578313253012007E-2</c:v>
                      </c:pt>
                      <c:pt idx="1">
                        <c:v>7.5869461648404135E-2</c:v>
                      </c:pt>
                      <c:pt idx="2">
                        <c:v>7.9692125518058043E-2</c:v>
                      </c:pt>
                      <c:pt idx="3">
                        <c:v>7.9269729093050412E-2</c:v>
                      </c:pt>
                      <c:pt idx="4">
                        <c:v>8.2001879699248104E-2</c:v>
                      </c:pt>
                      <c:pt idx="5">
                        <c:v>8.6022767280835799E-2</c:v>
                      </c:pt>
                      <c:pt idx="6">
                        <c:v>8.960993323181432E-2</c:v>
                      </c:pt>
                      <c:pt idx="7">
                        <c:v>8.1021217066915341E-2</c:v>
                      </c:pt>
                      <c:pt idx="8">
                        <c:v>7.2809352934367411E-2</c:v>
                      </c:pt>
                      <c:pt idx="9">
                        <c:v>6.4842492527017681E-2</c:v>
                      </c:pt>
                      <c:pt idx="10">
                        <c:v>5.9650325677065519E-2</c:v>
                      </c:pt>
                      <c:pt idx="11">
                        <c:v>5.7467348097671733E-2</c:v>
                      </c:pt>
                      <c:pt idx="12">
                        <c:v>5.4714654109204952E-2</c:v>
                      </c:pt>
                      <c:pt idx="13">
                        <c:v>5.1810029890401843E-2</c:v>
                      </c:pt>
                      <c:pt idx="14">
                        <c:v>4.6940118447027723E-2</c:v>
                      </c:pt>
                      <c:pt idx="15">
                        <c:v>4.6709592928080301E-2</c:v>
                      </c:pt>
                      <c:pt idx="16">
                        <c:v>4.3648208469055483E-2</c:v>
                      </c:pt>
                      <c:pt idx="17">
                        <c:v>3.9874648800518608E-2</c:v>
                      </c:pt>
                      <c:pt idx="18">
                        <c:v>3.3971188991614776E-2</c:v>
                      </c:pt>
                      <c:pt idx="19">
                        <c:v>3.871454761134463E-2</c:v>
                      </c:pt>
                      <c:pt idx="20">
                        <c:v>3.9706517047906731E-2</c:v>
                      </c:pt>
                      <c:pt idx="21">
                        <c:v>4.0488015547397893E-2</c:v>
                      </c:pt>
                      <c:pt idx="22">
                        <c:v>4.1194866817642506E-2</c:v>
                      </c:pt>
                      <c:pt idx="23">
                        <c:v>4.0919342712920193E-2</c:v>
                      </c:pt>
                      <c:pt idx="24">
                        <c:v>3.6781120442223925E-2</c:v>
                      </c:pt>
                      <c:pt idx="25">
                        <c:v>3.3785917271865973E-2</c:v>
                      </c:pt>
                      <c:pt idx="26">
                        <c:v>3.1322019694112857E-2</c:v>
                      </c:pt>
                      <c:pt idx="27">
                        <c:v>3.1279324366593642E-2</c:v>
                      </c:pt>
                      <c:pt idx="28">
                        <c:v>3.162713275072826E-2</c:v>
                      </c:pt>
                      <c:pt idx="29">
                        <c:v>3.2006650732619768E-2</c:v>
                      </c:pt>
                      <c:pt idx="30">
                        <c:v>3.1191515907673217E-2</c:v>
                      </c:pt>
                      <c:pt idx="31">
                        <c:v>3.0938538205980137E-2</c:v>
                      </c:pt>
                      <c:pt idx="32">
                        <c:v>3.2274802822747972E-2</c:v>
                      </c:pt>
                      <c:pt idx="33">
                        <c:v>3.3412887828162319E-2</c:v>
                      </c:pt>
                      <c:pt idx="34">
                        <c:v>3.2625582599689285E-2</c:v>
                      </c:pt>
                      <c:pt idx="35">
                        <c:v>3.1778786628146927E-2</c:v>
                      </c:pt>
                      <c:pt idx="36">
                        <c:v>3.1477494104378057E-2</c:v>
                      </c:pt>
                      <c:pt idx="37">
                        <c:v>3.0136428425982631E-2</c:v>
                      </c:pt>
                      <c:pt idx="38">
                        <c:v>3.2199085830370677E-2</c:v>
                      </c:pt>
                      <c:pt idx="39">
                        <c:v>3.2453745829542191E-2</c:v>
                      </c:pt>
                      <c:pt idx="40">
                        <c:v>3.3077853973376481E-2</c:v>
                      </c:pt>
                      <c:pt idx="41">
                        <c:v>3.4236229986909672E-2</c:v>
                      </c:pt>
                      <c:pt idx="42">
                        <c:v>3.7910869126839941E-2</c:v>
                      </c:pt>
                      <c:pt idx="43">
                        <c:v>3.7562940584088711E-2</c:v>
                      </c:pt>
                      <c:pt idx="44">
                        <c:v>3.8101940283502556E-2</c:v>
                      </c:pt>
                      <c:pt idx="45">
                        <c:v>3.8558088161462001E-2</c:v>
                      </c:pt>
                      <c:pt idx="46">
                        <c:v>3.8515546639919851E-2</c:v>
                      </c:pt>
                      <c:pt idx="47">
                        <c:v>3.8000000000000034E-2</c:v>
                      </c:pt>
                      <c:pt idx="48">
                        <c:v>3.6182902584493082E-2</c:v>
                      </c:pt>
                      <c:pt idx="49">
                        <c:v>3.7161494366475534E-2</c:v>
                      </c:pt>
                      <c:pt idx="50">
                        <c:v>3.8476677819326843E-2</c:v>
                      </c:pt>
                      <c:pt idx="51">
                        <c:v>3.5056795926361017E-2</c:v>
                      </c:pt>
                      <c:pt idx="52">
                        <c:v>2.8504490433424401E-2</c:v>
                      </c:pt>
                      <c:pt idx="53">
                        <c:v>2.2003699737124016E-2</c:v>
                      </c:pt>
                      <c:pt idx="54">
                        <c:v>1.9720225374004308E-2</c:v>
                      </c:pt>
                      <c:pt idx="55">
                        <c:v>1.8732408036494119E-2</c:v>
                      </c:pt>
                      <c:pt idx="56">
                        <c:v>1.96591129188457E-2</c:v>
                      </c:pt>
                      <c:pt idx="57">
                        <c:v>1.740307454316925E-2</c:v>
                      </c:pt>
                      <c:pt idx="58">
                        <c:v>1.4873478848754118E-2</c:v>
                      </c:pt>
                      <c:pt idx="59">
                        <c:v>1.6184971098265999E-2</c:v>
                      </c:pt>
                      <c:pt idx="60">
                        <c:v>1.602072141212596E-2</c:v>
                      </c:pt>
                      <c:pt idx="61">
                        <c:v>1.5627977892128886E-2</c:v>
                      </c:pt>
                      <c:pt idx="62">
                        <c:v>1.5066805647683257E-2</c:v>
                      </c:pt>
                      <c:pt idx="63">
                        <c:v>1.948912015137183E-2</c:v>
                      </c:pt>
                      <c:pt idx="64">
                        <c:v>3.302961275626437E-2</c:v>
                      </c:pt>
                      <c:pt idx="65">
                        <c:v>3.6296084595598854E-2</c:v>
                      </c:pt>
                      <c:pt idx="66">
                        <c:v>3.9725635895970335E-2</c:v>
                      </c:pt>
                      <c:pt idx="67">
                        <c:v>4.4397865853658569E-2</c:v>
                      </c:pt>
                      <c:pt idx="68">
                        <c:v>4.511349605850512E-2</c:v>
                      </c:pt>
                      <c:pt idx="69">
                        <c:v>4.5899458329373699E-2</c:v>
                      </c:pt>
                      <c:pt idx="70">
                        <c:v>5.253140464408057E-2</c:v>
                      </c:pt>
                      <c:pt idx="71">
                        <c:v>5.6219188471748227E-2</c:v>
                      </c:pt>
                      <c:pt idx="72">
                        <c:v>6.9398545935228206E-2</c:v>
                      </c:pt>
                      <c:pt idx="73">
                        <c:v>8.0033777444173504E-2</c:v>
                      </c:pt>
                      <c:pt idx="74">
                        <c:v>8.53248693054518E-2</c:v>
                      </c:pt>
                      <c:pt idx="75">
                        <c:v>9.2334818114327977E-2</c:v>
                      </c:pt>
                      <c:pt idx="76">
                        <c:v>9.0591694230062414E-2</c:v>
                      </c:pt>
                      <c:pt idx="77">
                        <c:v>9.6800882515168274E-2</c:v>
                      </c:pt>
                      <c:pt idx="78">
                        <c:v>0.1019791094007696</c:v>
                      </c:pt>
                      <c:pt idx="79">
                        <c:v>0.10837438423645307</c:v>
                      </c:pt>
                      <c:pt idx="80">
                        <c:v>0.11441294074881858</c:v>
                      </c:pt>
                      <c:pt idx="81">
                        <c:v>0.12220606941668177</c:v>
                      </c:pt>
                      <c:pt idx="82">
                        <c:v>0.12531645569620253</c:v>
                      </c:pt>
                      <c:pt idx="83">
                        <c:v>0.13122699937169013</c:v>
                      </c:pt>
                      <c:pt idx="84">
                        <c:v>0.13252692918947551</c:v>
                      </c:pt>
                      <c:pt idx="85">
                        <c:v>0.1328294674659023</c:v>
                      </c:pt>
                      <c:pt idx="86">
                        <c:v>0.13340787889213845</c:v>
                      </c:pt>
                      <c:pt idx="87">
                        <c:v>0.12819641491801903</c:v>
                      </c:pt>
                      <c:pt idx="88">
                        <c:v>0.12367312552653753</c:v>
                      </c:pt>
                      <c:pt idx="89">
                        <c:v>0.1212806973430558</c:v>
                      </c:pt>
                      <c:pt idx="90">
                        <c:v>0.11790138854244603</c:v>
                      </c:pt>
                      <c:pt idx="91">
                        <c:v>0.11432098765432097</c:v>
                      </c:pt>
                      <c:pt idx="92">
                        <c:v>0.10992416211367551</c:v>
                      </c:pt>
                      <c:pt idx="93">
                        <c:v>0.10476884462796532</c:v>
                      </c:pt>
                      <c:pt idx="94">
                        <c:v>0.10147838663024267</c:v>
                      </c:pt>
                      <c:pt idx="95">
                        <c:v>9.2755693088947044E-2</c:v>
                      </c:pt>
                      <c:pt idx="96">
                        <c:v>8.3495751149917918E-2</c:v>
                      </c:pt>
                      <c:pt idx="97">
                        <c:v>7.7377300613497013E-2</c:v>
                      </c:pt>
                      <c:pt idx="98">
                        <c:v>7.3689003566820732E-2</c:v>
                      </c:pt>
                      <c:pt idx="99">
                        <c:v>7.1686746987951633E-2</c:v>
                      </c:pt>
                      <c:pt idx="100">
                        <c:v>7.1524966261808265E-2</c:v>
                      </c:pt>
                      <c:pt idx="101">
                        <c:v>7.1759605322170739E-2</c:v>
                      </c:pt>
                      <c:pt idx="102">
                        <c:v>6.857567869096326E-2</c:v>
                      </c:pt>
                      <c:pt idx="103">
                        <c:v>6.1156658541989817E-2</c:v>
                      </c:pt>
                      <c:pt idx="104">
                        <c:v>5.8114760120490772E-2</c:v>
                      </c:pt>
                      <c:pt idx="105">
                        <c:v>5.4085745694393728E-2</c:v>
                      </c:pt>
                      <c:pt idx="106">
                        <c:v>5.2009628711065625E-2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F-F5AE-40D5-9F16-3E15EAD7E209}"/>
                  </c:ext>
                </c:extLst>
              </c15:ser>
            </c15:filteredLineSeries>
            <c15:filteredLineSeries>
              <c15:ser>
                <c:idx val="15"/>
                <c:order val="15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Hoja1!$Q$2</c15:sqref>
                        </c15:formulaRef>
                      </c:ext>
                    </c:extLst>
                    <c:strCache>
                      <c:ptCount val="1"/>
                      <c:pt idx="0">
                        <c:v>Total</c:v>
                      </c:pt>
                    </c:strCache>
                  </c:strRef>
                </c:tx>
                <c:spPr>
                  <a:ln w="28575" cap="rnd">
                    <a:solidFill>
                      <a:sysClr val="window" lastClr="FFFFFF">
                        <a:lumMod val="50000"/>
                      </a:sysClr>
                    </a:solidFill>
                    <a:prstDash val="sysDash"/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Hoja1!$A$3:$A$113</c15:sqref>
                        </c15:formulaRef>
                      </c:ext>
                    </c:extLst>
                    <c:numCache>
                      <c:formatCode>mmm\-yy</c:formatCode>
                      <c:ptCount val="111"/>
                      <c:pt idx="0">
                        <c:v>42370</c:v>
                      </c:pt>
                      <c:pt idx="1">
                        <c:v>42401</c:v>
                      </c:pt>
                      <c:pt idx="2">
                        <c:v>42430</c:v>
                      </c:pt>
                      <c:pt idx="3">
                        <c:v>42461</c:v>
                      </c:pt>
                      <c:pt idx="4">
                        <c:v>42491</c:v>
                      </c:pt>
                      <c:pt idx="5">
                        <c:v>42522</c:v>
                      </c:pt>
                      <c:pt idx="6">
                        <c:v>42552</c:v>
                      </c:pt>
                      <c:pt idx="7">
                        <c:v>42583</c:v>
                      </c:pt>
                      <c:pt idx="8">
                        <c:v>42614</c:v>
                      </c:pt>
                      <c:pt idx="9">
                        <c:v>42644</c:v>
                      </c:pt>
                      <c:pt idx="10">
                        <c:v>42675</c:v>
                      </c:pt>
                      <c:pt idx="11">
                        <c:v>42705</c:v>
                      </c:pt>
                      <c:pt idx="12">
                        <c:v>42736</c:v>
                      </c:pt>
                      <c:pt idx="13">
                        <c:v>42767</c:v>
                      </c:pt>
                      <c:pt idx="14">
                        <c:v>42795</c:v>
                      </c:pt>
                      <c:pt idx="15">
                        <c:v>42826</c:v>
                      </c:pt>
                      <c:pt idx="16">
                        <c:v>42856</c:v>
                      </c:pt>
                      <c:pt idx="17">
                        <c:v>42887</c:v>
                      </c:pt>
                      <c:pt idx="18">
                        <c:v>42917</c:v>
                      </c:pt>
                      <c:pt idx="19">
                        <c:v>42948</c:v>
                      </c:pt>
                      <c:pt idx="20">
                        <c:v>42979</c:v>
                      </c:pt>
                      <c:pt idx="21">
                        <c:v>43009</c:v>
                      </c:pt>
                      <c:pt idx="22">
                        <c:v>43040</c:v>
                      </c:pt>
                      <c:pt idx="23">
                        <c:v>43070</c:v>
                      </c:pt>
                      <c:pt idx="24">
                        <c:v>43101</c:v>
                      </c:pt>
                      <c:pt idx="25">
                        <c:v>43132</c:v>
                      </c:pt>
                      <c:pt idx="26">
                        <c:v>43160</c:v>
                      </c:pt>
                      <c:pt idx="27">
                        <c:v>43191</c:v>
                      </c:pt>
                      <c:pt idx="28">
                        <c:v>43221</c:v>
                      </c:pt>
                      <c:pt idx="29">
                        <c:v>43252</c:v>
                      </c:pt>
                      <c:pt idx="30">
                        <c:v>43282</c:v>
                      </c:pt>
                      <c:pt idx="31">
                        <c:v>43313</c:v>
                      </c:pt>
                      <c:pt idx="32">
                        <c:v>43344</c:v>
                      </c:pt>
                      <c:pt idx="33">
                        <c:v>43374</c:v>
                      </c:pt>
                      <c:pt idx="34">
                        <c:v>43405</c:v>
                      </c:pt>
                      <c:pt idx="35">
                        <c:v>43435</c:v>
                      </c:pt>
                      <c:pt idx="36">
                        <c:v>43466</c:v>
                      </c:pt>
                      <c:pt idx="37">
                        <c:v>43497</c:v>
                      </c:pt>
                      <c:pt idx="38">
                        <c:v>43525</c:v>
                      </c:pt>
                      <c:pt idx="39">
                        <c:v>43556</c:v>
                      </c:pt>
                      <c:pt idx="40">
                        <c:v>43586</c:v>
                      </c:pt>
                      <c:pt idx="41">
                        <c:v>43617</c:v>
                      </c:pt>
                      <c:pt idx="42">
                        <c:v>43647</c:v>
                      </c:pt>
                      <c:pt idx="43">
                        <c:v>43678</c:v>
                      </c:pt>
                      <c:pt idx="44">
                        <c:v>43709</c:v>
                      </c:pt>
                      <c:pt idx="45">
                        <c:v>43739</c:v>
                      </c:pt>
                      <c:pt idx="46">
                        <c:v>43770</c:v>
                      </c:pt>
                      <c:pt idx="47">
                        <c:v>43800</c:v>
                      </c:pt>
                      <c:pt idx="48">
                        <c:v>43831</c:v>
                      </c:pt>
                      <c:pt idx="49">
                        <c:v>43862</c:v>
                      </c:pt>
                      <c:pt idx="50">
                        <c:v>43891</c:v>
                      </c:pt>
                      <c:pt idx="51">
                        <c:v>43922</c:v>
                      </c:pt>
                      <c:pt idx="52">
                        <c:v>43952</c:v>
                      </c:pt>
                      <c:pt idx="53">
                        <c:v>43983</c:v>
                      </c:pt>
                      <c:pt idx="54">
                        <c:v>44013</c:v>
                      </c:pt>
                      <c:pt idx="55">
                        <c:v>44044</c:v>
                      </c:pt>
                      <c:pt idx="56">
                        <c:v>44075</c:v>
                      </c:pt>
                      <c:pt idx="57">
                        <c:v>44105</c:v>
                      </c:pt>
                      <c:pt idx="58">
                        <c:v>44136</c:v>
                      </c:pt>
                      <c:pt idx="59">
                        <c:v>44166</c:v>
                      </c:pt>
                      <c:pt idx="60">
                        <c:v>44197</c:v>
                      </c:pt>
                      <c:pt idx="61">
                        <c:v>44228</c:v>
                      </c:pt>
                      <c:pt idx="62">
                        <c:v>44256</c:v>
                      </c:pt>
                      <c:pt idx="63">
                        <c:v>44287</c:v>
                      </c:pt>
                      <c:pt idx="64">
                        <c:v>44317</c:v>
                      </c:pt>
                      <c:pt idx="65">
                        <c:v>44348</c:v>
                      </c:pt>
                      <c:pt idx="66">
                        <c:v>44378</c:v>
                      </c:pt>
                      <c:pt idx="67">
                        <c:v>44409</c:v>
                      </c:pt>
                      <c:pt idx="68">
                        <c:v>44440</c:v>
                      </c:pt>
                      <c:pt idx="69">
                        <c:v>44470</c:v>
                      </c:pt>
                      <c:pt idx="70">
                        <c:v>44501</c:v>
                      </c:pt>
                      <c:pt idx="71">
                        <c:v>44531</c:v>
                      </c:pt>
                      <c:pt idx="72">
                        <c:v>44562</c:v>
                      </c:pt>
                      <c:pt idx="73">
                        <c:v>44593</c:v>
                      </c:pt>
                      <c:pt idx="74">
                        <c:v>44621</c:v>
                      </c:pt>
                      <c:pt idx="75">
                        <c:v>44652</c:v>
                      </c:pt>
                      <c:pt idx="76">
                        <c:v>44682</c:v>
                      </c:pt>
                      <c:pt idx="77">
                        <c:v>44713</c:v>
                      </c:pt>
                      <c:pt idx="78">
                        <c:v>44743</c:v>
                      </c:pt>
                      <c:pt idx="79">
                        <c:v>44774</c:v>
                      </c:pt>
                      <c:pt idx="80">
                        <c:v>44805</c:v>
                      </c:pt>
                      <c:pt idx="81">
                        <c:v>44835</c:v>
                      </c:pt>
                      <c:pt idx="82">
                        <c:v>44866</c:v>
                      </c:pt>
                      <c:pt idx="83">
                        <c:v>44896</c:v>
                      </c:pt>
                      <c:pt idx="84">
                        <c:v>44927</c:v>
                      </c:pt>
                      <c:pt idx="85">
                        <c:v>44958</c:v>
                      </c:pt>
                      <c:pt idx="86">
                        <c:v>44986</c:v>
                      </c:pt>
                      <c:pt idx="87">
                        <c:v>45017</c:v>
                      </c:pt>
                      <c:pt idx="88">
                        <c:v>45047</c:v>
                      </c:pt>
                      <c:pt idx="89">
                        <c:v>45078</c:v>
                      </c:pt>
                      <c:pt idx="90">
                        <c:v>45108</c:v>
                      </c:pt>
                      <c:pt idx="91">
                        <c:v>45139</c:v>
                      </c:pt>
                      <c:pt idx="92">
                        <c:v>45170</c:v>
                      </c:pt>
                      <c:pt idx="93">
                        <c:v>45200</c:v>
                      </c:pt>
                      <c:pt idx="94">
                        <c:v>45231</c:v>
                      </c:pt>
                      <c:pt idx="95">
                        <c:v>45261</c:v>
                      </c:pt>
                      <c:pt idx="96">
                        <c:v>45292</c:v>
                      </c:pt>
                      <c:pt idx="97">
                        <c:v>45323</c:v>
                      </c:pt>
                      <c:pt idx="98">
                        <c:v>45352</c:v>
                      </c:pt>
                      <c:pt idx="99">
                        <c:v>45383</c:v>
                      </c:pt>
                      <c:pt idx="100">
                        <c:v>45413</c:v>
                      </c:pt>
                      <c:pt idx="101">
                        <c:v>45444</c:v>
                      </c:pt>
                      <c:pt idx="102">
                        <c:v>45474</c:v>
                      </c:pt>
                      <c:pt idx="103">
                        <c:v>45505</c:v>
                      </c:pt>
                      <c:pt idx="104">
                        <c:v>45536</c:v>
                      </c:pt>
                      <c:pt idx="105">
                        <c:v>45566</c:v>
                      </c:pt>
                      <c:pt idx="106">
                        <c:v>45597</c:v>
                      </c:pt>
                      <c:pt idx="107">
                        <c:v>45627</c:v>
                      </c:pt>
                      <c:pt idx="108">
                        <c:v>45658</c:v>
                      </c:pt>
                      <c:pt idx="109">
                        <c:v>45689</c:v>
                      </c:pt>
                      <c:pt idx="110">
                        <c:v>45717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Hoja1!$Q$3:$Q$109</c15:sqref>
                        </c15:formulaRef>
                      </c:ext>
                    </c:extLst>
                    <c:numCache>
                      <c:formatCode>General</c:formatCode>
                      <c:ptCount val="107"/>
                      <c:pt idx="12" formatCode="#,#00%">
                        <c:v>1.33277323724037E-2</c:v>
                      </c:pt>
                      <c:pt idx="13" formatCode="#,#00%">
                        <c:v>1.3209352811101471E-2</c:v>
                      </c:pt>
                      <c:pt idx="14" formatCode="#,#00%">
                        <c:v>2.4827281396341272E-2</c:v>
                      </c:pt>
                      <c:pt idx="15" formatCode="#,#00%">
                        <c:v>2.7447749521304576E-2</c:v>
                      </c:pt>
                      <c:pt idx="16" formatCode="#,#00%">
                        <c:v>2.2861947411509487E-2</c:v>
                      </c:pt>
                      <c:pt idx="17" formatCode="#,#00%">
                        <c:v>3.1846891289622592E-2</c:v>
                      </c:pt>
                      <c:pt idx="18" formatCode="#,#00%">
                        <c:v>2.8189397553331164E-2</c:v>
                      </c:pt>
                      <c:pt idx="19" formatCode="#,#00%">
                        <c:v>2.1245561417130521E-2</c:v>
                      </c:pt>
                      <c:pt idx="20" formatCode="#,#00%">
                        <c:v>2.4459727443626456E-2</c:v>
                      </c:pt>
                      <c:pt idx="21" formatCode="#,#00%">
                        <c:v>2.2140778559327057E-2</c:v>
                      </c:pt>
                      <c:pt idx="22" formatCode="#,#00%">
                        <c:v>1.6864761890972746E-2</c:v>
                      </c:pt>
                      <c:pt idx="23" formatCode="#,#00%">
                        <c:v>2.1220558347426977E-2</c:v>
                      </c:pt>
                      <c:pt idx="24" formatCode="#,#00%">
                        <c:v>2.4995371027528135E-2</c:v>
                      </c:pt>
                      <c:pt idx="25" formatCode="#,#00%">
                        <c:v>2.5456088536186305E-2</c:v>
                      </c:pt>
                      <c:pt idx="26" formatCode="#,#00%">
                        <c:v>2.8990260204880158E-2</c:v>
                      </c:pt>
                      <c:pt idx="27" formatCode="#,#00%">
                        <c:v>2.5323142501771922E-2</c:v>
                      </c:pt>
                      <c:pt idx="28" formatCode="#,#00%">
                        <c:v>2.4209887883926751E-2</c:v>
                      </c:pt>
                      <c:pt idx="29" formatCode="#,#00%">
                        <c:v>1.8631588957725098E-2</c:v>
                      </c:pt>
                      <c:pt idx="30" formatCode="#,#00%">
                        <c:v>1.7671182747772685E-2</c:v>
                      </c:pt>
                      <c:pt idx="31" formatCode="#,#00%">
                        <c:v>1.7495273714267956E-2</c:v>
                      </c:pt>
                      <c:pt idx="32" formatCode="#,#00%">
                        <c:v>1.3136360197125274E-2</c:v>
                      </c:pt>
                      <c:pt idx="33" formatCode="#,#00%">
                        <c:v>2.0082963135918286E-2</c:v>
                      </c:pt>
                      <c:pt idx="34" formatCode="#,#00%">
                        <c:v>2.6875429173310206E-2</c:v>
                      </c:pt>
                      <c:pt idx="35" formatCode="#,#00%">
                        <c:v>2.9349325729540077E-2</c:v>
                      </c:pt>
                      <c:pt idx="36" formatCode="#,#00%">
                        <c:v>2.7187213756285633E-2</c:v>
                      </c:pt>
                      <c:pt idx="37" formatCode="#,#00%">
                        <c:v>3.2108855317075635E-2</c:v>
                      </c:pt>
                      <c:pt idx="38" formatCode="#,#00%">
                        <c:v>3.2624141577202392E-2</c:v>
                      </c:pt>
                      <c:pt idx="39" formatCode="#,#00%">
                        <c:v>3.5731368477660563E-2</c:v>
                      </c:pt>
                      <c:pt idx="40" formatCode="#,#00%">
                        <c:v>3.8233723719947932E-2</c:v>
                      </c:pt>
                      <c:pt idx="41" formatCode="#,#00%">
                        <c:v>3.5918305778916304E-2</c:v>
                      </c:pt>
                      <c:pt idx="42" formatCode="#,#00%">
                        <c:v>3.9108314450414072E-2</c:v>
                      </c:pt>
                      <c:pt idx="43" formatCode="#,#00%">
                        <c:v>4.5780282431422625E-2</c:v>
                      </c:pt>
                      <c:pt idx="44" formatCode="#,#00%">
                        <c:v>5.2117967959039335E-2</c:v>
                      </c:pt>
                      <c:pt idx="45" formatCode="#,#00%">
                        <c:v>4.4844194436709284E-2</c:v>
                      </c:pt>
                      <c:pt idx="46" formatCode="#,#00%">
                        <c:v>4.6736529574865404E-2</c:v>
                      </c:pt>
                      <c:pt idx="47" formatCode="#,#00%">
                        <c:v>3.8561805587753017E-2</c:v>
                      </c:pt>
                      <c:pt idx="48" formatCode="#,#00%">
                        <c:v>4.8976422997226932E-2</c:v>
                      </c:pt>
                      <c:pt idx="49" formatCode="#,#00%">
                        <c:v>5.1888395361623596E-2</c:v>
                      </c:pt>
                      <c:pt idx="50" formatCode="#,#00%">
                        <c:v>7.8849852137624854E-2</c:v>
                      </c:pt>
                      <c:pt idx="51" formatCode="#,#00%">
                        <c:v>8.0417817837934003E-2</c:v>
                      </c:pt>
                      <c:pt idx="52" formatCode="#,#00%">
                        <c:v>7.6139278147382639E-2</c:v>
                      </c:pt>
                      <c:pt idx="53" formatCode="#,#00%">
                        <c:v>7.7671809918055112E-2</c:v>
                      </c:pt>
                      <c:pt idx="54" formatCode="#,#00%">
                        <c:v>6.6781136797937846E-2</c:v>
                      </c:pt>
                      <c:pt idx="55" formatCode="#,#00%">
                        <c:v>5.4078232716458841E-2</c:v>
                      </c:pt>
                      <c:pt idx="56" formatCode="#,#00%">
                        <c:v>4.1058990799749395E-2</c:v>
                      </c:pt>
                      <c:pt idx="57" formatCode="#,#00%">
                        <c:v>3.8243190522436299E-2</c:v>
                      </c:pt>
                      <c:pt idx="58" formatCode="#,#00%">
                        <c:v>2.6795572471491669E-2</c:v>
                      </c:pt>
                      <c:pt idx="59" formatCode="#,#00%">
                        <c:v>2.2883118144124692E-2</c:v>
                      </c:pt>
                      <c:pt idx="60" formatCode="#,#00%">
                        <c:v>1.9905307961147978E-2</c:v>
                      </c:pt>
                      <c:pt idx="61" formatCode="#,#00%">
                        <c:v>1.4250199120357854E-2</c:v>
                      </c:pt>
                      <c:pt idx="62" formatCode="#,#00%">
                        <c:v>-1.6066526803280912E-2</c:v>
                      </c:pt>
                      <c:pt idx="63" formatCode="#,#00%">
                        <c:v>-1.9282265546011423E-2</c:v>
                      </c:pt>
                      <c:pt idx="64" formatCode="#,#00%">
                        <c:v>-2.4671389664313148E-2</c:v>
                      </c:pt>
                      <c:pt idx="65" formatCode="#,#00%">
                        <c:v>-1.9217679946165189E-2</c:v>
                      </c:pt>
                      <c:pt idx="66" formatCode="#,#00%">
                        <c:v>-7.2318291823645353E-3</c:v>
                      </c:pt>
                      <c:pt idx="67" formatCode="#,#00%">
                        <c:v>3.6123129425869038E-3</c:v>
                      </c:pt>
                      <c:pt idx="68" formatCode="#,#00%">
                        <c:v>1.4481953338897791E-2</c:v>
                      </c:pt>
                      <c:pt idx="69" formatCode="#,#00%">
                        <c:v>2.3763584185487518E-2</c:v>
                      </c:pt>
                      <c:pt idx="70" formatCode="#,#00%">
                        <c:v>3.5808219417826415E-2</c:v>
                      </c:pt>
                      <c:pt idx="71" formatCode="#,#00%">
                        <c:v>4.7037076613662965E-2</c:v>
                      </c:pt>
                      <c:pt idx="72" formatCode="#,#00%">
                        <c:v>3.9733842278854015E-2</c:v>
                      </c:pt>
                      <c:pt idx="73" formatCode="#,#00%">
                        <c:v>4.0189930281927744E-2</c:v>
                      </c:pt>
                      <c:pt idx="74" formatCode="#,#00%">
                        <c:v>4.4812510913024406E-2</c:v>
                      </c:pt>
                      <c:pt idx="75" formatCode="#,#00%">
                        <c:v>4.9436148537665536E-2</c:v>
                      </c:pt>
                      <c:pt idx="76" formatCode="#,#00%">
                        <c:v>6.0103730878192652E-2</c:v>
                      </c:pt>
                      <c:pt idx="77" formatCode="#,#00%">
                        <c:v>6.6213385482906117E-2</c:v>
                      </c:pt>
                      <c:pt idx="78" formatCode="#,#00%">
                        <c:v>6.4954616705360513E-2</c:v>
                      </c:pt>
                      <c:pt idx="79" formatCode="#,#00%">
                        <c:v>6.1627336453562886E-2</c:v>
                      </c:pt>
                      <c:pt idx="80" formatCode="#,#00%">
                        <c:v>5.8693539298786845E-2</c:v>
                      </c:pt>
                      <c:pt idx="81" formatCode="#,#00%">
                        <c:v>5.4455174736102618E-2</c:v>
                      </c:pt>
                      <c:pt idx="82" formatCode="#,#00%">
                        <c:v>4.2903557999380171E-2</c:v>
                      </c:pt>
                      <c:pt idx="83" formatCode="#,#00%">
                        <c:v>3.7395423773227243E-2</c:v>
                      </c:pt>
                      <c:pt idx="84" formatCode="#,#00%">
                        <c:v>2.9375230326400548E-2</c:v>
                      </c:pt>
                      <c:pt idx="85" formatCode="#,#00%">
                        <c:v>1.6992304105516665E-2</c:v>
                      </c:pt>
                      <c:pt idx="86" formatCode="#,#00%">
                        <c:v>1.5378906226495292E-3</c:v>
                      </c:pt>
                      <c:pt idx="87" formatCode="#,#00%">
                        <c:v>-5.3858680667240311E-3</c:v>
                      </c:pt>
                      <c:pt idx="88" formatCode="#,#00%">
                        <c:v>-1.6166350697208953E-2</c:v>
                      </c:pt>
                      <c:pt idx="89" formatCode="#,#00%">
                        <c:v>-3.0496990626407872E-2</c:v>
                      </c:pt>
                      <c:pt idx="90" formatCode="#,#00%">
                        <c:v>-4.3448511985953564E-2</c:v>
                      </c:pt>
                      <c:pt idx="91" formatCode="#,#00%">
                        <c:v>-4.9319501105915986E-2</c:v>
                      </c:pt>
                      <c:pt idx="92" formatCode="#,#00%">
                        <c:v>-5.5298104082561306E-2</c:v>
                      </c:pt>
                      <c:pt idx="93" formatCode="#,#00%">
                        <c:v>-6.2423199014178143E-2</c:v>
                      </c:pt>
                      <c:pt idx="94" formatCode="#,#00%">
                        <c:v>-6.9007495779052963E-2</c:v>
                      </c:pt>
                      <c:pt idx="95" formatCode="#,#00%">
                        <c:v>-7.3863269356637229E-2</c:v>
                      </c:pt>
                      <c:pt idx="96" formatCode="#,#00%">
                        <c:v>-6.4082430621728914E-2</c:v>
                      </c:pt>
                      <c:pt idx="97" formatCode="#,#00%">
                        <c:v>-6.2443007576781007E-2</c:v>
                      </c:pt>
                      <c:pt idx="98" formatCode="#,#00%">
                        <c:v>-5.773129822690537E-2</c:v>
                      </c:pt>
                      <c:pt idx="99" formatCode="#,#00%">
                        <c:v>-6.2295803269946992E-2</c:v>
                      </c:pt>
                      <c:pt idx="100" formatCode="#,#00%">
                        <c:v>-6.1244599074433026E-2</c:v>
                      </c:pt>
                      <c:pt idx="101" formatCode="#,#00%">
                        <c:v>-5.7129659734808325E-2</c:v>
                      </c:pt>
                      <c:pt idx="102" formatCode="#,#00%">
                        <c:v>-5.1471150272700994E-2</c:v>
                      </c:pt>
                      <c:pt idx="103" formatCode="#,#00%">
                        <c:v>-4.7071309062777011E-2</c:v>
                      </c:pt>
                      <c:pt idx="104" formatCode="#,#00%">
                        <c:v>-4.5956620593516906E-2</c:v>
                      </c:pt>
                      <c:pt idx="105" formatCode="#,#00%">
                        <c:v>-3.7745476765563613E-2</c:v>
                      </c:pt>
                      <c:pt idx="106" formatCode="#,#00%">
                        <c:v>-2.6051590559710291E-2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4-F5AE-40D5-9F16-3E15EAD7E209}"/>
                  </c:ext>
                </c:extLst>
              </c15:ser>
            </c15:filteredLineSeries>
          </c:ext>
        </c:extLst>
      </c:lineChart>
      <c:dateAx>
        <c:axId val="1289078816"/>
        <c:scaling>
          <c:orientation val="minMax"/>
          <c:max val="45748"/>
          <c:min val="42826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89083136"/>
        <c:crosses val="autoZero"/>
        <c:auto val="1"/>
        <c:lblOffset val="100"/>
        <c:baseTimeUnit val="months"/>
        <c:majorUnit val="12"/>
        <c:majorTimeUnit val="months"/>
      </c:dateAx>
      <c:valAx>
        <c:axId val="1289083136"/>
        <c:scaling>
          <c:orientation val="minMax"/>
          <c:max val="0.11000000000000001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890788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chemeClr val="tx1"/>
          </a:solidFill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Hoja1!$D$6</c:f>
              <c:strCache>
                <c:ptCount val="1"/>
                <c:pt idx="0">
                  <c:v> Indicador  </c:v>
                </c:pt>
              </c:strCache>
            </c:strRef>
          </c:tx>
          <c:spPr>
            <a:ln w="254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24"/>
              <c:layout>
                <c:manualLayout>
                  <c:x val="-2.8620570208521701E-2"/>
                  <c:y val="-2.817268951175342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68D-4716-95C4-178D50B15A52}"/>
                </c:ext>
              </c:extLst>
            </c:dLbl>
            <c:dLbl>
              <c:idx val="36"/>
              <c:layout>
                <c:manualLayout>
                  <c:x val="-4.2930855312782547E-2"/>
                  <c:y val="-3.329499669570853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68D-4716-95C4-178D50B15A52}"/>
                </c:ext>
              </c:extLst>
            </c:dLbl>
            <c:dLbl>
              <c:idx val="40"/>
              <c:layout>
                <c:manualLayout>
                  <c:x val="-2.2657951415079678E-2"/>
                  <c:y val="-2.81726895117533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68D-4716-95C4-178D50B15A52}"/>
                </c:ext>
              </c:extLst>
            </c:dLbl>
            <c:dLbl>
              <c:idx val="44"/>
              <c:layout>
                <c:manualLayout>
                  <c:x val="-1.7490146413099403E-16"/>
                  <c:y val="-2.561153591977579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68D-4716-95C4-178D50B15A52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Hoja1!$B$15:$C$59</c:f>
              <c:multiLvlStrCache>
                <c:ptCount val="45"/>
                <c:lvl>
                  <c:pt idx="0">
                    <c:v>mar-14</c:v>
                  </c:pt>
                  <c:pt idx="1">
                    <c:v>jun-14</c:v>
                  </c:pt>
                  <c:pt idx="2">
                    <c:v>sep-14</c:v>
                  </c:pt>
                  <c:pt idx="3">
                    <c:v>dic-14</c:v>
                  </c:pt>
                  <c:pt idx="4">
                    <c:v>mar-15</c:v>
                  </c:pt>
                  <c:pt idx="5">
                    <c:v>jun-15</c:v>
                  </c:pt>
                  <c:pt idx="6">
                    <c:v>sep-15</c:v>
                  </c:pt>
                  <c:pt idx="7">
                    <c:v>dic-15</c:v>
                  </c:pt>
                  <c:pt idx="8">
                    <c:v>mar-16</c:v>
                  </c:pt>
                  <c:pt idx="9">
                    <c:v>jun-16</c:v>
                  </c:pt>
                  <c:pt idx="10">
                    <c:v>sep-16</c:v>
                  </c:pt>
                  <c:pt idx="11">
                    <c:v>dic-16</c:v>
                  </c:pt>
                  <c:pt idx="12">
                    <c:v>mar-17</c:v>
                  </c:pt>
                  <c:pt idx="13">
                    <c:v>jun-17</c:v>
                  </c:pt>
                  <c:pt idx="14">
                    <c:v>sep-17</c:v>
                  </c:pt>
                  <c:pt idx="15">
                    <c:v>dic-17</c:v>
                  </c:pt>
                  <c:pt idx="16">
                    <c:v>mar-18</c:v>
                  </c:pt>
                  <c:pt idx="17">
                    <c:v>jun-18</c:v>
                  </c:pt>
                  <c:pt idx="18">
                    <c:v>sep-18</c:v>
                  </c:pt>
                  <c:pt idx="19">
                    <c:v>dic-18</c:v>
                  </c:pt>
                  <c:pt idx="20">
                    <c:v>mar-19</c:v>
                  </c:pt>
                  <c:pt idx="21">
                    <c:v>jun-19</c:v>
                  </c:pt>
                  <c:pt idx="22">
                    <c:v>sep-19</c:v>
                  </c:pt>
                  <c:pt idx="23">
                    <c:v>dic-19</c:v>
                  </c:pt>
                  <c:pt idx="24">
                    <c:v>mar-20</c:v>
                  </c:pt>
                  <c:pt idx="25">
                    <c:v>jun-20</c:v>
                  </c:pt>
                  <c:pt idx="26">
                    <c:v>sep-20</c:v>
                  </c:pt>
                  <c:pt idx="27">
                    <c:v>dic-20</c:v>
                  </c:pt>
                  <c:pt idx="28">
                    <c:v>mar-21</c:v>
                  </c:pt>
                  <c:pt idx="29">
                    <c:v>jun-21</c:v>
                  </c:pt>
                  <c:pt idx="30">
                    <c:v>sep-21</c:v>
                  </c:pt>
                  <c:pt idx="31">
                    <c:v>dic-21</c:v>
                  </c:pt>
                  <c:pt idx="32">
                    <c:v>mar-22</c:v>
                  </c:pt>
                  <c:pt idx="33">
                    <c:v>jun-22</c:v>
                  </c:pt>
                  <c:pt idx="34">
                    <c:v>sep-22</c:v>
                  </c:pt>
                  <c:pt idx="35">
                    <c:v>dic-22</c:v>
                  </c:pt>
                  <c:pt idx="36">
                    <c:v>mar-23</c:v>
                  </c:pt>
                  <c:pt idx="37">
                    <c:v>jun-23</c:v>
                  </c:pt>
                  <c:pt idx="38">
                    <c:v>sep-23</c:v>
                  </c:pt>
                  <c:pt idx="39">
                    <c:v>dic-23</c:v>
                  </c:pt>
                  <c:pt idx="40">
                    <c:v>mar-24</c:v>
                  </c:pt>
                  <c:pt idx="41">
                    <c:v>jun-24</c:v>
                  </c:pt>
                  <c:pt idx="42">
                    <c:v>sep-24</c:v>
                  </c:pt>
                  <c:pt idx="43">
                    <c:v>dic-24</c:v>
                  </c:pt>
                  <c:pt idx="44">
                    <c:v>mar-25</c:v>
                  </c:pt>
                </c:lvl>
                <c:lvl>
                  <c:pt idx="0">
                    <c:v>2014</c:v>
                  </c:pt>
                  <c:pt idx="4">
                    <c:v>2015</c:v>
                  </c:pt>
                  <c:pt idx="8">
                    <c:v>2016</c:v>
                  </c:pt>
                  <c:pt idx="12">
                    <c:v>2017</c:v>
                  </c:pt>
                  <c:pt idx="16">
                    <c:v>2018</c:v>
                  </c:pt>
                  <c:pt idx="20">
                    <c:v>2019</c:v>
                  </c:pt>
                  <c:pt idx="24">
                    <c:v>2020</c:v>
                  </c:pt>
                  <c:pt idx="28">
                    <c:v>2021</c:v>
                  </c:pt>
                  <c:pt idx="32">
                    <c:v>2022</c:v>
                  </c:pt>
                  <c:pt idx="36">
                    <c:v>2023</c:v>
                  </c:pt>
                  <c:pt idx="40">
                    <c:v>2024</c:v>
                  </c:pt>
                  <c:pt idx="44">
                    <c:v>2025</c:v>
                  </c:pt>
                </c:lvl>
              </c:multiLvlStrCache>
            </c:multiLvlStrRef>
          </c:cat>
          <c:val>
            <c:numRef>
              <c:f>Hoja1!$D$15:$D$59</c:f>
              <c:numCache>
                <c:formatCode>0.0%</c:formatCode>
                <c:ptCount val="45"/>
                <c:pt idx="0">
                  <c:v>3.7547004337499981E-2</c:v>
                </c:pt>
                <c:pt idx="1">
                  <c:v>3.4990417929729421E-2</c:v>
                </c:pt>
                <c:pt idx="2">
                  <c:v>3.7163592492012697E-2</c:v>
                </c:pt>
                <c:pt idx="3">
                  <c:v>2.4429406754595429E-2</c:v>
                </c:pt>
                <c:pt idx="4">
                  <c:v>2.6715248457275388E-2</c:v>
                </c:pt>
                <c:pt idx="5">
                  <c:v>2.8705350043381046E-2</c:v>
                </c:pt>
                <c:pt idx="6">
                  <c:v>3.689953147717194E-2</c:v>
                </c:pt>
                <c:pt idx="7">
                  <c:v>3.5105052298858568E-2</c:v>
                </c:pt>
                <c:pt idx="8">
                  <c:v>4.7939925293774971E-2</c:v>
                </c:pt>
                <c:pt idx="9">
                  <c:v>6.259763306197777E-2</c:v>
                </c:pt>
                <c:pt idx="10">
                  <c:v>6.4507014188881065E-2</c:v>
                </c:pt>
                <c:pt idx="11">
                  <c:v>6.4930274277346212E-2</c:v>
                </c:pt>
                <c:pt idx="12">
                  <c:v>6.7361831440811648E-2</c:v>
                </c:pt>
                <c:pt idx="13">
                  <c:v>7.2373382594515145E-2</c:v>
                </c:pt>
                <c:pt idx="14">
                  <c:v>8.0138314914452932E-2</c:v>
                </c:pt>
                <c:pt idx="15">
                  <c:v>0.10476736501971801</c:v>
                </c:pt>
                <c:pt idx="16">
                  <c:v>0.10724045705473827</c:v>
                </c:pt>
                <c:pt idx="17">
                  <c:v>0.10884457326789591</c:v>
                </c:pt>
                <c:pt idx="18">
                  <c:v>0.11978112302073053</c:v>
                </c:pt>
                <c:pt idx="19">
                  <c:v>0.13318412002366739</c:v>
                </c:pt>
                <c:pt idx="20">
                  <c:v>0.12870367040181299</c:v>
                </c:pt>
                <c:pt idx="21">
                  <c:v>0.14042577511852994</c:v>
                </c:pt>
                <c:pt idx="22">
                  <c:v>0.14458501892262374</c:v>
                </c:pt>
                <c:pt idx="23">
                  <c:v>0.15353854201503617</c:v>
                </c:pt>
                <c:pt idx="24">
                  <c:v>0.1830244687648995</c:v>
                </c:pt>
                <c:pt idx="25">
                  <c:v>0.16830479504778836</c:v>
                </c:pt>
                <c:pt idx="26">
                  <c:v>0.16840498458076719</c:v>
                </c:pt>
                <c:pt idx="27">
                  <c:v>0.19498267956050794</c:v>
                </c:pt>
                <c:pt idx="28">
                  <c:v>0.17548774307664358</c:v>
                </c:pt>
                <c:pt idx="29">
                  <c:v>0.18421034844622619</c:v>
                </c:pt>
                <c:pt idx="30">
                  <c:v>0.19417104779705574</c:v>
                </c:pt>
                <c:pt idx="31">
                  <c:v>0.18272820357027728</c:v>
                </c:pt>
                <c:pt idx="32">
                  <c:v>0.17869988474104537</c:v>
                </c:pt>
                <c:pt idx="33">
                  <c:v>0.16262155607625434</c:v>
                </c:pt>
                <c:pt idx="34">
                  <c:v>0.15754401033164644</c:v>
                </c:pt>
                <c:pt idx="35">
                  <c:v>0.13428207446199666</c:v>
                </c:pt>
                <c:pt idx="36">
                  <c:v>0.15341286711227711</c:v>
                </c:pt>
                <c:pt idx="37">
                  <c:v>0.15412851732222282</c:v>
                </c:pt>
                <c:pt idx="38">
                  <c:v>0.15540461282892051</c:v>
                </c:pt>
                <c:pt idx="39">
                  <c:v>0.1636295226035665</c:v>
                </c:pt>
                <c:pt idx="40">
                  <c:v>0.16011735989088061</c:v>
                </c:pt>
                <c:pt idx="41">
                  <c:v>0.15627672398593517</c:v>
                </c:pt>
                <c:pt idx="42">
                  <c:v>0.16268644439841798</c:v>
                </c:pt>
                <c:pt idx="43">
                  <c:v>0.15325448887088533</c:v>
                </c:pt>
                <c:pt idx="44">
                  <c:v>0.15908435139448585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D1E-4A9E-88A9-99FD10BB89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62904944"/>
        <c:axId val="62905424"/>
      </c:lineChart>
      <c:catAx>
        <c:axId val="6290494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62905424"/>
        <c:crosses val="autoZero"/>
        <c:auto val="1"/>
        <c:lblAlgn val="ctr"/>
        <c:lblOffset val="100"/>
        <c:noMultiLvlLbl val="0"/>
      </c:catAx>
      <c:valAx>
        <c:axId val="629054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6290494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Hoja1!$D$6</c:f>
              <c:strCache>
                <c:ptCount val="1"/>
                <c:pt idx="0">
                  <c:v>Construcción </c:v>
                </c:pt>
              </c:strCache>
            </c:strRef>
          </c:tx>
          <c:spPr>
            <a:ln w="25400" cap="rnd">
              <a:solidFill>
                <a:srgbClr val="0E2841">
                  <a:lumMod val="50000"/>
                  <a:lumOff val="5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36"/>
              <c:layout>
                <c:manualLayout>
                  <c:x val="-1.3026086766791926E-2"/>
                  <c:y val="5.123860243685951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9F9-4F2F-82F9-36580A89D95C}"/>
                </c:ext>
              </c:extLst>
            </c:dLbl>
            <c:dLbl>
              <c:idx val="40"/>
              <c:layout>
                <c:manualLayout>
                  <c:x val="-3.6709880888231967E-2"/>
                  <c:y val="-3.07431614621157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9F9-4F2F-82F9-36580A89D95C}"/>
                </c:ext>
              </c:extLst>
            </c:dLbl>
            <c:dLbl>
              <c:idx val="44"/>
              <c:layout>
                <c:manualLayout>
                  <c:x val="-1.7367915053419143E-16"/>
                  <c:y val="2.818123134027273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9F9-4F2F-82F9-36580A89D95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Hoja1!$B$15:$C$59</c:f>
              <c:multiLvlStrCache>
                <c:ptCount val="45"/>
                <c:lvl>
                  <c:pt idx="0">
                    <c:v>mar-14</c:v>
                  </c:pt>
                  <c:pt idx="1">
                    <c:v>jun-14</c:v>
                  </c:pt>
                  <c:pt idx="2">
                    <c:v>sep-14</c:v>
                  </c:pt>
                  <c:pt idx="3">
                    <c:v>dic-14</c:v>
                  </c:pt>
                  <c:pt idx="4">
                    <c:v>mar-15</c:v>
                  </c:pt>
                  <c:pt idx="5">
                    <c:v>jun-15</c:v>
                  </c:pt>
                  <c:pt idx="6">
                    <c:v>sep-15</c:v>
                  </c:pt>
                  <c:pt idx="7">
                    <c:v>dic-15</c:v>
                  </c:pt>
                  <c:pt idx="8">
                    <c:v>mar-16</c:v>
                  </c:pt>
                  <c:pt idx="9">
                    <c:v>jun-16</c:v>
                  </c:pt>
                  <c:pt idx="10">
                    <c:v>sep-16</c:v>
                  </c:pt>
                  <c:pt idx="11">
                    <c:v>dic-16</c:v>
                  </c:pt>
                  <c:pt idx="12">
                    <c:v>mar-17</c:v>
                  </c:pt>
                  <c:pt idx="13">
                    <c:v>jun-17</c:v>
                  </c:pt>
                  <c:pt idx="14">
                    <c:v>sep-17</c:v>
                  </c:pt>
                  <c:pt idx="15">
                    <c:v>dic-17</c:v>
                  </c:pt>
                  <c:pt idx="16">
                    <c:v>mar-18</c:v>
                  </c:pt>
                  <c:pt idx="17">
                    <c:v>jun-18</c:v>
                  </c:pt>
                  <c:pt idx="18">
                    <c:v>sep-18</c:v>
                  </c:pt>
                  <c:pt idx="19">
                    <c:v>dic-18</c:v>
                  </c:pt>
                  <c:pt idx="20">
                    <c:v>mar-19</c:v>
                  </c:pt>
                  <c:pt idx="21">
                    <c:v>jun-19</c:v>
                  </c:pt>
                  <c:pt idx="22">
                    <c:v>sep-19</c:v>
                  </c:pt>
                  <c:pt idx="23">
                    <c:v>dic-19</c:v>
                  </c:pt>
                  <c:pt idx="24">
                    <c:v>mar-20</c:v>
                  </c:pt>
                  <c:pt idx="25">
                    <c:v>jun-20</c:v>
                  </c:pt>
                  <c:pt idx="26">
                    <c:v>sep-20</c:v>
                  </c:pt>
                  <c:pt idx="27">
                    <c:v>dic-20</c:v>
                  </c:pt>
                  <c:pt idx="28">
                    <c:v>mar-21</c:v>
                  </c:pt>
                  <c:pt idx="29">
                    <c:v>jun-21</c:v>
                  </c:pt>
                  <c:pt idx="30">
                    <c:v>sep-21</c:v>
                  </c:pt>
                  <c:pt idx="31">
                    <c:v>dic-21</c:v>
                  </c:pt>
                  <c:pt idx="32">
                    <c:v>mar-22</c:v>
                  </c:pt>
                  <c:pt idx="33">
                    <c:v>jun-22</c:v>
                  </c:pt>
                  <c:pt idx="34">
                    <c:v>sep-22</c:v>
                  </c:pt>
                  <c:pt idx="35">
                    <c:v>dic-22</c:v>
                  </c:pt>
                  <c:pt idx="36">
                    <c:v>mar-23</c:v>
                  </c:pt>
                  <c:pt idx="37">
                    <c:v>jun-23</c:v>
                  </c:pt>
                  <c:pt idx="38">
                    <c:v>sep-23</c:v>
                  </c:pt>
                  <c:pt idx="39">
                    <c:v>dic-23</c:v>
                  </c:pt>
                  <c:pt idx="40">
                    <c:v>mar-24</c:v>
                  </c:pt>
                  <c:pt idx="41">
                    <c:v>jun-24</c:v>
                  </c:pt>
                  <c:pt idx="42">
                    <c:v>sep-24</c:v>
                  </c:pt>
                  <c:pt idx="43">
                    <c:v>dic-24</c:v>
                  </c:pt>
                  <c:pt idx="44">
                    <c:v>mar-25</c:v>
                  </c:pt>
                </c:lvl>
                <c:lvl>
                  <c:pt idx="0">
                    <c:v>2014</c:v>
                  </c:pt>
                  <c:pt idx="4">
                    <c:v>2015</c:v>
                  </c:pt>
                  <c:pt idx="8">
                    <c:v>2016</c:v>
                  </c:pt>
                  <c:pt idx="12">
                    <c:v>2017</c:v>
                  </c:pt>
                  <c:pt idx="16">
                    <c:v>2018</c:v>
                  </c:pt>
                  <c:pt idx="20">
                    <c:v>2019</c:v>
                  </c:pt>
                  <c:pt idx="24">
                    <c:v>2020</c:v>
                  </c:pt>
                  <c:pt idx="28">
                    <c:v>2021</c:v>
                  </c:pt>
                  <c:pt idx="32">
                    <c:v>2022</c:v>
                  </c:pt>
                  <c:pt idx="36">
                    <c:v>2023</c:v>
                  </c:pt>
                  <c:pt idx="40">
                    <c:v>2024</c:v>
                  </c:pt>
                </c:lvl>
              </c:multiLvlStrCache>
            </c:multiLvlStrRef>
          </c:cat>
          <c:val>
            <c:numRef>
              <c:f>Hoja1!$D$15:$D$59</c:f>
              <c:numCache>
                <c:formatCode>0.0%</c:formatCode>
                <c:ptCount val="45"/>
                <c:pt idx="0">
                  <c:v>4.3118356727610607E-2</c:v>
                </c:pt>
                <c:pt idx="1">
                  <c:v>4.0753462412855726E-2</c:v>
                </c:pt>
                <c:pt idx="2">
                  <c:v>4.5067682571406496E-2</c:v>
                </c:pt>
                <c:pt idx="3">
                  <c:v>3.565742400305548E-2</c:v>
                </c:pt>
                <c:pt idx="4">
                  <c:v>4.3491467747189164E-2</c:v>
                </c:pt>
                <c:pt idx="5">
                  <c:v>4.2550445309050181E-2</c:v>
                </c:pt>
                <c:pt idx="6">
                  <c:v>5.3170857396904747E-2</c:v>
                </c:pt>
                <c:pt idx="7">
                  <c:v>6.0811417972769337E-2</c:v>
                </c:pt>
                <c:pt idx="8">
                  <c:v>6.9128258233451687E-2</c:v>
                </c:pt>
                <c:pt idx="9">
                  <c:v>7.3850989899848576E-2</c:v>
                </c:pt>
                <c:pt idx="10">
                  <c:v>7.1200072703734671E-2</c:v>
                </c:pt>
                <c:pt idx="11">
                  <c:v>6.976937081198549E-2</c:v>
                </c:pt>
                <c:pt idx="12">
                  <c:v>0.15785531918252901</c:v>
                </c:pt>
                <c:pt idx="13">
                  <c:v>0.16831517398869117</c:v>
                </c:pt>
                <c:pt idx="14">
                  <c:v>0.17706013742699678</c:v>
                </c:pt>
                <c:pt idx="15">
                  <c:v>0.18247352952752582</c:v>
                </c:pt>
                <c:pt idx="16">
                  <c:v>0.18976258132854146</c:v>
                </c:pt>
                <c:pt idx="17">
                  <c:v>0.18747273854818905</c:v>
                </c:pt>
                <c:pt idx="18">
                  <c:v>0.18668731842129496</c:v>
                </c:pt>
                <c:pt idx="19">
                  <c:v>0.19400982061230684</c:v>
                </c:pt>
                <c:pt idx="20">
                  <c:v>0.17336752899597441</c:v>
                </c:pt>
                <c:pt idx="21">
                  <c:v>0.17102154523259658</c:v>
                </c:pt>
                <c:pt idx="22">
                  <c:v>0.17616541586266046</c:v>
                </c:pt>
                <c:pt idx="23">
                  <c:v>0.17604397441271866</c:v>
                </c:pt>
                <c:pt idx="24">
                  <c:v>0.19185466032378687</c:v>
                </c:pt>
                <c:pt idx="25">
                  <c:v>0.17461820165074182</c:v>
                </c:pt>
                <c:pt idx="26">
                  <c:v>0.15298659325010774</c:v>
                </c:pt>
                <c:pt idx="27">
                  <c:v>0.17057764942578249</c:v>
                </c:pt>
                <c:pt idx="28">
                  <c:v>0.16251341412304501</c:v>
                </c:pt>
                <c:pt idx="29">
                  <c:v>0.16555082866418058</c:v>
                </c:pt>
                <c:pt idx="30">
                  <c:v>0.17786057872419928</c:v>
                </c:pt>
                <c:pt idx="31">
                  <c:v>0.17344048705150986</c:v>
                </c:pt>
                <c:pt idx="32">
                  <c:v>0.16952132303072009</c:v>
                </c:pt>
                <c:pt idx="33">
                  <c:v>0.14447326864967031</c:v>
                </c:pt>
                <c:pt idx="34">
                  <c:v>0.13055302564899049</c:v>
                </c:pt>
                <c:pt idx="35">
                  <c:v>0.11441541493684378</c:v>
                </c:pt>
                <c:pt idx="36">
                  <c:v>0.14570999971133558</c:v>
                </c:pt>
                <c:pt idx="37">
                  <c:v>0.13352395508441159</c:v>
                </c:pt>
                <c:pt idx="38">
                  <c:v>0.15027995739788388</c:v>
                </c:pt>
                <c:pt idx="39">
                  <c:v>0.16114561057042279</c:v>
                </c:pt>
                <c:pt idx="40">
                  <c:v>0.16360564244215128</c:v>
                </c:pt>
                <c:pt idx="41">
                  <c:v>0.16056358174996449</c:v>
                </c:pt>
                <c:pt idx="42">
                  <c:v>0.17086472541749634</c:v>
                </c:pt>
                <c:pt idx="43">
                  <c:v>0.15312750002005796</c:v>
                </c:pt>
                <c:pt idx="44">
                  <c:v>0.15198236152518993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CD25-453F-BAEA-1AC3EDF8A03A}"/>
            </c:ext>
          </c:extLst>
        </c:ser>
        <c:ser>
          <c:idx val="0"/>
          <c:order val="1"/>
          <c:tx>
            <c:strRef>
              <c:f>Hoja1!$E$6</c:f>
              <c:strCache>
                <c:ptCount val="1"/>
                <c:pt idx="0">
                  <c:v> Edificaciones  </c:v>
                </c:pt>
              </c:strCache>
            </c:strRef>
          </c:tx>
          <c:spPr>
            <a:ln w="254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36"/>
              <c:layout>
                <c:manualLayout>
                  <c:x val="-2.3683794121439866E-2"/>
                  <c:y val="-3.07431614621157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9F9-4F2F-82F9-36580A89D95C}"/>
                </c:ext>
              </c:extLst>
            </c:dLbl>
            <c:dLbl>
              <c:idx val="40"/>
              <c:layout>
                <c:manualLayout>
                  <c:x val="-2.6052173533584026E-2"/>
                  <c:y val="2.818123134027268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9F9-4F2F-82F9-36580A89D95C}"/>
                </c:ext>
              </c:extLst>
            </c:dLbl>
            <c:dLbl>
              <c:idx val="44"/>
              <c:layout>
                <c:manualLayout>
                  <c:x val="0"/>
                  <c:y val="-3.074316146211571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29F9-4F2F-82F9-36580A89D95C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Hoja1!$B$15:$C$59</c:f>
              <c:multiLvlStrCache>
                <c:ptCount val="45"/>
                <c:lvl>
                  <c:pt idx="0">
                    <c:v>mar-14</c:v>
                  </c:pt>
                  <c:pt idx="1">
                    <c:v>jun-14</c:v>
                  </c:pt>
                  <c:pt idx="2">
                    <c:v>sep-14</c:v>
                  </c:pt>
                  <c:pt idx="3">
                    <c:v>dic-14</c:v>
                  </c:pt>
                  <c:pt idx="4">
                    <c:v>mar-15</c:v>
                  </c:pt>
                  <c:pt idx="5">
                    <c:v>jun-15</c:v>
                  </c:pt>
                  <c:pt idx="6">
                    <c:v>sep-15</c:v>
                  </c:pt>
                  <c:pt idx="7">
                    <c:v>dic-15</c:v>
                  </c:pt>
                  <c:pt idx="8">
                    <c:v>mar-16</c:v>
                  </c:pt>
                  <c:pt idx="9">
                    <c:v>jun-16</c:v>
                  </c:pt>
                  <c:pt idx="10">
                    <c:v>sep-16</c:v>
                  </c:pt>
                  <c:pt idx="11">
                    <c:v>dic-16</c:v>
                  </c:pt>
                  <c:pt idx="12">
                    <c:v>mar-17</c:v>
                  </c:pt>
                  <c:pt idx="13">
                    <c:v>jun-17</c:v>
                  </c:pt>
                  <c:pt idx="14">
                    <c:v>sep-17</c:v>
                  </c:pt>
                  <c:pt idx="15">
                    <c:v>dic-17</c:v>
                  </c:pt>
                  <c:pt idx="16">
                    <c:v>mar-18</c:v>
                  </c:pt>
                  <c:pt idx="17">
                    <c:v>jun-18</c:v>
                  </c:pt>
                  <c:pt idx="18">
                    <c:v>sep-18</c:v>
                  </c:pt>
                  <c:pt idx="19">
                    <c:v>dic-18</c:v>
                  </c:pt>
                  <c:pt idx="20">
                    <c:v>mar-19</c:v>
                  </c:pt>
                  <c:pt idx="21">
                    <c:v>jun-19</c:v>
                  </c:pt>
                  <c:pt idx="22">
                    <c:v>sep-19</c:v>
                  </c:pt>
                  <c:pt idx="23">
                    <c:v>dic-19</c:v>
                  </c:pt>
                  <c:pt idx="24">
                    <c:v>mar-20</c:v>
                  </c:pt>
                  <c:pt idx="25">
                    <c:v>jun-20</c:v>
                  </c:pt>
                  <c:pt idx="26">
                    <c:v>sep-20</c:v>
                  </c:pt>
                  <c:pt idx="27">
                    <c:v>dic-20</c:v>
                  </c:pt>
                  <c:pt idx="28">
                    <c:v>mar-21</c:v>
                  </c:pt>
                  <c:pt idx="29">
                    <c:v>jun-21</c:v>
                  </c:pt>
                  <c:pt idx="30">
                    <c:v>sep-21</c:v>
                  </c:pt>
                  <c:pt idx="31">
                    <c:v>dic-21</c:v>
                  </c:pt>
                  <c:pt idx="32">
                    <c:v>mar-22</c:v>
                  </c:pt>
                  <c:pt idx="33">
                    <c:v>jun-22</c:v>
                  </c:pt>
                  <c:pt idx="34">
                    <c:v>sep-22</c:v>
                  </c:pt>
                  <c:pt idx="35">
                    <c:v>dic-22</c:v>
                  </c:pt>
                  <c:pt idx="36">
                    <c:v>mar-23</c:v>
                  </c:pt>
                  <c:pt idx="37">
                    <c:v>jun-23</c:v>
                  </c:pt>
                  <c:pt idx="38">
                    <c:v>sep-23</c:v>
                  </c:pt>
                  <c:pt idx="39">
                    <c:v>dic-23</c:v>
                  </c:pt>
                  <c:pt idx="40">
                    <c:v>mar-24</c:v>
                  </c:pt>
                  <c:pt idx="41">
                    <c:v>jun-24</c:v>
                  </c:pt>
                  <c:pt idx="42">
                    <c:v>sep-24</c:v>
                  </c:pt>
                  <c:pt idx="43">
                    <c:v>dic-24</c:v>
                  </c:pt>
                  <c:pt idx="44">
                    <c:v>mar-25</c:v>
                  </c:pt>
                </c:lvl>
                <c:lvl>
                  <c:pt idx="0">
                    <c:v>2014</c:v>
                  </c:pt>
                  <c:pt idx="4">
                    <c:v>2015</c:v>
                  </c:pt>
                  <c:pt idx="8">
                    <c:v>2016</c:v>
                  </c:pt>
                  <c:pt idx="12">
                    <c:v>2017</c:v>
                  </c:pt>
                  <c:pt idx="16">
                    <c:v>2018</c:v>
                  </c:pt>
                  <c:pt idx="20">
                    <c:v>2019</c:v>
                  </c:pt>
                  <c:pt idx="24">
                    <c:v>2020</c:v>
                  </c:pt>
                  <c:pt idx="28">
                    <c:v>2021</c:v>
                  </c:pt>
                  <c:pt idx="32">
                    <c:v>2022</c:v>
                  </c:pt>
                  <c:pt idx="36">
                    <c:v>2023</c:v>
                  </c:pt>
                  <c:pt idx="40">
                    <c:v>2024</c:v>
                  </c:pt>
                </c:lvl>
              </c:multiLvlStrCache>
            </c:multiLvlStrRef>
          </c:cat>
          <c:val>
            <c:numRef>
              <c:f>Hoja1!$E$15:$E$59</c:f>
              <c:numCache>
                <c:formatCode>0.0%</c:formatCode>
                <c:ptCount val="45"/>
                <c:pt idx="0">
                  <c:v>3.7547004337499981E-2</c:v>
                </c:pt>
                <c:pt idx="1">
                  <c:v>3.4990417929729421E-2</c:v>
                </c:pt>
                <c:pt idx="2">
                  <c:v>3.7163592492012697E-2</c:v>
                </c:pt>
                <c:pt idx="3">
                  <c:v>2.4429406754595429E-2</c:v>
                </c:pt>
                <c:pt idx="4">
                  <c:v>2.6715248457275388E-2</c:v>
                </c:pt>
                <c:pt idx="5">
                  <c:v>2.8705350043381046E-2</c:v>
                </c:pt>
                <c:pt idx="6">
                  <c:v>3.689953147717194E-2</c:v>
                </c:pt>
                <c:pt idx="7">
                  <c:v>3.5105052298858568E-2</c:v>
                </c:pt>
                <c:pt idx="8">
                  <c:v>4.7939925293774971E-2</c:v>
                </c:pt>
                <c:pt idx="9">
                  <c:v>6.259763306197777E-2</c:v>
                </c:pt>
                <c:pt idx="10">
                  <c:v>6.4507014188881065E-2</c:v>
                </c:pt>
                <c:pt idx="11">
                  <c:v>6.4930274277346212E-2</c:v>
                </c:pt>
                <c:pt idx="12">
                  <c:v>6.7361831440811648E-2</c:v>
                </c:pt>
                <c:pt idx="13">
                  <c:v>7.2373382594515145E-2</c:v>
                </c:pt>
                <c:pt idx="14">
                  <c:v>8.0138314914452932E-2</c:v>
                </c:pt>
                <c:pt idx="15">
                  <c:v>0.10476736501971801</c:v>
                </c:pt>
                <c:pt idx="16">
                  <c:v>0.10724045705473827</c:v>
                </c:pt>
                <c:pt idx="17">
                  <c:v>0.10884457326789591</c:v>
                </c:pt>
                <c:pt idx="18">
                  <c:v>0.11978112302073053</c:v>
                </c:pt>
                <c:pt idx="19">
                  <c:v>0.13318412002366739</c:v>
                </c:pt>
                <c:pt idx="20">
                  <c:v>0.12870367040181299</c:v>
                </c:pt>
                <c:pt idx="21">
                  <c:v>0.14042577511852994</c:v>
                </c:pt>
                <c:pt idx="22">
                  <c:v>0.14458501892262374</c:v>
                </c:pt>
                <c:pt idx="23">
                  <c:v>0.15353854201503617</c:v>
                </c:pt>
                <c:pt idx="24">
                  <c:v>0.1830244687648995</c:v>
                </c:pt>
                <c:pt idx="25">
                  <c:v>0.16830479504778836</c:v>
                </c:pt>
                <c:pt idx="26">
                  <c:v>0.16840498458076719</c:v>
                </c:pt>
                <c:pt idx="27">
                  <c:v>0.19498267956050794</c:v>
                </c:pt>
                <c:pt idx="28">
                  <c:v>0.17548774307664358</c:v>
                </c:pt>
                <c:pt idx="29">
                  <c:v>0.18421034844622619</c:v>
                </c:pt>
                <c:pt idx="30">
                  <c:v>0.19417104779705574</c:v>
                </c:pt>
                <c:pt idx="31">
                  <c:v>0.18272820357027728</c:v>
                </c:pt>
                <c:pt idx="32">
                  <c:v>0.17869988474104537</c:v>
                </c:pt>
                <c:pt idx="33">
                  <c:v>0.16262155607625434</c:v>
                </c:pt>
                <c:pt idx="34">
                  <c:v>0.15754401033164644</c:v>
                </c:pt>
                <c:pt idx="35">
                  <c:v>0.13428207446199666</c:v>
                </c:pt>
                <c:pt idx="36">
                  <c:v>0.15341286711227711</c:v>
                </c:pt>
                <c:pt idx="37">
                  <c:v>0.15412851732222282</c:v>
                </c:pt>
                <c:pt idx="38">
                  <c:v>0.15540461282892051</c:v>
                </c:pt>
                <c:pt idx="39">
                  <c:v>0.1636295226035665</c:v>
                </c:pt>
                <c:pt idx="40">
                  <c:v>0.16011735989088061</c:v>
                </c:pt>
                <c:pt idx="41">
                  <c:v>0.15627672398593517</c:v>
                </c:pt>
                <c:pt idx="42">
                  <c:v>0.16268644439841798</c:v>
                </c:pt>
                <c:pt idx="43">
                  <c:v>0.15325448887088533</c:v>
                </c:pt>
                <c:pt idx="44">
                  <c:v>0.15908435139448585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D25-453F-BAEA-1AC3EDF8A0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62904944"/>
        <c:axId val="62905424"/>
      </c:lineChart>
      <c:catAx>
        <c:axId val="6290494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62905424"/>
        <c:crosses val="autoZero"/>
        <c:auto val="1"/>
        <c:lblAlgn val="ctr"/>
        <c:lblOffset val="100"/>
        <c:noMultiLvlLbl val="0"/>
      </c:catAx>
      <c:valAx>
        <c:axId val="629054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62904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lineChart>
        <c:grouping val="standard"/>
        <c:varyColors val="0"/>
        <c:ser>
          <c:idx val="1"/>
          <c:order val="0"/>
          <c:tx>
            <c:strRef>
              <c:f>Hoja1!$D$6</c:f>
              <c:strCache>
                <c:ptCount val="1"/>
                <c:pt idx="0">
                  <c:v>Construcción </c:v>
                </c:pt>
              </c:strCache>
            </c:strRef>
          </c:tx>
          <c:spPr>
            <a:ln w="25400" cap="rnd">
              <a:solidFill>
                <a:srgbClr val="0E2841">
                  <a:lumMod val="50000"/>
                  <a:lumOff val="50000"/>
                </a:srgbClr>
              </a:solidFill>
              <a:round/>
            </a:ln>
            <a:effectLst/>
          </c:spPr>
          <c:marker>
            <c:symbol val="none"/>
          </c:marker>
          <c:dLbls>
            <c:dLbl>
              <c:idx val="38"/>
              <c:layout>
                <c:manualLayout>
                  <c:x val="-1.483491323199591E-2"/>
                  <c:y val="5.529936254337121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D25-453F-BAEA-1AC3EDF8A03A}"/>
                </c:ext>
              </c:extLst>
            </c:dLbl>
            <c:dLbl>
              <c:idx val="43"/>
              <c:layout>
                <c:manualLayout>
                  <c:x val="-2.677947114833673E-4"/>
                  <c:y val="-5.786109093843298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CC4-45C6-9EA8-8EBB3D73E89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2">
                        <a:lumMod val="50000"/>
                        <a:lumOff val="50000"/>
                      </a:schemeClr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multiLvlStrRef>
              <c:f>Hoja1!$B$15:$C$58</c:f>
              <c:multiLvlStrCache>
                <c:ptCount val="44"/>
                <c:lvl>
                  <c:pt idx="0">
                    <c:v>mar-14</c:v>
                  </c:pt>
                  <c:pt idx="1">
                    <c:v>jun-14</c:v>
                  </c:pt>
                  <c:pt idx="2">
                    <c:v>sep-14</c:v>
                  </c:pt>
                  <c:pt idx="3">
                    <c:v>dic-14</c:v>
                  </c:pt>
                  <c:pt idx="4">
                    <c:v>mar-15</c:v>
                  </c:pt>
                  <c:pt idx="5">
                    <c:v>jun-15</c:v>
                  </c:pt>
                  <c:pt idx="6">
                    <c:v>sep-15</c:v>
                  </c:pt>
                  <c:pt idx="7">
                    <c:v>dic-15</c:v>
                  </c:pt>
                  <c:pt idx="8">
                    <c:v>mar-16</c:v>
                  </c:pt>
                  <c:pt idx="9">
                    <c:v>jun-16</c:v>
                  </c:pt>
                  <c:pt idx="10">
                    <c:v>sep-16</c:v>
                  </c:pt>
                  <c:pt idx="11">
                    <c:v>dic-16</c:v>
                  </c:pt>
                  <c:pt idx="12">
                    <c:v>mar-17</c:v>
                  </c:pt>
                  <c:pt idx="13">
                    <c:v>jun-17</c:v>
                  </c:pt>
                  <c:pt idx="14">
                    <c:v>sep-17</c:v>
                  </c:pt>
                  <c:pt idx="15">
                    <c:v>dic-17</c:v>
                  </c:pt>
                  <c:pt idx="16">
                    <c:v>mar-18</c:v>
                  </c:pt>
                  <c:pt idx="17">
                    <c:v>jun-18</c:v>
                  </c:pt>
                  <c:pt idx="18">
                    <c:v>sep-18</c:v>
                  </c:pt>
                  <c:pt idx="19">
                    <c:v>dic-18</c:v>
                  </c:pt>
                  <c:pt idx="20">
                    <c:v>mar-19</c:v>
                  </c:pt>
                  <c:pt idx="21">
                    <c:v>jun-19</c:v>
                  </c:pt>
                  <c:pt idx="22">
                    <c:v>sep-19</c:v>
                  </c:pt>
                  <c:pt idx="23">
                    <c:v>dic-19</c:v>
                  </c:pt>
                  <c:pt idx="24">
                    <c:v>mar-20</c:v>
                  </c:pt>
                  <c:pt idx="25">
                    <c:v>jun-20</c:v>
                  </c:pt>
                  <c:pt idx="26">
                    <c:v>sep-20</c:v>
                  </c:pt>
                  <c:pt idx="27">
                    <c:v>dic-20</c:v>
                  </c:pt>
                  <c:pt idx="28">
                    <c:v>mar-21</c:v>
                  </c:pt>
                  <c:pt idx="29">
                    <c:v>jun-21</c:v>
                  </c:pt>
                  <c:pt idx="30">
                    <c:v>sep-21</c:v>
                  </c:pt>
                  <c:pt idx="31">
                    <c:v>dic-21</c:v>
                  </c:pt>
                  <c:pt idx="32">
                    <c:v>mar-22</c:v>
                  </c:pt>
                  <c:pt idx="33">
                    <c:v>jun-22</c:v>
                  </c:pt>
                  <c:pt idx="34">
                    <c:v>sep-22</c:v>
                  </c:pt>
                  <c:pt idx="35">
                    <c:v>dic-22</c:v>
                  </c:pt>
                  <c:pt idx="36">
                    <c:v>mar-23</c:v>
                  </c:pt>
                  <c:pt idx="37">
                    <c:v>jun-23</c:v>
                  </c:pt>
                  <c:pt idx="38">
                    <c:v>sep-23</c:v>
                  </c:pt>
                  <c:pt idx="39">
                    <c:v>dic-23</c:v>
                  </c:pt>
                  <c:pt idx="40">
                    <c:v>mar-24</c:v>
                  </c:pt>
                  <c:pt idx="41">
                    <c:v>jun-24</c:v>
                  </c:pt>
                  <c:pt idx="42">
                    <c:v>sep-24</c:v>
                  </c:pt>
                  <c:pt idx="43">
                    <c:v>dic-24</c:v>
                  </c:pt>
                </c:lvl>
                <c:lvl>
                  <c:pt idx="0">
                    <c:v>2014</c:v>
                  </c:pt>
                  <c:pt idx="4">
                    <c:v>2015</c:v>
                  </c:pt>
                  <c:pt idx="8">
                    <c:v>2016</c:v>
                  </c:pt>
                  <c:pt idx="12">
                    <c:v>2017</c:v>
                  </c:pt>
                  <c:pt idx="16">
                    <c:v>2018</c:v>
                  </c:pt>
                  <c:pt idx="20">
                    <c:v>2019</c:v>
                  </c:pt>
                  <c:pt idx="24">
                    <c:v>2020</c:v>
                  </c:pt>
                  <c:pt idx="28">
                    <c:v>2021</c:v>
                  </c:pt>
                  <c:pt idx="32">
                    <c:v>2022</c:v>
                  </c:pt>
                  <c:pt idx="36">
                    <c:v>2023</c:v>
                  </c:pt>
                  <c:pt idx="40">
                    <c:v>2024</c:v>
                  </c:pt>
                </c:lvl>
              </c:multiLvlStrCache>
            </c:multiLvlStrRef>
          </c:cat>
          <c:val>
            <c:numRef>
              <c:f>Hoja1!$D$15:$D$58</c:f>
              <c:numCache>
                <c:formatCode>0.0%</c:formatCode>
                <c:ptCount val="44"/>
                <c:pt idx="0">
                  <c:v>4.3118356727610607E-2</c:v>
                </c:pt>
                <c:pt idx="1">
                  <c:v>4.0753462412855726E-2</c:v>
                </c:pt>
                <c:pt idx="2">
                  <c:v>4.5067682571406496E-2</c:v>
                </c:pt>
                <c:pt idx="3">
                  <c:v>3.565742400305548E-2</c:v>
                </c:pt>
                <c:pt idx="4">
                  <c:v>4.3491467747189164E-2</c:v>
                </c:pt>
                <c:pt idx="5">
                  <c:v>4.2550445309050181E-2</c:v>
                </c:pt>
                <c:pt idx="6">
                  <c:v>5.3170857396904747E-2</c:v>
                </c:pt>
                <c:pt idx="7">
                  <c:v>6.0811417972769337E-2</c:v>
                </c:pt>
                <c:pt idx="8">
                  <c:v>6.9128258233451687E-2</c:v>
                </c:pt>
                <c:pt idx="9">
                  <c:v>7.3850989899848576E-2</c:v>
                </c:pt>
                <c:pt idx="10">
                  <c:v>7.1200072703734671E-2</c:v>
                </c:pt>
                <c:pt idx="11">
                  <c:v>6.976937081198549E-2</c:v>
                </c:pt>
                <c:pt idx="12">
                  <c:v>0.15785531918252901</c:v>
                </c:pt>
                <c:pt idx="13">
                  <c:v>0.16831517398869117</c:v>
                </c:pt>
                <c:pt idx="14">
                  <c:v>0.17706013742699678</c:v>
                </c:pt>
                <c:pt idx="15">
                  <c:v>0.18247352952752582</c:v>
                </c:pt>
                <c:pt idx="16">
                  <c:v>0.18976258132854146</c:v>
                </c:pt>
                <c:pt idx="17">
                  <c:v>0.18747273854818905</c:v>
                </c:pt>
                <c:pt idx="18">
                  <c:v>0.18668731842129496</c:v>
                </c:pt>
                <c:pt idx="19">
                  <c:v>0.19400982061230684</c:v>
                </c:pt>
                <c:pt idx="20">
                  <c:v>0.17336752899597441</c:v>
                </c:pt>
                <c:pt idx="21">
                  <c:v>0.17102154523259658</c:v>
                </c:pt>
                <c:pt idx="22">
                  <c:v>0.17616541586266046</c:v>
                </c:pt>
                <c:pt idx="23">
                  <c:v>0.17604397441271866</c:v>
                </c:pt>
                <c:pt idx="24">
                  <c:v>0.19185466032378687</c:v>
                </c:pt>
                <c:pt idx="25">
                  <c:v>0.17461820165074182</c:v>
                </c:pt>
                <c:pt idx="26">
                  <c:v>0.15298659325010774</c:v>
                </c:pt>
                <c:pt idx="27">
                  <c:v>0.17057764942578249</c:v>
                </c:pt>
                <c:pt idx="28">
                  <c:v>0.16251341412304501</c:v>
                </c:pt>
                <c:pt idx="29">
                  <c:v>0.16555082866418058</c:v>
                </c:pt>
                <c:pt idx="30">
                  <c:v>0.17786057872419928</c:v>
                </c:pt>
                <c:pt idx="31">
                  <c:v>0.17344048705150986</c:v>
                </c:pt>
                <c:pt idx="32">
                  <c:v>0.16952132303072009</c:v>
                </c:pt>
                <c:pt idx="33">
                  <c:v>0.14447326864967031</c:v>
                </c:pt>
                <c:pt idx="34">
                  <c:v>0.13055302564898999</c:v>
                </c:pt>
                <c:pt idx="35">
                  <c:v>0.11441541493684378</c:v>
                </c:pt>
                <c:pt idx="36">
                  <c:v>0.14570999971133558</c:v>
                </c:pt>
                <c:pt idx="37">
                  <c:v>0.13352395508441159</c:v>
                </c:pt>
                <c:pt idx="38">
                  <c:v>0.15027995739788388</c:v>
                </c:pt>
                <c:pt idx="39">
                  <c:v>0.16114561057042279</c:v>
                </c:pt>
                <c:pt idx="40">
                  <c:v>0.16360564244215128</c:v>
                </c:pt>
                <c:pt idx="41">
                  <c:v>0.16056358174996449</c:v>
                </c:pt>
                <c:pt idx="42">
                  <c:v>0.17086472541749634</c:v>
                </c:pt>
                <c:pt idx="43">
                  <c:v>0.15312750002005796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CD25-453F-BAEA-1AC3EDF8A03A}"/>
            </c:ext>
          </c:extLst>
        </c:ser>
        <c:ser>
          <c:idx val="0"/>
          <c:order val="1"/>
          <c:tx>
            <c:strRef>
              <c:f>Hoja1!$E$6</c:f>
              <c:strCache>
                <c:ptCount val="1"/>
                <c:pt idx="0">
                  <c:v> Edificaciones  </c:v>
                </c:pt>
              </c:strCache>
            </c:strRef>
          </c:tx>
          <c:spPr>
            <a:ln w="25400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38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D25-453F-BAEA-1AC3EDF8A03A}"/>
                </c:ext>
              </c:extLst>
            </c:dLbl>
            <c:dLbl>
              <c:idx val="43"/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DCC4-45C6-9EA8-8EBB3D73E898}"/>
                </c:ext>
              </c:extLst>
            </c:dLbl>
            <c:numFmt formatCode="0.0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Hoja1!$B$15:$C$58</c:f>
              <c:multiLvlStrCache>
                <c:ptCount val="44"/>
                <c:lvl>
                  <c:pt idx="0">
                    <c:v>mar-14</c:v>
                  </c:pt>
                  <c:pt idx="1">
                    <c:v>jun-14</c:v>
                  </c:pt>
                  <c:pt idx="2">
                    <c:v>sep-14</c:v>
                  </c:pt>
                  <c:pt idx="3">
                    <c:v>dic-14</c:v>
                  </c:pt>
                  <c:pt idx="4">
                    <c:v>mar-15</c:v>
                  </c:pt>
                  <c:pt idx="5">
                    <c:v>jun-15</c:v>
                  </c:pt>
                  <c:pt idx="6">
                    <c:v>sep-15</c:v>
                  </c:pt>
                  <c:pt idx="7">
                    <c:v>dic-15</c:v>
                  </c:pt>
                  <c:pt idx="8">
                    <c:v>mar-16</c:v>
                  </c:pt>
                  <c:pt idx="9">
                    <c:v>jun-16</c:v>
                  </c:pt>
                  <c:pt idx="10">
                    <c:v>sep-16</c:v>
                  </c:pt>
                  <c:pt idx="11">
                    <c:v>dic-16</c:v>
                  </c:pt>
                  <c:pt idx="12">
                    <c:v>mar-17</c:v>
                  </c:pt>
                  <c:pt idx="13">
                    <c:v>jun-17</c:v>
                  </c:pt>
                  <c:pt idx="14">
                    <c:v>sep-17</c:v>
                  </c:pt>
                  <c:pt idx="15">
                    <c:v>dic-17</c:v>
                  </c:pt>
                  <c:pt idx="16">
                    <c:v>mar-18</c:v>
                  </c:pt>
                  <c:pt idx="17">
                    <c:v>jun-18</c:v>
                  </c:pt>
                  <c:pt idx="18">
                    <c:v>sep-18</c:v>
                  </c:pt>
                  <c:pt idx="19">
                    <c:v>dic-18</c:v>
                  </c:pt>
                  <c:pt idx="20">
                    <c:v>mar-19</c:v>
                  </c:pt>
                  <c:pt idx="21">
                    <c:v>jun-19</c:v>
                  </c:pt>
                  <c:pt idx="22">
                    <c:v>sep-19</c:v>
                  </c:pt>
                  <c:pt idx="23">
                    <c:v>dic-19</c:v>
                  </c:pt>
                  <c:pt idx="24">
                    <c:v>mar-20</c:v>
                  </c:pt>
                  <c:pt idx="25">
                    <c:v>jun-20</c:v>
                  </c:pt>
                  <c:pt idx="26">
                    <c:v>sep-20</c:v>
                  </c:pt>
                  <c:pt idx="27">
                    <c:v>dic-20</c:v>
                  </c:pt>
                  <c:pt idx="28">
                    <c:v>mar-21</c:v>
                  </c:pt>
                  <c:pt idx="29">
                    <c:v>jun-21</c:v>
                  </c:pt>
                  <c:pt idx="30">
                    <c:v>sep-21</c:v>
                  </c:pt>
                  <c:pt idx="31">
                    <c:v>dic-21</c:v>
                  </c:pt>
                  <c:pt idx="32">
                    <c:v>mar-22</c:v>
                  </c:pt>
                  <c:pt idx="33">
                    <c:v>jun-22</c:v>
                  </c:pt>
                  <c:pt idx="34">
                    <c:v>sep-22</c:v>
                  </c:pt>
                  <c:pt idx="35">
                    <c:v>dic-22</c:v>
                  </c:pt>
                  <c:pt idx="36">
                    <c:v>mar-23</c:v>
                  </c:pt>
                  <c:pt idx="37">
                    <c:v>jun-23</c:v>
                  </c:pt>
                  <c:pt idx="38">
                    <c:v>sep-23</c:v>
                  </c:pt>
                  <c:pt idx="39">
                    <c:v>dic-23</c:v>
                  </c:pt>
                  <c:pt idx="40">
                    <c:v>mar-24</c:v>
                  </c:pt>
                  <c:pt idx="41">
                    <c:v>jun-24</c:v>
                  </c:pt>
                  <c:pt idx="42">
                    <c:v>sep-24</c:v>
                  </c:pt>
                  <c:pt idx="43">
                    <c:v>dic-24</c:v>
                  </c:pt>
                </c:lvl>
                <c:lvl>
                  <c:pt idx="0">
                    <c:v>2014</c:v>
                  </c:pt>
                  <c:pt idx="4">
                    <c:v>2015</c:v>
                  </c:pt>
                  <c:pt idx="8">
                    <c:v>2016</c:v>
                  </c:pt>
                  <c:pt idx="12">
                    <c:v>2017</c:v>
                  </c:pt>
                  <c:pt idx="16">
                    <c:v>2018</c:v>
                  </c:pt>
                  <c:pt idx="20">
                    <c:v>2019</c:v>
                  </c:pt>
                  <c:pt idx="24">
                    <c:v>2020</c:v>
                  </c:pt>
                  <c:pt idx="28">
                    <c:v>2021</c:v>
                  </c:pt>
                  <c:pt idx="32">
                    <c:v>2022</c:v>
                  </c:pt>
                  <c:pt idx="36">
                    <c:v>2023</c:v>
                  </c:pt>
                  <c:pt idx="40">
                    <c:v>2024</c:v>
                  </c:pt>
                </c:lvl>
              </c:multiLvlStrCache>
            </c:multiLvlStrRef>
          </c:cat>
          <c:val>
            <c:numRef>
              <c:f>Hoja1!$E$15:$E$58</c:f>
              <c:numCache>
                <c:formatCode>0.0%</c:formatCode>
                <c:ptCount val="44"/>
                <c:pt idx="0">
                  <c:v>3.7547004337499981E-2</c:v>
                </c:pt>
                <c:pt idx="1">
                  <c:v>3.4990417929729421E-2</c:v>
                </c:pt>
                <c:pt idx="2">
                  <c:v>3.7163592492012697E-2</c:v>
                </c:pt>
                <c:pt idx="3">
                  <c:v>2.4429406754595429E-2</c:v>
                </c:pt>
                <c:pt idx="4">
                  <c:v>2.6715248457275388E-2</c:v>
                </c:pt>
                <c:pt idx="5">
                  <c:v>2.8705350043381046E-2</c:v>
                </c:pt>
                <c:pt idx="6">
                  <c:v>3.689953147717194E-2</c:v>
                </c:pt>
                <c:pt idx="7">
                  <c:v>3.5105052298858568E-2</c:v>
                </c:pt>
                <c:pt idx="8">
                  <c:v>4.7939925293774971E-2</c:v>
                </c:pt>
                <c:pt idx="9">
                  <c:v>6.259763306197777E-2</c:v>
                </c:pt>
                <c:pt idx="10">
                  <c:v>6.4507014188881065E-2</c:v>
                </c:pt>
                <c:pt idx="11">
                  <c:v>6.4930274277346212E-2</c:v>
                </c:pt>
                <c:pt idx="12">
                  <c:v>6.7361831440811648E-2</c:v>
                </c:pt>
                <c:pt idx="13">
                  <c:v>7.2373382594515145E-2</c:v>
                </c:pt>
                <c:pt idx="14">
                  <c:v>8.0138314914452932E-2</c:v>
                </c:pt>
                <c:pt idx="15">
                  <c:v>0.10476736501971801</c:v>
                </c:pt>
                <c:pt idx="16">
                  <c:v>0.10724045705473827</c:v>
                </c:pt>
                <c:pt idx="17">
                  <c:v>0.10884457326789591</c:v>
                </c:pt>
                <c:pt idx="18">
                  <c:v>0.11978112302073053</c:v>
                </c:pt>
                <c:pt idx="19">
                  <c:v>0.13318412002366739</c:v>
                </c:pt>
                <c:pt idx="20">
                  <c:v>0.12870367040181299</c:v>
                </c:pt>
                <c:pt idx="21">
                  <c:v>0.14042577511852994</c:v>
                </c:pt>
                <c:pt idx="22">
                  <c:v>0.14458501892262374</c:v>
                </c:pt>
                <c:pt idx="23">
                  <c:v>0.15353854201503617</c:v>
                </c:pt>
                <c:pt idx="24">
                  <c:v>0.1830244687648995</c:v>
                </c:pt>
                <c:pt idx="25">
                  <c:v>0.16830479504778836</c:v>
                </c:pt>
                <c:pt idx="26">
                  <c:v>0.16840498458076719</c:v>
                </c:pt>
                <c:pt idx="27">
                  <c:v>0.19498267956050794</c:v>
                </c:pt>
                <c:pt idx="28">
                  <c:v>0.17548774307664358</c:v>
                </c:pt>
                <c:pt idx="29">
                  <c:v>0.18421034844622619</c:v>
                </c:pt>
                <c:pt idx="30">
                  <c:v>0.19417104779705574</c:v>
                </c:pt>
                <c:pt idx="31">
                  <c:v>0.18272820357027728</c:v>
                </c:pt>
                <c:pt idx="32">
                  <c:v>0.17869988474104537</c:v>
                </c:pt>
                <c:pt idx="33">
                  <c:v>0.16262155607625434</c:v>
                </c:pt>
                <c:pt idx="34">
                  <c:v>0.15754401033164644</c:v>
                </c:pt>
                <c:pt idx="35">
                  <c:v>0.13428207446199666</c:v>
                </c:pt>
                <c:pt idx="36">
                  <c:v>0.15341286711227711</c:v>
                </c:pt>
                <c:pt idx="37">
                  <c:v>0.15412851732222282</c:v>
                </c:pt>
                <c:pt idx="38">
                  <c:v>0.15540461282892051</c:v>
                </c:pt>
                <c:pt idx="39">
                  <c:v>0.1636295226035665</c:v>
                </c:pt>
                <c:pt idx="40">
                  <c:v>0.16011735989088061</c:v>
                </c:pt>
                <c:pt idx="41">
                  <c:v>0.15627672398593517</c:v>
                </c:pt>
                <c:pt idx="42">
                  <c:v>0.16268644439841798</c:v>
                </c:pt>
                <c:pt idx="43">
                  <c:v>0.15325448887088533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D25-453F-BAEA-1AC3EDF8A0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62904944"/>
        <c:axId val="62905424"/>
      </c:lineChart>
      <c:catAx>
        <c:axId val="6290494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62905424"/>
        <c:crosses val="autoZero"/>
        <c:auto val="1"/>
        <c:lblAlgn val="ctr"/>
        <c:lblOffset val="100"/>
        <c:noMultiLvlLbl val="0"/>
      </c:catAx>
      <c:valAx>
        <c:axId val="629054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62904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'Gráfico Sectores Trimestre'!$C$1</c:f>
              <c:strCache>
                <c:ptCount val="1"/>
                <c:pt idx="0">
                  <c:v> Indicador  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ysClr val="window" lastClr="FFFFFF">
                  <a:lumMod val="75000"/>
                </a:sys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B61B-49EA-9768-5794FC499478}"/>
              </c:ext>
            </c:extLst>
          </c:dPt>
          <c:dPt>
            <c:idx val="1"/>
            <c:invertIfNegative val="0"/>
            <c:bubble3D val="0"/>
            <c:spPr>
              <a:solidFill>
                <a:srgbClr val="BFBFB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61B-49EA-9768-5794FC499478}"/>
              </c:ext>
            </c:extLst>
          </c:dPt>
          <c:dPt>
            <c:idx val="2"/>
            <c:invertIfNegative val="0"/>
            <c:bubble3D val="0"/>
            <c:spPr>
              <a:solidFill>
                <a:srgbClr val="BFBFB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B61B-49EA-9768-5794FC499478}"/>
              </c:ext>
            </c:extLst>
          </c:dPt>
          <c:dPt>
            <c:idx val="8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61B-49EA-9768-5794FC499478}"/>
              </c:ext>
            </c:extLst>
          </c:dPt>
          <c:dPt>
            <c:idx val="13"/>
            <c:invertIfNegative val="0"/>
            <c:bubble3D val="0"/>
            <c:spPr>
              <a:solidFill>
                <a:srgbClr val="0020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B61B-49EA-9768-5794FC499478}"/>
              </c:ext>
            </c:extLst>
          </c:dPt>
          <c:dPt>
            <c:idx val="14"/>
            <c:invertIfNegative val="0"/>
            <c:bubble3D val="0"/>
            <c:spPr>
              <a:solidFill>
                <a:srgbClr val="00B05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11D0-47F1-A1A6-A9840E2A17EA}"/>
              </c:ext>
            </c:extLst>
          </c:dPt>
          <c:dLbls>
            <c:dLbl>
              <c:idx val="7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 algn="ctr">
                    <a:defRPr sz="1200" b="1" i="0" u="none" strike="noStrike" kern="1200" baseline="0">
                      <a:solidFill>
                        <a:srgbClr val="00206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B61B-49EA-9768-5794FC499478}"/>
                </c:ext>
              </c:extLst>
            </c:dLbl>
            <c:dLbl>
              <c:idx val="14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anchor="ctr" anchorCtr="1"/>
                <a:lstStyle/>
                <a:p>
                  <a:pPr>
                    <a:defRPr sz="1200" b="1" i="0" u="none" strike="noStrike" kern="1200" baseline="0">
                      <a:solidFill>
                        <a:srgbClr val="00B050"/>
                      </a:solidFill>
                      <a:latin typeface="Dosis" pitchFamily="2" charset="0"/>
                      <a:ea typeface="+mn-ea"/>
                      <a:cs typeface="+mn-cs"/>
                    </a:defRPr>
                  </a:pPr>
                  <a:endParaRPr lang="es-CO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A-11D0-47F1-A1A6-A9840E2A17E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rgbClr val="00206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'Gráfico Sectores Trimestre'!$B$2:$B$22</c:f>
              <c:strCache>
                <c:ptCount val="21"/>
                <c:pt idx="0">
                  <c:v>Act especializadas</c:v>
                </c:pt>
                <c:pt idx="1">
                  <c:v>Edificaciones</c:v>
                </c:pt>
                <c:pt idx="2">
                  <c:v>Ing civil</c:v>
                </c:pt>
                <c:pt idx="3">
                  <c:v>Alojamiento</c:v>
                </c:pt>
                <c:pt idx="4">
                  <c:v>Transporte</c:v>
                </c:pt>
                <c:pt idx="5">
                  <c:v>Construcción</c:v>
                </c:pt>
                <c:pt idx="6">
                  <c:v>Salud</c:v>
                </c:pt>
                <c:pt idx="7">
                  <c:v>Act entretenimiento</c:v>
                </c:pt>
                <c:pt idx="8">
                  <c:v>Comercio</c:v>
                </c:pt>
                <c:pt idx="9">
                  <c:v>Inmobiliario</c:v>
                </c:pt>
                <c:pt idx="10">
                  <c:v>Agricultura</c:v>
                </c:pt>
                <c:pt idx="11">
                  <c:v>Minas y canteras</c:v>
                </c:pt>
                <c:pt idx="12">
                  <c:v>Act ss administrativos</c:v>
                </c:pt>
                <c:pt idx="13">
                  <c:v>Enseñanza</c:v>
                </c:pt>
                <c:pt idx="14">
                  <c:v>Total General</c:v>
                </c:pt>
                <c:pt idx="15">
                  <c:v>Industrias</c:v>
                </c:pt>
                <c:pt idx="16">
                  <c:v>Act profesionales</c:v>
                </c:pt>
                <c:pt idx="17">
                  <c:v>TIC</c:v>
                </c:pt>
                <c:pt idx="18">
                  <c:v>Financiero</c:v>
                </c:pt>
                <c:pt idx="19">
                  <c:v>Adm pública</c:v>
                </c:pt>
                <c:pt idx="20">
                  <c:v>S. Públicos</c:v>
                </c:pt>
              </c:strCache>
            </c:strRef>
          </c:cat>
          <c:val>
            <c:numRef>
              <c:f>'Gráfico Sectores Trimestre'!$C$2:$C$22</c:f>
              <c:numCache>
                <c:formatCode>0.0%</c:formatCode>
                <c:ptCount val="21"/>
                <c:pt idx="0">
                  <c:v>0.24768630013358267</c:v>
                </c:pt>
                <c:pt idx="1">
                  <c:v>0.15908435139448585</c:v>
                </c:pt>
                <c:pt idx="2">
                  <c:v>0.14058293614149733</c:v>
                </c:pt>
                <c:pt idx="3">
                  <c:v>0.19934655662343118</c:v>
                </c:pt>
                <c:pt idx="4">
                  <c:v>0.1588001810570715</c:v>
                </c:pt>
                <c:pt idx="5">
                  <c:v>0.1553037779886467</c:v>
                </c:pt>
                <c:pt idx="6">
                  <c:v>0.14732212141505474</c:v>
                </c:pt>
                <c:pt idx="7">
                  <c:v>0.10201124742351146</c:v>
                </c:pt>
                <c:pt idx="8">
                  <c:v>0.10057018886216194</c:v>
                </c:pt>
                <c:pt idx="9">
                  <c:v>9.8906112983809413E-2</c:v>
                </c:pt>
                <c:pt idx="10">
                  <c:v>9.6033917066881219E-2</c:v>
                </c:pt>
                <c:pt idx="11">
                  <c:v>8.9741175449609689E-2</c:v>
                </c:pt>
                <c:pt idx="12">
                  <c:v>6.7941135263915473E-2</c:v>
                </c:pt>
                <c:pt idx="13">
                  <c:v>6.6183193962175382E-2</c:v>
                </c:pt>
                <c:pt idx="14">
                  <c:v>6.5945054909254092E-2</c:v>
                </c:pt>
                <c:pt idx="15">
                  <c:v>6.2583244319118728E-2</c:v>
                </c:pt>
                <c:pt idx="16">
                  <c:v>4.8633220168616285E-2</c:v>
                </c:pt>
                <c:pt idx="17">
                  <c:v>3.1012176740227892E-2</c:v>
                </c:pt>
                <c:pt idx="18">
                  <c:v>2.5963022288801974E-2</c:v>
                </c:pt>
                <c:pt idx="19">
                  <c:v>1.5991551792855833E-2</c:v>
                </c:pt>
                <c:pt idx="20">
                  <c:v>9.2631045177080651E-3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61B-49EA-9768-5794FC49947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1258789247"/>
        <c:axId val="1258795007"/>
      </c:barChart>
      <c:catAx>
        <c:axId val="125878924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58795007"/>
        <c:crosses val="autoZero"/>
        <c:auto val="1"/>
        <c:lblAlgn val="ctr"/>
        <c:lblOffset val="100"/>
        <c:noMultiLvlLbl val="0"/>
      </c:catAx>
      <c:valAx>
        <c:axId val="12587950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25878924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94205-53CC-47D6-AC2B-6D6C1E2D338C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75ACD7-B489-4338-BAAC-C51DEB00399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508072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75048E6B-EB14-2995-EF16-64586E87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6B70E42A-785A-6DCD-6E80-6C3937FFB8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CA4D92-471D-BFE6-38F8-0EA76195CD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2120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D42ECC27-AC6B-DF56-A2EE-F9456B748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DFE2D7B0-829F-5DC1-5BAE-983C35CDAC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C4BA7CC3-BE8D-6AD4-CC3E-368868E106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38713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74F0B09E-94D6-C46C-C73C-9F4B2367E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5A9F78D1-6046-4008-205A-A669F91371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05C3237-877C-4608-E395-372D85034F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62754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2E6A9E9D-DEFF-5509-2DC4-2DED47196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14EAAADB-ECF2-7448-2686-024162AF9A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EF8CAF4-ED50-E3A1-04A1-92E8DD57C3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1936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2E6A9E9D-DEFF-5509-2DC4-2DED47196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14EAAADB-ECF2-7448-2686-024162AF9A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EF8CAF4-ED50-E3A1-04A1-92E8DD57C3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19365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897A0C46-B96D-A74C-9046-7A573D3E7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BA562D14-1B34-0E11-FC94-1FE21A8FDD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4840F59-7CCF-D074-E043-6DA472894A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2531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AD7FE7-106F-5FB5-07BC-80746BD7D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1F10D6-46E4-E3E6-6105-40B1E1AA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56CB1A-F598-3A95-F56F-C284AD9A7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D8C102-BD7D-3A60-BFEB-D1B5AE70B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70D22DB-D3C9-E21C-F41B-9998133AC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27262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8BA39B-FC2B-FDB1-3393-C49649C34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64EBCA-4E97-6833-D27E-A8DAC7DB1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FDE480-87AE-BDDF-91C5-B4BDA7895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C79388-A01C-ABA3-FDF3-0D2DBAE08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92FDF27-B851-CE57-55C9-0BEC75304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83226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06CAC5-A15C-FC58-A76F-89771E16D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DDD2A36-A0EA-DB32-4E3E-D4AE3209F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B76DB64-38FD-3F52-1A6D-8042C38DA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B8141D-C581-B357-7F7B-1F106373F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EDB1CA-C8B6-9DAF-9CBF-9D1AAFA97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10794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4CDFD5-9B43-F78A-714D-6E04E22D9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519080-2213-22A0-03ED-DB483A9FB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8DAF93F-F69D-A646-8677-87840C1B7D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4E38F10-0191-7F37-4D3D-44BEB9F77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70CC19-B351-0C87-CBC9-D5722F16E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93DE7EB-BA5A-6247-A0C5-1FC8E9430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14608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B3A09B-9760-9931-3FA6-D579A7DA1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BCBBB99-E4A1-5C46-2E5E-9C8D25674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402EEDD-EFB1-9107-DECD-8DBCED929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98A85EF-953E-8803-4A2F-206E418444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9105135-8E56-2E67-0A0E-7DBACB326E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F41D008-3E81-D372-B0E2-B035E5E6C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DA5EB5C-B9AA-C9A9-0D82-326AF6E7D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7ED557B-0B30-13FC-9715-4D0E8F9D9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45126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12BE4D-3BBF-1640-0FB1-EF4D60A84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AB9614C-9F19-1265-5FC7-2EE7FA0B2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215E189-A295-4A08-36B6-54F912703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8FB2FB9-119A-B8CA-6D33-D678D1827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88990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010E7F3-1538-7584-43BF-AC58CC5E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A699989-5B71-AD8E-A308-B40F3FCBE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211764-4220-061E-50DB-A422742AB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71418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54ACC-523F-9BE3-B254-564CDFC0E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B40A2E-9A61-A508-5ADD-F88140F54E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89B9736-B421-3077-019A-922502F665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232DC8B-C18B-16E1-A28D-88CA839A1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8E0A078-48AA-4F8F-88C1-9A5034260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C670B1A-6B36-E04B-9223-37C841D4D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56937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034677-5DDF-B673-1E3F-FFC39C596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8C8D078-3472-24D3-898F-5AD7F745D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173B0AD-E889-C7AC-79D4-FFCB052030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078661-49EE-A2E9-5888-F38E3FF82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DEF4C44-E763-A7BE-9813-694DE02C7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4392F0-7B6F-0AB2-CA6F-915C55F67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55188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2D0232-1B8C-B73F-03D5-04E6CAFDB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06FFBF8-1C21-F248-9813-8672D9C8D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022280C-18E9-8B9A-2461-623F7870A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60AE6EC-2E56-E36C-538B-A73576D6C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F3D1A0E-4AB0-623A-9700-870C052A5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17645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90C7B03-67D1-1240-922D-BFAF6BF4DF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54137F2-ADCE-EB29-689D-F3E8A3B390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EEC218D-7250-3359-CD19-5635D7DB1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34743D-F03F-263A-ABEA-252798D8A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A942B7-5F79-AB36-BA29-74A9AF882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52889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0243A50-3E56-1FD6-5D6D-975BBAFCD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E2231A8-579D-9428-A27A-564519A87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1DFE5E4-B7D9-6DD1-8E75-5E69D48E61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166A58-EC3A-4ED0-8063-A549D68C8132}" type="datetimeFigureOut">
              <a:rPr lang="es-CO" smtClean="0"/>
              <a:t>24/06/2025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0701AA2-4AC9-649F-C71C-997E229154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B19279-735E-6530-EC04-5A22461F6B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41831-A926-46E9-A927-896B29EA148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17731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80E8B641-90AF-60EF-E865-696CA0AF4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8DEA1A51-2E27-40F3-3A7A-E378529EFEB5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4DF1D5FB-7169-D5F5-7500-46C0E7960FFE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D8EC22A7-436B-0807-5974-DE3DB0D21F83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C24361F-4FC1-0AF5-41AA-B6E6C15A09E6}"/>
              </a:ext>
            </a:extLst>
          </p:cNvPr>
          <p:cNvSpPr txBox="1"/>
          <p:nvPr/>
        </p:nvSpPr>
        <p:spPr>
          <a:xfrm>
            <a:off x="1774688" y="43794"/>
            <a:ext cx="948077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Cartera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Variación anual real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97366D5-774D-9FAE-68B7-9655F118CECE}"/>
              </a:ext>
            </a:extLst>
          </p:cNvPr>
          <p:cNvSpPr txBox="1"/>
          <p:nvPr/>
        </p:nvSpPr>
        <p:spPr>
          <a:xfrm>
            <a:off x="843280" y="6627408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Superintendencia Financiera– Cálculos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588FDBB-4813-2B40-B8BB-3301F752C3B2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A2B44FE-6F8D-C69C-619A-91777C436DA3}"/>
              </a:ext>
            </a:extLst>
          </p:cNvPr>
          <p:cNvSpPr txBox="1"/>
          <p:nvPr/>
        </p:nvSpPr>
        <p:spPr>
          <a:xfrm>
            <a:off x="1589087" y="5915464"/>
            <a:ext cx="9878388" cy="615553"/>
          </a:xfrm>
          <a:prstGeom prst="rect">
            <a:avLst/>
          </a:prstGeom>
          <a:noFill/>
        </p:spPr>
        <p:txBody>
          <a:bodyPr wrap="square" lIns="60960" tIns="30480" rIns="60960" bIns="30480" rtlCol="0" anchor="t">
            <a:spAutoFit/>
          </a:bodyPr>
          <a:lstStyle/>
          <a:p>
            <a:pPr marL="0" marR="0" lvl="0" indent="0" algn="ctr" defTabSz="9145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dirty="0">
                <a:solidFill>
                  <a:prstClr val="black"/>
                </a:solidFill>
                <a:latin typeface="Dosis"/>
              </a:rPr>
              <a:t>Después de registrar contracciones reales entre marzo y diciembre de 2023, la cartera de vivienda registra un crecimiento real de 4,5 % al corte de abril de 2025</a:t>
            </a:r>
            <a:endParaRPr kumimoji="0" lang="es-MX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C5BD7DAD-FE6D-4C00-B13A-E483FE7065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2849486"/>
              </p:ext>
            </p:extLst>
          </p:nvPr>
        </p:nvGraphicFramePr>
        <p:xfrm>
          <a:off x="936540" y="659347"/>
          <a:ext cx="11062420" cy="51849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Google Shape;101;p2">
            <a:extLst>
              <a:ext uri="{FF2B5EF4-FFF2-40B4-BE49-F238E27FC236}">
                <a16:creationId xmlns:a16="http://schemas.microsoft.com/office/drawing/2014/main" id="{63790E07-15B7-BFC8-FD02-B6A79AC8ABCD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0748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30F394D0-75CE-4894-F4B4-18312E014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3A2B8AFF-3D16-F248-A3DA-5975DDAD98B4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B5394D09-0717-D217-4997-824B0D31A470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EFD2753E-C5F1-4E8C-95D9-3484196676F6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5A7E5D5-C458-EF97-0252-D785F062B7C1}"/>
              </a:ext>
            </a:extLst>
          </p:cNvPr>
          <p:cNvSpPr txBox="1"/>
          <p:nvPr/>
        </p:nvSpPr>
        <p:spPr>
          <a:xfrm>
            <a:off x="1774688" y="43794"/>
            <a:ext cx="948077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1" i="0" u="none" strike="noStrike" kern="120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Calidad de la cartera – Indicador tradicional</a:t>
            </a:r>
          </a:p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Cartera vencida / Cartera bruta</a:t>
            </a:r>
            <a:endParaRPr kumimoji="0" lang="es-ES" sz="140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FA8A1E8-A6A0-6D69-A534-DC108FE2226B}"/>
              </a:ext>
            </a:extLst>
          </p:cNvPr>
          <p:cNvSpPr txBox="1"/>
          <p:nvPr/>
        </p:nvSpPr>
        <p:spPr>
          <a:xfrm>
            <a:off x="843280" y="6627408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Superintendencia Financiera– Cálculos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450CFE12-5865-49D2-C59D-CC601FB4CB72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9D8A63C-8B8E-6B2F-743A-67E574E1D8BC}"/>
              </a:ext>
            </a:extLst>
          </p:cNvPr>
          <p:cNvSpPr txBox="1"/>
          <p:nvPr/>
        </p:nvSpPr>
        <p:spPr>
          <a:xfrm>
            <a:off x="1589087" y="6047544"/>
            <a:ext cx="9878388" cy="615553"/>
          </a:xfrm>
          <a:prstGeom prst="rect">
            <a:avLst/>
          </a:prstGeom>
          <a:noFill/>
        </p:spPr>
        <p:txBody>
          <a:bodyPr wrap="square" lIns="60960" tIns="30480" rIns="60960" bIns="30480" rtlCol="0" anchor="t">
            <a:spAutoFit/>
          </a:bodyPr>
          <a:lstStyle/>
          <a:p>
            <a:pPr marL="0" marR="0" lvl="0" indent="0" algn="ctr" defTabSz="9145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>
                <a:solidFill>
                  <a:prstClr val="black"/>
                </a:solidFill>
                <a:latin typeface="Dosis"/>
              </a:rPr>
              <a:t>En todos los rubros de cartera, se han presentado incrementos en el indicador de calidad tradicional, excepto en el de consumo a marzo 2025</a:t>
            </a:r>
            <a:endParaRPr kumimoji="0" lang="es-MX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4CC5CA46-78C0-1ED4-085F-A40931C409B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6911747"/>
              </p:ext>
            </p:extLst>
          </p:nvPr>
        </p:nvGraphicFramePr>
        <p:xfrm>
          <a:off x="936540" y="659347"/>
          <a:ext cx="11062420" cy="51849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Google Shape;101;p2">
            <a:extLst>
              <a:ext uri="{FF2B5EF4-FFF2-40B4-BE49-F238E27FC236}">
                <a16:creationId xmlns:a16="http://schemas.microsoft.com/office/drawing/2014/main" id="{FD71A52B-D5B6-FE26-CCC0-723E741FD377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defTabSz="609690">
              <a:defRPr/>
            </a:pPr>
            <a:endParaRPr lang="es-CO" sz="1200"/>
          </a:p>
        </p:txBody>
      </p:sp>
    </p:spTree>
    <p:extLst>
      <p:ext uri="{BB962C8B-B14F-4D97-AF65-F5344CB8AC3E}">
        <p14:creationId xmlns:p14="http://schemas.microsoft.com/office/powerpoint/2010/main" val="1196800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8B19415C-7B02-3CB4-D602-5AFC2F0B8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D6077225-0E8E-4A00-2960-8477E7B71196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F1C623A5-BF64-244D-3608-9C73B896CF88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54DB6B39-ED79-2761-4273-4AEFB463CD1B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3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57AA2FD5-7CC3-1749-5CE1-DFD3259C9653}"/>
              </a:ext>
            </a:extLst>
          </p:cNvPr>
          <p:cNvSpPr txBox="1"/>
          <p:nvPr/>
        </p:nvSpPr>
        <p:spPr>
          <a:xfrm>
            <a:off x="9483123" y="6566447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3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81F57EA-42A5-9D25-0C7E-0AA3D1A4B0A9}"/>
              </a:ext>
            </a:extLst>
          </p:cNvPr>
          <p:cNvSpPr txBox="1"/>
          <p:nvPr/>
        </p:nvSpPr>
        <p:spPr>
          <a:xfrm>
            <a:off x="833120" y="6605701"/>
            <a:ext cx="103007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Superintendencia Financiera de Colombia– Cálculos Camacol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9295CC0-666F-928D-4C6E-BEBD70477A73}"/>
              </a:ext>
            </a:extLst>
          </p:cNvPr>
          <p:cNvSpPr txBox="1"/>
          <p:nvPr/>
        </p:nvSpPr>
        <p:spPr>
          <a:xfrm>
            <a:off x="934720" y="5741231"/>
            <a:ext cx="1115717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En los tres últimos años, la calidad de cartera del </a:t>
            </a:r>
            <a:r>
              <a:rPr kumimoji="0" lang="es-MX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subsector edificador </a:t>
            </a:r>
            <a:r>
              <a:rPr kumimoji="0" lang="es-MX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se ha estabilizado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ABD32D9-BBBA-66E8-E98D-1153085DC4F0}"/>
              </a:ext>
            </a:extLst>
          </p:cNvPr>
          <p:cNvSpPr txBox="1"/>
          <p:nvPr/>
        </p:nvSpPr>
        <p:spPr>
          <a:xfrm>
            <a:off x="1835242" y="73167"/>
            <a:ext cx="935613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Indicador de calidad de cartera comercial en el subsector de construcción de edificios</a:t>
            </a:r>
          </a:p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9BD6538-309F-D4EB-AB4D-AC199E527ED2}"/>
              </a:ext>
            </a:extLst>
          </p:cNvPr>
          <p:cNvSpPr txBox="1"/>
          <p:nvPr/>
        </p:nvSpPr>
        <p:spPr>
          <a:xfrm>
            <a:off x="1061699" y="6160893"/>
            <a:ext cx="106926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</a:rPr>
              <a:t>Nota: Indicador de calidad de cartera por calificación el cual corresponde a cartera calificada B, C, D y E (hace referencia a créditos de capital vencidos con más de 1 mes en mora) sobre la cartera y leasing bruto.</a:t>
            </a: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</a:endParaRPr>
          </a:p>
        </p:txBody>
      </p:sp>
      <p:graphicFrame>
        <p:nvGraphicFramePr>
          <p:cNvPr id="12" name="Gráfico 11">
            <a:extLst>
              <a:ext uri="{FF2B5EF4-FFF2-40B4-BE49-F238E27FC236}">
                <a16:creationId xmlns:a16="http://schemas.microsoft.com/office/drawing/2014/main" id="{23FE262C-B898-E194-4CAB-624C6912D3E6}"/>
              </a:ext>
            </a:extLst>
          </p:cNvPr>
          <p:cNvGraphicFramePr>
            <a:graphicFrameLocks/>
          </p:cNvGraphicFramePr>
          <p:nvPr/>
        </p:nvGraphicFramePr>
        <p:xfrm>
          <a:off x="1252507" y="734040"/>
          <a:ext cx="10649683" cy="49587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Google Shape;101;p2">
            <a:extLst>
              <a:ext uri="{FF2B5EF4-FFF2-40B4-BE49-F238E27FC236}">
                <a16:creationId xmlns:a16="http://schemas.microsoft.com/office/drawing/2014/main" id="{9493CF0E-FE12-6159-2067-801DE391D1C5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9992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253F330E-2211-746E-2D17-E06968471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5A32A305-99E7-3965-568D-F659DAEC4EE7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53830852-B24C-698C-F61B-0A4D6900525A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EF31D851-73D8-9796-48C5-1F9D6E2181D4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3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D512F258-D23B-048F-0D29-A51F928117BF}"/>
              </a:ext>
            </a:extLst>
          </p:cNvPr>
          <p:cNvSpPr txBox="1"/>
          <p:nvPr/>
        </p:nvSpPr>
        <p:spPr>
          <a:xfrm>
            <a:off x="9483123" y="6566447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3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088346C-AEDA-F38A-74E6-374D8FA0F7C6}"/>
              </a:ext>
            </a:extLst>
          </p:cNvPr>
          <p:cNvSpPr txBox="1"/>
          <p:nvPr/>
        </p:nvSpPr>
        <p:spPr>
          <a:xfrm>
            <a:off x="833120" y="6605701"/>
            <a:ext cx="103007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Superintendencia Financiera de Colombia– Cálculos Camacol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D70E5A9-42CB-CCEB-EB5D-9A2079219881}"/>
              </a:ext>
            </a:extLst>
          </p:cNvPr>
          <p:cNvSpPr txBox="1"/>
          <p:nvPr/>
        </p:nvSpPr>
        <p:spPr>
          <a:xfrm>
            <a:off x="760640" y="5767753"/>
            <a:ext cx="1143136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Desde último trimestre 2022, la calidad de cartera del </a:t>
            </a:r>
            <a:r>
              <a:rPr kumimoji="0" lang="es-MX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sector constructor </a:t>
            </a:r>
            <a:r>
              <a:rPr kumimoji="0" lang="es-MX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ha empeorado y se ha mantenido por encima del 15%</a:t>
            </a:r>
            <a:endParaRPr kumimoji="0" lang="es-MX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Arial"/>
              <a:sym typeface="Arial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B00261F-2A1E-28B4-7C2A-758B3182E2CE}"/>
              </a:ext>
            </a:extLst>
          </p:cNvPr>
          <p:cNvSpPr txBox="1"/>
          <p:nvPr/>
        </p:nvSpPr>
        <p:spPr>
          <a:xfrm>
            <a:off x="1835242" y="73167"/>
            <a:ext cx="935613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Indicador de calidad de cartera comercial en la construcción y las edificaciones</a:t>
            </a:r>
          </a:p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F2DCB77-4B92-AD41-BB33-BCF6F0DA1417}"/>
              </a:ext>
            </a:extLst>
          </p:cNvPr>
          <p:cNvSpPr txBox="1"/>
          <p:nvPr/>
        </p:nvSpPr>
        <p:spPr>
          <a:xfrm>
            <a:off x="1166959" y="6194440"/>
            <a:ext cx="106926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</a:rPr>
              <a:t>Nota: Indicador de calidad de cartera por calificación el cual corresponde a cartera calificada B, C, D y E (hace referencia a créditos de capital vencidos con más de 1 mes en mora) sobre la cartera y leasing bruto.</a:t>
            </a: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</a:endParaRP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23FE262C-B898-E194-4CAB-624C6912D3E6}"/>
              </a:ext>
            </a:extLst>
          </p:cNvPr>
          <p:cNvGraphicFramePr>
            <a:graphicFrameLocks/>
          </p:cNvGraphicFramePr>
          <p:nvPr/>
        </p:nvGraphicFramePr>
        <p:xfrm>
          <a:off x="1134104" y="744116"/>
          <a:ext cx="10724633" cy="495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Google Shape;101;p2">
            <a:extLst>
              <a:ext uri="{FF2B5EF4-FFF2-40B4-BE49-F238E27FC236}">
                <a16:creationId xmlns:a16="http://schemas.microsoft.com/office/drawing/2014/main" id="{0D5ADC3E-36B1-37C5-E53F-8B5547BC72D8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48286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253F330E-2211-746E-2D17-E06968471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5A32A305-99E7-3965-568D-F659DAEC4EE7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53830852-B24C-698C-F61B-0A4D6900525A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EF31D851-73D8-9796-48C5-1F9D6E2181D4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3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D512F258-D23B-048F-0D29-A51F928117BF}"/>
              </a:ext>
            </a:extLst>
          </p:cNvPr>
          <p:cNvSpPr txBox="1"/>
          <p:nvPr/>
        </p:nvSpPr>
        <p:spPr>
          <a:xfrm>
            <a:off x="9483123" y="6566447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3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7088346C-AEDA-F38A-74E6-374D8FA0F7C6}"/>
              </a:ext>
            </a:extLst>
          </p:cNvPr>
          <p:cNvSpPr txBox="1"/>
          <p:nvPr/>
        </p:nvSpPr>
        <p:spPr>
          <a:xfrm>
            <a:off x="833120" y="6605701"/>
            <a:ext cx="103007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Superintendencia Financiera de Colombia– Cálculos Camacol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D70E5A9-42CB-CCEB-EB5D-9A2079219881}"/>
              </a:ext>
            </a:extLst>
          </p:cNvPr>
          <p:cNvSpPr txBox="1"/>
          <p:nvPr/>
        </p:nvSpPr>
        <p:spPr>
          <a:xfrm>
            <a:off x="1034824" y="5767753"/>
            <a:ext cx="1115717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En el último año, la calidad de cartera del </a:t>
            </a:r>
            <a:r>
              <a:rPr kumimoji="0" lang="es-MX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sector constructor </a:t>
            </a:r>
            <a:r>
              <a:rPr kumimoji="0" lang="es-MX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ha empeorado</a:t>
            </a:r>
            <a:endParaRPr kumimoji="0" lang="es-MX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Arial"/>
              <a:sym typeface="Arial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B00261F-2A1E-28B4-7C2A-758B3182E2CE}"/>
              </a:ext>
            </a:extLst>
          </p:cNvPr>
          <p:cNvSpPr txBox="1"/>
          <p:nvPr/>
        </p:nvSpPr>
        <p:spPr>
          <a:xfrm>
            <a:off x="1835242" y="73167"/>
            <a:ext cx="935613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Indicador de calidad de cartera comercial en la construcción y las edificaciones</a:t>
            </a:r>
          </a:p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F2DCB77-4B92-AD41-BB33-BCF6F0DA1417}"/>
              </a:ext>
            </a:extLst>
          </p:cNvPr>
          <p:cNvSpPr txBox="1"/>
          <p:nvPr/>
        </p:nvSpPr>
        <p:spPr>
          <a:xfrm>
            <a:off x="1166959" y="6194440"/>
            <a:ext cx="106926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</a:rPr>
              <a:t>Nota: Indicador de calidad de cartera por calificación el cual corresponde a cartera calificada B, C, D y E (hace referencia a créditos de capital vencidos con más de 1 mes en mora) sobre la cartera y leasing bruto.</a:t>
            </a: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</a:endParaRP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23FE262C-B898-E194-4CAB-624C6912D3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6985147"/>
              </p:ext>
            </p:extLst>
          </p:nvPr>
        </p:nvGraphicFramePr>
        <p:xfrm>
          <a:off x="1134104" y="744116"/>
          <a:ext cx="10724633" cy="495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" name="Google Shape;101;p2">
            <a:extLst>
              <a:ext uri="{FF2B5EF4-FFF2-40B4-BE49-F238E27FC236}">
                <a16:creationId xmlns:a16="http://schemas.microsoft.com/office/drawing/2014/main" id="{3CCC5561-ACB6-578D-8AAB-0F1344245F23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8109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639E7C54-993A-8605-E4DE-C247D0079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AF6E6845-CA2D-2B84-5E92-AF7A71464B13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C8BC4FCF-FF48-4EEF-58A2-3C385D226030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3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D782BBB4-9146-FA82-403A-74D788E81AE6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3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0AF497A4-A807-1986-88AC-A019004C671C}"/>
              </a:ext>
            </a:extLst>
          </p:cNvPr>
          <p:cNvSpPr txBox="1"/>
          <p:nvPr/>
        </p:nvSpPr>
        <p:spPr>
          <a:xfrm>
            <a:off x="9483123" y="6566447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3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BAA9C2B-0D76-CA82-84DC-4288D6C297A6}"/>
              </a:ext>
            </a:extLst>
          </p:cNvPr>
          <p:cNvSpPr txBox="1"/>
          <p:nvPr/>
        </p:nvSpPr>
        <p:spPr>
          <a:xfrm>
            <a:off x="833120" y="6605701"/>
            <a:ext cx="103007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Superintendencia Financiera de Colombia– Cálculos Camacol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1E597C2-C9D6-3A9C-58AA-FFE8313444E8}"/>
              </a:ext>
            </a:extLst>
          </p:cNvPr>
          <p:cNvSpPr txBox="1"/>
          <p:nvPr/>
        </p:nvSpPr>
        <p:spPr>
          <a:xfrm>
            <a:off x="965200" y="5581948"/>
            <a:ext cx="11157176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La construcción es el tercer sector en el ranking de calidad de la </a:t>
            </a:r>
            <a:r>
              <a:rPr kumimoji="0" lang="es-MX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/>
                <a:ea typeface="+mn-ea"/>
                <a:cs typeface="Arial"/>
                <a:sym typeface="Arial"/>
              </a:rPr>
              <a:t>cartera comercial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6F85A50-C5D3-313F-456E-E7B2462C975D}"/>
              </a:ext>
            </a:extLst>
          </p:cNvPr>
          <p:cNvSpPr txBox="1"/>
          <p:nvPr/>
        </p:nvSpPr>
        <p:spPr>
          <a:xfrm>
            <a:off x="1643805" y="136170"/>
            <a:ext cx="1009560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000" b="1" i="0" u="none" strike="noStrike" kern="0" cap="none" spc="0" normalizeH="0" baseline="0" noProof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Indicador de calidad de cartera comercial por sectores económicos -  I trimestre del 2025</a:t>
            </a:r>
          </a:p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B48AFB3-E5F4-2C7D-C0EA-2B50D459DC9A}"/>
              </a:ext>
            </a:extLst>
          </p:cNvPr>
          <p:cNvSpPr txBox="1"/>
          <p:nvPr/>
        </p:nvSpPr>
        <p:spPr>
          <a:xfrm>
            <a:off x="1046709" y="6119792"/>
            <a:ext cx="106926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</a:rPr>
              <a:t>Nota: Indicador de calidad de cartera por calificación el cual corresponde a cartera calificada B, C, D y E (hace referencia a créditos de capital vencidos con más de 1 mes en mora) sobre la cartera y leasing bruto.</a:t>
            </a:r>
            <a:endParaRPr kumimoji="0" lang="es-CO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</a:endParaRPr>
          </a:p>
        </p:txBody>
      </p:sp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CF28B6AA-D8F8-4D35-B0BE-FAC7078CE0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06759"/>
              </p:ext>
            </p:extLst>
          </p:nvPr>
        </p:nvGraphicFramePr>
        <p:xfrm>
          <a:off x="1194660" y="937127"/>
          <a:ext cx="10737509" cy="45275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Rectángulo 11">
            <a:extLst>
              <a:ext uri="{FF2B5EF4-FFF2-40B4-BE49-F238E27FC236}">
                <a16:creationId xmlns:a16="http://schemas.microsoft.com/office/drawing/2014/main" id="{3CE5EF34-072E-D135-39F3-513C59D03D6F}"/>
              </a:ext>
            </a:extLst>
          </p:cNvPr>
          <p:cNvSpPr/>
          <p:nvPr/>
        </p:nvSpPr>
        <p:spPr>
          <a:xfrm>
            <a:off x="1849067" y="1211429"/>
            <a:ext cx="1403799" cy="3060767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s-CO"/>
          </a:p>
        </p:txBody>
      </p:sp>
      <p:sp>
        <p:nvSpPr>
          <p:cNvPr id="3" name="Google Shape;101;p2">
            <a:extLst>
              <a:ext uri="{FF2B5EF4-FFF2-40B4-BE49-F238E27FC236}">
                <a16:creationId xmlns:a16="http://schemas.microsoft.com/office/drawing/2014/main" id="{5D45586D-38E7-EF89-BEBA-A2A0B0946493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53654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C3C2A87D08D409B3F8E77471845A6" ma:contentTypeVersion="17" ma:contentTypeDescription="Create a new document." ma:contentTypeScope="" ma:versionID="c183e8ef4075ce3bee142c121839b84b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54e9e5cb529ceac8d53a7862cdca92d4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Props1.xml><?xml version="1.0" encoding="utf-8"?>
<ds:datastoreItem xmlns:ds="http://schemas.openxmlformats.org/officeDocument/2006/customXml" ds:itemID="{552D206F-9936-434D-B465-9FB8E2B6CF7E}"/>
</file>

<file path=customXml/itemProps2.xml><?xml version="1.0" encoding="utf-8"?>
<ds:datastoreItem xmlns:ds="http://schemas.openxmlformats.org/officeDocument/2006/customXml" ds:itemID="{E15B0070-D812-470D-B622-66CC6A1A38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6E3FC05-ED36-4020-B0EF-DC046C153CBE}">
  <ds:schemaRefs>
    <ds:schemaRef ds:uri="http://www.w3.org/XML/1998/namespace"/>
    <ds:schemaRef ds:uri="d62384bc-84af-4cee-9670-bdd7e3103028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infopath/2007/PartnerControls"/>
    <ds:schemaRef ds:uri="d07a1b0e-5e0d-4395-b8ed-6b7f4c24bf15"/>
    <ds:schemaRef ds:uri="http://schemas.microsoft.com/sharepoint/v3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483</Words>
  <Application>Microsoft Office PowerPoint</Application>
  <PresentationFormat>Panorámica</PresentationFormat>
  <Paragraphs>63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Cambria</vt:lpstr>
      <vt:lpstr>Dosis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Nathaly Castro</dc:creator>
  <cp:lastModifiedBy>Juan Fernando Cardozo Bohorquez</cp:lastModifiedBy>
  <cp:revision>1</cp:revision>
  <dcterms:created xsi:type="dcterms:W3CDTF">2025-03-14T19:39:55Z</dcterms:created>
  <dcterms:modified xsi:type="dcterms:W3CDTF">2025-06-24T14:25:13Z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  <property fmtid="{D5CDD505-2E9C-101B-9397-08002B2CF9AE}" pid="3" name="MediaServiceImageTags">
    <vt:lpwstr/>
  </property>
</Properties>
</file>