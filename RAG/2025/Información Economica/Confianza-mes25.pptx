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2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3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sldIdLst>
    <p:sldId id="14934" r:id="rId5"/>
    <p:sldId id="15121" r:id="rId6"/>
    <p:sldId id="2147474773" r:id="rId7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00B050"/>
    <a:srgbClr val="56A0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C5B23A-1EDC-4ABD-B2A2-24F69AC82862}" v="17" dt="2025-10-29T12:13:21.50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23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uan Fernando Cardozo Bohorquez" userId="77be3ac0-b86e-40b8-9a26-78cb499008ea" providerId="ADAL" clId="{47C7FDE7-05BA-447D-81DF-66D2D4A4EEAC}"/>
    <pc:docChg chg="modSld">
      <pc:chgData name="Juan Fernando Cardozo Bohorquez" userId="77be3ac0-b86e-40b8-9a26-78cb499008ea" providerId="ADAL" clId="{47C7FDE7-05BA-447D-81DF-66D2D4A4EEAC}" dt="2025-07-30T14:26:15.288" v="1" actId="27918"/>
      <pc:docMkLst>
        <pc:docMk/>
      </pc:docMkLst>
      <pc:sldChg chg="mod">
        <pc:chgData name="Juan Fernando Cardozo Bohorquez" userId="77be3ac0-b86e-40b8-9a26-78cb499008ea" providerId="ADAL" clId="{47C7FDE7-05BA-447D-81DF-66D2D4A4EEAC}" dt="2025-07-30T14:26:15.288" v="1" actId="27918"/>
        <pc:sldMkLst>
          <pc:docMk/>
          <pc:sldMk cId="592365911" sldId="14934"/>
        </pc:sldMkLst>
      </pc:sldChg>
    </pc:docChg>
  </pc:docChgLst>
  <pc:docChgLst>
    <pc:chgData name="Maria Paula Moreno" userId="7f06c5a4-f807-4a12-9115-03c525bf8f95" providerId="ADAL" clId="{B152E512-1108-44A4-8171-6C11C3698561}"/>
    <pc:docChg chg="custSel modSld">
      <pc:chgData name="Maria Paula Moreno" userId="7f06c5a4-f807-4a12-9115-03c525bf8f95" providerId="ADAL" clId="{B152E512-1108-44A4-8171-6C11C3698561}" dt="2025-03-12T14:36:37.853" v="207" actId="1076"/>
      <pc:docMkLst>
        <pc:docMk/>
      </pc:docMkLst>
      <pc:sldChg chg="modSp mod">
        <pc:chgData name="Maria Paula Moreno" userId="7f06c5a4-f807-4a12-9115-03c525bf8f95" providerId="ADAL" clId="{B152E512-1108-44A4-8171-6C11C3698561}" dt="2025-03-12T14:30:10.658" v="61" actId="20577"/>
        <pc:sldMkLst>
          <pc:docMk/>
          <pc:sldMk cId="592365911" sldId="14934"/>
        </pc:sldMkLst>
      </pc:sldChg>
      <pc:sldChg chg="modSp mod">
        <pc:chgData name="Maria Paula Moreno" userId="7f06c5a4-f807-4a12-9115-03c525bf8f95" providerId="ADAL" clId="{B152E512-1108-44A4-8171-6C11C3698561}" dt="2025-03-12T14:36:37.853" v="207" actId="1076"/>
        <pc:sldMkLst>
          <pc:docMk/>
          <pc:sldMk cId="1012105312" sldId="15121"/>
        </pc:sldMkLst>
      </pc:sldChg>
    </pc:docChg>
  </pc:docChgLst>
  <pc:docChgLst>
    <pc:chgData name="Diego Fernando Montañez Herrera" userId="82695c21-d357-4296-ab2b-5452df8abee9" providerId="ADAL" clId="{0B8B879A-A57E-40BE-B891-1942879D3390}"/>
    <pc:docChg chg="addSld modSld">
      <pc:chgData name="Diego Fernando Montañez Herrera" userId="82695c21-d357-4296-ab2b-5452df8abee9" providerId="ADAL" clId="{0B8B879A-A57E-40BE-B891-1942879D3390}" dt="2025-07-30T14:35:34.100" v="0"/>
      <pc:docMkLst>
        <pc:docMk/>
      </pc:docMkLst>
      <pc:sldChg chg="add">
        <pc:chgData name="Diego Fernando Montañez Herrera" userId="82695c21-d357-4296-ab2b-5452df8abee9" providerId="ADAL" clId="{0B8B879A-A57E-40BE-B891-1942879D3390}" dt="2025-07-30T14:35:34.100" v="0"/>
        <pc:sldMkLst>
          <pc:docMk/>
          <pc:sldMk cId="392136012" sldId="2147474773"/>
        </pc:sldMkLst>
      </pc:sldChg>
    </pc:docChg>
  </pc:docChgLst>
  <pc:docChgLst>
    <pc:chgData name="Juan Fernando Cardozo Bohorquez" userId="77be3ac0-b86e-40b8-9a26-78cb499008ea" providerId="ADAL" clId="{F996EA28-58A6-4D6B-AE64-8AED58A0A3B2}"/>
    <pc:docChg chg="modSld">
      <pc:chgData name="Juan Fernando Cardozo Bohorquez" userId="77be3ac0-b86e-40b8-9a26-78cb499008ea" providerId="ADAL" clId="{F996EA28-58A6-4D6B-AE64-8AED58A0A3B2}" dt="2025-06-26T13:29:25.780" v="204"/>
      <pc:docMkLst>
        <pc:docMk/>
      </pc:docMkLst>
      <pc:sldChg chg="modSp mod">
        <pc:chgData name="Juan Fernando Cardozo Bohorquez" userId="77be3ac0-b86e-40b8-9a26-78cb499008ea" providerId="ADAL" clId="{F996EA28-58A6-4D6B-AE64-8AED58A0A3B2}" dt="2025-06-26T13:20:13.391" v="89" actId="20577"/>
        <pc:sldMkLst>
          <pc:docMk/>
          <pc:sldMk cId="592365911" sldId="14934"/>
        </pc:sldMkLst>
      </pc:sldChg>
      <pc:sldChg chg="modSp mod">
        <pc:chgData name="Juan Fernando Cardozo Bohorquez" userId="77be3ac0-b86e-40b8-9a26-78cb499008ea" providerId="ADAL" clId="{F996EA28-58A6-4D6B-AE64-8AED58A0A3B2}" dt="2025-06-26T13:29:25.780" v="204"/>
        <pc:sldMkLst>
          <pc:docMk/>
          <pc:sldMk cId="1012105312" sldId="15121"/>
        </pc:sldMkLst>
      </pc:sldChg>
    </pc:docChg>
  </pc:docChgLst>
  <pc:docChgLst>
    <pc:chgData name="Maria Paula Moreno" userId="7f06c5a4-f807-4a12-9115-03c525bf8f95" providerId="ADAL" clId="{D3DFF940-735B-4109-A79F-01CF7661295E}"/>
    <pc:docChg chg="modSld">
      <pc:chgData name="Maria Paula Moreno" userId="7f06c5a4-f807-4a12-9115-03c525bf8f95" providerId="ADAL" clId="{D3DFF940-735B-4109-A79F-01CF7661295E}" dt="2025-07-30T14:46:50.044" v="29" actId="20577"/>
      <pc:docMkLst>
        <pc:docMk/>
      </pc:docMkLst>
      <pc:sldChg chg="modSp mod">
        <pc:chgData name="Maria Paula Moreno" userId="7f06c5a4-f807-4a12-9115-03c525bf8f95" providerId="ADAL" clId="{D3DFF940-735B-4109-A79F-01CF7661295E}" dt="2025-07-30T14:46:50.044" v="29" actId="20577"/>
        <pc:sldMkLst>
          <pc:docMk/>
          <pc:sldMk cId="392136012" sldId="2147474773"/>
        </pc:sldMkLst>
      </pc:sldChg>
    </pc:docChg>
  </pc:docChgLst>
  <pc:docChgLst>
    <pc:chgData name="Juan Fernando Cardozo Bohorquez" userId="77be3ac0-b86e-40b8-9a26-78cb499008ea" providerId="ADAL" clId="{41C33D28-6993-4F59-A0B1-83CA8A78724C}"/>
    <pc:docChg chg="modSld">
      <pc:chgData name="Juan Fernando Cardozo Bohorquez" userId="77be3ac0-b86e-40b8-9a26-78cb499008ea" providerId="ADAL" clId="{41C33D28-6993-4F59-A0B1-83CA8A78724C}" dt="2025-10-29T12:14:12.692" v="62" actId="20577"/>
      <pc:docMkLst>
        <pc:docMk/>
      </pc:docMkLst>
      <pc:sldChg chg="modSp mod">
        <pc:chgData name="Juan Fernando Cardozo Bohorquez" userId="77be3ac0-b86e-40b8-9a26-78cb499008ea" providerId="ADAL" clId="{41C33D28-6993-4F59-A0B1-83CA8A78724C}" dt="2025-10-29T12:14:12.692" v="62" actId="20577"/>
        <pc:sldMkLst>
          <pc:docMk/>
          <pc:sldMk cId="392136012" sldId="2147474773"/>
        </pc:sldMkLst>
        <pc:spChg chg="mod">
          <ac:chgData name="Juan Fernando Cardozo Bohorquez" userId="77be3ac0-b86e-40b8-9a26-78cb499008ea" providerId="ADAL" clId="{41C33D28-6993-4F59-A0B1-83CA8A78724C}" dt="2025-10-29T12:14:12.692" v="62" actId="20577"/>
          <ac:spMkLst>
            <pc:docMk/>
            <pc:sldMk cId="392136012" sldId="2147474773"/>
            <ac:spMk id="4" creationId="{AB8EA146-1BEF-3A39-9060-BAEB4D91D454}"/>
          </ac:spMkLst>
        </pc:spChg>
        <pc:graphicFrameChg chg="mod">
          <ac:chgData name="Juan Fernando Cardozo Bohorquez" userId="77be3ac0-b86e-40b8-9a26-78cb499008ea" providerId="ADAL" clId="{41C33D28-6993-4F59-A0B1-83CA8A78724C}" dt="2025-10-29T12:13:19.540" v="13" actId="6549"/>
          <ac:graphicFrameMkLst>
            <pc:docMk/>
            <pc:sldMk cId="392136012" sldId="2147474773"/>
            <ac:graphicFrameMk id="3" creationId="{481D5D5D-6600-48BA-A7DC-CCF9941901FA}"/>
          </ac:graphicFrameMkLst>
        </pc:graphicFrameChg>
      </pc:sldChg>
    </pc:docChg>
  </pc:docChgLst>
  <pc:docChgLst>
    <pc:chgData name="Juan Fernando Cardozo Bohorquez" userId="77be3ac0-b86e-40b8-9a26-78cb499008ea" providerId="ADAL" clId="{F8E89A17-26E5-4A8A-AC71-364166C03896}"/>
    <pc:docChg chg="modSld">
      <pc:chgData name="Juan Fernando Cardozo Bohorquez" userId="77be3ac0-b86e-40b8-9a26-78cb499008ea" providerId="ADAL" clId="{F8E89A17-26E5-4A8A-AC71-364166C03896}" dt="2025-09-24T14:00:54.914" v="55" actId="20577"/>
      <pc:docMkLst>
        <pc:docMk/>
      </pc:docMkLst>
      <pc:sldChg chg="modSp mod">
        <pc:chgData name="Juan Fernando Cardozo Bohorquez" userId="77be3ac0-b86e-40b8-9a26-78cb499008ea" providerId="ADAL" clId="{F8E89A17-26E5-4A8A-AC71-364166C03896}" dt="2025-09-24T14:00:54.914" v="55" actId="20577"/>
        <pc:sldMkLst>
          <pc:docMk/>
          <pc:sldMk cId="392136012" sldId="2147474773"/>
        </pc:sldMkLst>
      </pc:sldChg>
    </pc:docChg>
  </pc:docChgLst>
  <pc:docChgLst>
    <pc:chgData name="Juan Fernando Cardozo Bohorquez" userId="77be3ac0-b86e-40b8-9a26-78cb499008ea" providerId="ADAL" clId="{F860FB6C-819F-4E38-806B-176D38AC4C6C}"/>
    <pc:docChg chg="modSld">
      <pc:chgData name="Juan Fernando Cardozo Bohorquez" userId="77be3ac0-b86e-40b8-9a26-78cb499008ea" providerId="ADAL" clId="{F860FB6C-819F-4E38-806B-176D38AC4C6C}" dt="2025-08-27T14:16:55.873" v="45"/>
      <pc:docMkLst>
        <pc:docMk/>
      </pc:docMkLst>
      <pc:sldChg chg="modSp mod">
        <pc:chgData name="Juan Fernando Cardozo Bohorquez" userId="77be3ac0-b86e-40b8-9a26-78cb499008ea" providerId="ADAL" clId="{F860FB6C-819F-4E38-806B-176D38AC4C6C}" dt="2025-08-27T14:16:55.873" v="45"/>
        <pc:sldMkLst>
          <pc:docMk/>
          <pc:sldMk cId="392136012" sldId="2147474773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2510462962962962E-2"/>
          <c:y val="8.111432847263883E-2"/>
          <c:w val="0.8892765740740739"/>
          <c:h val="0.85044460164822477"/>
        </c:manualLayout>
      </c:layout>
      <c:lineChart>
        <c:grouping val="standard"/>
        <c:varyColors val="0"/>
        <c:ser>
          <c:idx val="0"/>
          <c:order val="0"/>
          <c:tx>
            <c:strRef>
              <c:f>Gráfico!$C$2</c:f>
              <c:strCache>
                <c:ptCount val="1"/>
                <c:pt idx="0">
                  <c:v>ICC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76"/>
              <c:layout>
                <c:manualLayout>
                  <c:x val="-2.7046296296296297E-2"/>
                  <c:y val="-0.10752029763098975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BF8-4302-90F0-2C3FC9D63FB6}"/>
                </c:ext>
              </c:extLst>
            </c:dLbl>
            <c:dLbl>
              <c:idx val="8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BF8-4302-90F0-2C3FC9D63FB6}"/>
                </c:ext>
              </c:extLst>
            </c:dLbl>
            <c:spPr>
              <a:solidFill>
                <a:srgbClr val="0E2841">
                  <a:lumMod val="50000"/>
                  <a:lumOff val="50000"/>
                </a:srgb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Gráfico!$B$99:$B$187</c:f>
              <c:numCache>
                <c:formatCode>mmm\-yy</c:formatCode>
                <c:ptCount val="89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</c:numCache>
            </c:numRef>
          </c:cat>
          <c:val>
            <c:numRef>
              <c:f>Gráfico!$C$99:$C$187</c:f>
              <c:numCache>
                <c:formatCode>0.0%</c:formatCode>
                <c:ptCount val="89"/>
                <c:pt idx="0">
                  <c:v>-5.3999999999999999E-2</c:v>
                </c:pt>
                <c:pt idx="1">
                  <c:v>-7.8E-2</c:v>
                </c:pt>
                <c:pt idx="2">
                  <c:v>-3.2000000000000001E-2</c:v>
                </c:pt>
                <c:pt idx="3">
                  <c:v>1.4999999999999999E-2</c:v>
                </c:pt>
                <c:pt idx="4">
                  <c:v>8.8999999999999996E-2</c:v>
                </c:pt>
                <c:pt idx="5">
                  <c:v>0.155</c:v>
                </c:pt>
                <c:pt idx="6">
                  <c:v>9.8000000000000004E-2</c:v>
                </c:pt>
                <c:pt idx="7">
                  <c:v>4.7E-2</c:v>
                </c:pt>
                <c:pt idx="8">
                  <c:v>-7.0000000000000001E-3</c:v>
                </c:pt>
                <c:pt idx="9">
                  <c:v>-1.2999999999999999E-2</c:v>
                </c:pt>
                <c:pt idx="10">
                  <c:v>-0.19600000000000001</c:v>
                </c:pt>
                <c:pt idx="11">
                  <c:v>-8.3000000000000004E-2</c:v>
                </c:pt>
                <c:pt idx="12">
                  <c:v>-2.7999999999999997E-2</c:v>
                </c:pt>
                <c:pt idx="13">
                  <c:v>-5.5999999999999994E-2</c:v>
                </c:pt>
                <c:pt idx="14">
                  <c:v>1.2E-2</c:v>
                </c:pt>
                <c:pt idx="15">
                  <c:v>-9.6000000000000002E-2</c:v>
                </c:pt>
                <c:pt idx="16">
                  <c:v>-0.05</c:v>
                </c:pt>
                <c:pt idx="17">
                  <c:v>-6.3E-2</c:v>
                </c:pt>
                <c:pt idx="18">
                  <c:v>-5.0999999999999997E-2</c:v>
                </c:pt>
                <c:pt idx="19">
                  <c:v>-0.11800000000000001</c:v>
                </c:pt>
                <c:pt idx="20">
                  <c:v>-0.107</c:v>
                </c:pt>
                <c:pt idx="21">
                  <c:v>-9.8000000000000004E-2</c:v>
                </c:pt>
                <c:pt idx="22">
                  <c:v>-0.14400000000000002</c:v>
                </c:pt>
                <c:pt idx="23">
                  <c:v>-9.5000000000000001E-2</c:v>
                </c:pt>
                <c:pt idx="24">
                  <c:v>-1.2E-2</c:v>
                </c:pt>
                <c:pt idx="25">
                  <c:v>-0.112</c:v>
                </c:pt>
                <c:pt idx="26">
                  <c:v>-0.23799999999999999</c:v>
                </c:pt>
                <c:pt idx="27">
                  <c:v>-0.41299999999999998</c:v>
                </c:pt>
                <c:pt idx="28">
                  <c:v>-0.34</c:v>
                </c:pt>
                <c:pt idx="29">
                  <c:v>-0.33100000000000002</c:v>
                </c:pt>
                <c:pt idx="30">
                  <c:v>-0.32700000000000001</c:v>
                </c:pt>
                <c:pt idx="31">
                  <c:v>-0.254</c:v>
                </c:pt>
                <c:pt idx="32">
                  <c:v>-0.216</c:v>
                </c:pt>
                <c:pt idx="33">
                  <c:v>-0.186</c:v>
                </c:pt>
                <c:pt idx="34">
                  <c:v>-0.13600000000000001</c:v>
                </c:pt>
                <c:pt idx="35">
                  <c:v>-0.104</c:v>
                </c:pt>
                <c:pt idx="36">
                  <c:v>-0.20799999999999999</c:v>
                </c:pt>
                <c:pt idx="37">
                  <c:v>-0.14599999999999999</c:v>
                </c:pt>
                <c:pt idx="38">
                  <c:v>-0.114</c:v>
                </c:pt>
                <c:pt idx="39">
                  <c:v>-0.34200000000000003</c:v>
                </c:pt>
                <c:pt idx="40">
                  <c:v>-0.34300000000000003</c:v>
                </c:pt>
                <c:pt idx="41">
                  <c:v>-0.223</c:v>
                </c:pt>
                <c:pt idx="42">
                  <c:v>-7.4999999999999997E-2</c:v>
                </c:pt>
                <c:pt idx="43">
                  <c:v>-8.199999999999999E-2</c:v>
                </c:pt>
                <c:pt idx="44">
                  <c:v>-0.03</c:v>
                </c:pt>
                <c:pt idx="45">
                  <c:v>-1.3000000000000001E-2</c:v>
                </c:pt>
                <c:pt idx="46">
                  <c:v>-1.3999999999999999E-2</c:v>
                </c:pt>
                <c:pt idx="47">
                  <c:v>-7.0000000000000007E-2</c:v>
                </c:pt>
                <c:pt idx="48">
                  <c:v>-0.13500000000000001</c:v>
                </c:pt>
                <c:pt idx="49">
                  <c:v>-0.17499999999999999</c:v>
                </c:pt>
                <c:pt idx="50">
                  <c:v>-0.17800000000000002</c:v>
                </c:pt>
                <c:pt idx="51">
                  <c:v>-0.17499999999999999</c:v>
                </c:pt>
                <c:pt idx="52">
                  <c:v>-0.14699999999999999</c:v>
                </c:pt>
                <c:pt idx="53">
                  <c:v>2.9000000000000001E-2</c:v>
                </c:pt>
                <c:pt idx="54">
                  <c:v>-0.104</c:v>
                </c:pt>
                <c:pt idx="55">
                  <c:v>-2.4E-2</c:v>
                </c:pt>
                <c:pt idx="56">
                  <c:v>-0.115</c:v>
                </c:pt>
                <c:pt idx="57">
                  <c:v>-0.19500000000000001</c:v>
                </c:pt>
                <c:pt idx="58">
                  <c:v>-0.248</c:v>
                </c:pt>
                <c:pt idx="59">
                  <c:v>-0.223</c:v>
                </c:pt>
                <c:pt idx="60">
                  <c:v>-0.28599999999999998</c:v>
                </c:pt>
                <c:pt idx="61">
                  <c:v>-0.27800000000000002</c:v>
                </c:pt>
                <c:pt idx="62">
                  <c:v>-0.28499999999999998</c:v>
                </c:pt>
                <c:pt idx="63">
                  <c:v>-0.28799999999999998</c:v>
                </c:pt>
                <c:pt idx="64">
                  <c:v>-0.22800000000000001</c:v>
                </c:pt>
                <c:pt idx="65">
                  <c:v>-0.14099999999999999</c:v>
                </c:pt>
                <c:pt idx="66">
                  <c:v>-0.17399999999999999</c:v>
                </c:pt>
                <c:pt idx="67">
                  <c:v>-0.188</c:v>
                </c:pt>
                <c:pt idx="68">
                  <c:v>-0.17899999999999999</c:v>
                </c:pt>
                <c:pt idx="69">
                  <c:v>-0.14000000000000001</c:v>
                </c:pt>
                <c:pt idx="70">
                  <c:v>-0.20899999999999999</c:v>
                </c:pt>
                <c:pt idx="71">
                  <c:v>-0.17299999999999999</c:v>
                </c:pt>
                <c:pt idx="72">
                  <c:v>-7.9000000000000001E-2</c:v>
                </c:pt>
                <c:pt idx="73">
                  <c:v>-9.4E-2</c:v>
                </c:pt>
                <c:pt idx="74">
                  <c:v>-0.13</c:v>
                </c:pt>
                <c:pt idx="75">
                  <c:v>-0.114</c:v>
                </c:pt>
                <c:pt idx="76">
                  <c:v>-0.14099999999999999</c:v>
                </c:pt>
                <c:pt idx="77">
                  <c:v>-0.127</c:v>
                </c:pt>
                <c:pt idx="78">
                  <c:v>-0.09</c:v>
                </c:pt>
                <c:pt idx="79">
                  <c:v>-0.153</c:v>
                </c:pt>
                <c:pt idx="80">
                  <c:v>-0.16</c:v>
                </c:pt>
                <c:pt idx="81">
                  <c:v>-3.6999999999999998E-2</c:v>
                </c:pt>
                <c:pt idx="82">
                  <c:v>-5.7000000000000002E-2</c:v>
                </c:pt>
                <c:pt idx="83">
                  <c:v>-3.4000000000000002E-2</c:v>
                </c:pt>
                <c:pt idx="84">
                  <c:v>-1.1000000000000001E-2</c:v>
                </c:pt>
                <c:pt idx="85">
                  <c:v>-0.12</c:v>
                </c:pt>
                <c:pt idx="86">
                  <c:v>-7.0999999999999994E-2</c:v>
                </c:pt>
                <c:pt idx="87">
                  <c:v>-8.5999999999999993E-2</c:v>
                </c:pt>
                <c:pt idx="88">
                  <c:v>-3.7999999999999999E-2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D87-48FB-9DB9-DC6062AC9F7F}"/>
            </c:ext>
          </c:extLst>
        </c:ser>
        <c:ser>
          <c:idx val="1"/>
          <c:order val="1"/>
          <c:tx>
            <c:strRef>
              <c:f>Gráfico!$D$2</c:f>
              <c:strCache>
                <c:ptCount val="1"/>
                <c:pt idx="0">
                  <c:v>Disposición a comprar vivienda</c:v>
                </c:pt>
              </c:strCache>
            </c:strRef>
          </c:tx>
          <c:spPr>
            <a:ln w="2222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76"/>
              <c:layout>
                <c:manualLayout>
                  <c:x val="-3.7629629629629714E-2"/>
                  <c:y val="-5.501038483445989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5BF8-4302-90F0-2C3FC9D63FB6}"/>
                </c:ext>
              </c:extLst>
            </c:dLbl>
            <c:dLbl>
              <c:idx val="88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5BF8-4302-90F0-2C3FC9D63FB6}"/>
                </c:ext>
              </c:extLst>
            </c:dLbl>
            <c:spPr>
              <a:solidFill>
                <a:srgbClr val="00206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Gráfico!$B$99:$B$187</c:f>
              <c:numCache>
                <c:formatCode>mmm\-yy</c:formatCode>
                <c:ptCount val="89"/>
                <c:pt idx="0">
                  <c:v>43101</c:v>
                </c:pt>
                <c:pt idx="1">
                  <c:v>43132</c:v>
                </c:pt>
                <c:pt idx="2">
                  <c:v>43160</c:v>
                </c:pt>
                <c:pt idx="3">
                  <c:v>43191</c:v>
                </c:pt>
                <c:pt idx="4">
                  <c:v>43221</c:v>
                </c:pt>
                <c:pt idx="5">
                  <c:v>43252</c:v>
                </c:pt>
                <c:pt idx="6">
                  <c:v>43282</c:v>
                </c:pt>
                <c:pt idx="7">
                  <c:v>43313</c:v>
                </c:pt>
                <c:pt idx="8">
                  <c:v>43344</c:v>
                </c:pt>
                <c:pt idx="9">
                  <c:v>43374</c:v>
                </c:pt>
                <c:pt idx="10">
                  <c:v>43405</c:v>
                </c:pt>
                <c:pt idx="11">
                  <c:v>43435</c:v>
                </c:pt>
                <c:pt idx="12">
                  <c:v>43466</c:v>
                </c:pt>
                <c:pt idx="13">
                  <c:v>43497</c:v>
                </c:pt>
                <c:pt idx="14">
                  <c:v>43525</c:v>
                </c:pt>
                <c:pt idx="15">
                  <c:v>43556</c:v>
                </c:pt>
                <c:pt idx="16">
                  <c:v>43586</c:v>
                </c:pt>
                <c:pt idx="17">
                  <c:v>43617</c:v>
                </c:pt>
                <c:pt idx="18">
                  <c:v>43647</c:v>
                </c:pt>
                <c:pt idx="19">
                  <c:v>43678</c:v>
                </c:pt>
                <c:pt idx="20">
                  <c:v>43709</c:v>
                </c:pt>
                <c:pt idx="21">
                  <c:v>43739</c:v>
                </c:pt>
                <c:pt idx="22">
                  <c:v>43770</c:v>
                </c:pt>
                <c:pt idx="23">
                  <c:v>43800</c:v>
                </c:pt>
                <c:pt idx="24">
                  <c:v>43831</c:v>
                </c:pt>
                <c:pt idx="25">
                  <c:v>43862</c:v>
                </c:pt>
                <c:pt idx="26">
                  <c:v>43891</c:v>
                </c:pt>
                <c:pt idx="27">
                  <c:v>43922</c:v>
                </c:pt>
                <c:pt idx="28">
                  <c:v>43952</c:v>
                </c:pt>
                <c:pt idx="29">
                  <c:v>43983</c:v>
                </c:pt>
                <c:pt idx="30">
                  <c:v>44013</c:v>
                </c:pt>
                <c:pt idx="31">
                  <c:v>44044</c:v>
                </c:pt>
                <c:pt idx="32">
                  <c:v>44075</c:v>
                </c:pt>
                <c:pt idx="33">
                  <c:v>44105</c:v>
                </c:pt>
                <c:pt idx="34">
                  <c:v>44136</c:v>
                </c:pt>
                <c:pt idx="35">
                  <c:v>44166</c:v>
                </c:pt>
                <c:pt idx="36">
                  <c:v>44197</c:v>
                </c:pt>
                <c:pt idx="37">
                  <c:v>44228</c:v>
                </c:pt>
                <c:pt idx="38">
                  <c:v>44256</c:v>
                </c:pt>
                <c:pt idx="39">
                  <c:v>44287</c:v>
                </c:pt>
                <c:pt idx="40">
                  <c:v>44317</c:v>
                </c:pt>
                <c:pt idx="41">
                  <c:v>44348</c:v>
                </c:pt>
                <c:pt idx="42">
                  <c:v>44378</c:v>
                </c:pt>
                <c:pt idx="43">
                  <c:v>44409</c:v>
                </c:pt>
                <c:pt idx="44">
                  <c:v>44440</c:v>
                </c:pt>
                <c:pt idx="45">
                  <c:v>44470</c:v>
                </c:pt>
                <c:pt idx="46">
                  <c:v>44501</c:v>
                </c:pt>
                <c:pt idx="47">
                  <c:v>44531</c:v>
                </c:pt>
                <c:pt idx="48">
                  <c:v>44562</c:v>
                </c:pt>
                <c:pt idx="49">
                  <c:v>44593</c:v>
                </c:pt>
                <c:pt idx="50">
                  <c:v>44621</c:v>
                </c:pt>
                <c:pt idx="51">
                  <c:v>44652</c:v>
                </c:pt>
                <c:pt idx="52">
                  <c:v>44682</c:v>
                </c:pt>
                <c:pt idx="53">
                  <c:v>44713</c:v>
                </c:pt>
                <c:pt idx="54">
                  <c:v>44743</c:v>
                </c:pt>
                <c:pt idx="55">
                  <c:v>44774</c:v>
                </c:pt>
                <c:pt idx="56">
                  <c:v>44805</c:v>
                </c:pt>
                <c:pt idx="57">
                  <c:v>44835</c:v>
                </c:pt>
                <c:pt idx="58">
                  <c:v>44866</c:v>
                </c:pt>
                <c:pt idx="59">
                  <c:v>44896</c:v>
                </c:pt>
                <c:pt idx="60">
                  <c:v>44927</c:v>
                </c:pt>
                <c:pt idx="61">
                  <c:v>44958</c:v>
                </c:pt>
                <c:pt idx="62">
                  <c:v>44986</c:v>
                </c:pt>
                <c:pt idx="63">
                  <c:v>45017</c:v>
                </c:pt>
                <c:pt idx="64">
                  <c:v>45047</c:v>
                </c:pt>
                <c:pt idx="65">
                  <c:v>45078</c:v>
                </c:pt>
                <c:pt idx="66">
                  <c:v>45108</c:v>
                </c:pt>
                <c:pt idx="67">
                  <c:v>45139</c:v>
                </c:pt>
                <c:pt idx="68">
                  <c:v>45170</c:v>
                </c:pt>
                <c:pt idx="69">
                  <c:v>45200</c:v>
                </c:pt>
                <c:pt idx="70">
                  <c:v>45231</c:v>
                </c:pt>
                <c:pt idx="71">
                  <c:v>45261</c:v>
                </c:pt>
                <c:pt idx="72">
                  <c:v>45292</c:v>
                </c:pt>
                <c:pt idx="73">
                  <c:v>45323</c:v>
                </c:pt>
                <c:pt idx="74">
                  <c:v>45352</c:v>
                </c:pt>
                <c:pt idx="75">
                  <c:v>45383</c:v>
                </c:pt>
                <c:pt idx="76">
                  <c:v>45413</c:v>
                </c:pt>
                <c:pt idx="77">
                  <c:v>45444</c:v>
                </c:pt>
                <c:pt idx="78">
                  <c:v>45474</c:v>
                </c:pt>
                <c:pt idx="79">
                  <c:v>45505</c:v>
                </c:pt>
                <c:pt idx="80">
                  <c:v>45536</c:v>
                </c:pt>
                <c:pt idx="81">
                  <c:v>45566</c:v>
                </c:pt>
                <c:pt idx="82">
                  <c:v>45597</c:v>
                </c:pt>
                <c:pt idx="83">
                  <c:v>45627</c:v>
                </c:pt>
                <c:pt idx="84">
                  <c:v>45658</c:v>
                </c:pt>
                <c:pt idx="85">
                  <c:v>45689</c:v>
                </c:pt>
                <c:pt idx="86">
                  <c:v>45717</c:v>
                </c:pt>
                <c:pt idx="87">
                  <c:v>45748</c:v>
                </c:pt>
                <c:pt idx="88">
                  <c:v>45778</c:v>
                </c:pt>
              </c:numCache>
            </c:numRef>
          </c:cat>
          <c:val>
            <c:numRef>
              <c:f>Gráfico!$D$99:$D$187</c:f>
              <c:numCache>
                <c:formatCode>0.0%</c:formatCode>
                <c:ptCount val="89"/>
                <c:pt idx="0">
                  <c:v>1.3000000000000001E-2</c:v>
                </c:pt>
                <c:pt idx="1">
                  <c:v>0.12</c:v>
                </c:pt>
                <c:pt idx="2">
                  <c:v>2.4E-2</c:v>
                </c:pt>
                <c:pt idx="3">
                  <c:v>2.7000000000000003E-2</c:v>
                </c:pt>
                <c:pt idx="4">
                  <c:v>-6.9999999999999993E-3</c:v>
                </c:pt>
                <c:pt idx="5">
                  <c:v>0.13800000000000001</c:v>
                </c:pt>
                <c:pt idx="6">
                  <c:v>8.4000000000000005E-2</c:v>
                </c:pt>
                <c:pt idx="7">
                  <c:v>2.7999999999999997E-2</c:v>
                </c:pt>
                <c:pt idx="8">
                  <c:v>7.4999999999999997E-2</c:v>
                </c:pt>
                <c:pt idx="9">
                  <c:v>2.5000000000000001E-2</c:v>
                </c:pt>
                <c:pt idx="10">
                  <c:v>-8.4000000000000005E-2</c:v>
                </c:pt>
                <c:pt idx="11">
                  <c:v>-5.0999999999999997E-2</c:v>
                </c:pt>
                <c:pt idx="12">
                  <c:v>-1.9E-2</c:v>
                </c:pt>
                <c:pt idx="13">
                  <c:v>0.03</c:v>
                </c:pt>
                <c:pt idx="14">
                  <c:v>1.2E-2</c:v>
                </c:pt>
                <c:pt idx="15">
                  <c:v>-8.9999999999999993E-3</c:v>
                </c:pt>
                <c:pt idx="16">
                  <c:v>-4.0000000000000001E-3</c:v>
                </c:pt>
                <c:pt idx="17">
                  <c:v>1E-3</c:v>
                </c:pt>
                <c:pt idx="18">
                  <c:v>5.0999999999999997E-2</c:v>
                </c:pt>
                <c:pt idx="19">
                  <c:v>2.7999999999999997E-2</c:v>
                </c:pt>
                <c:pt idx="20">
                  <c:v>3.7999999999999999E-2</c:v>
                </c:pt>
                <c:pt idx="21">
                  <c:v>1.4999999999999999E-2</c:v>
                </c:pt>
                <c:pt idx="22">
                  <c:v>-6.7000000000000004E-2</c:v>
                </c:pt>
                <c:pt idx="23">
                  <c:v>-9.1999999999999998E-2</c:v>
                </c:pt>
                <c:pt idx="24">
                  <c:v>1.7999999999999999E-2</c:v>
                </c:pt>
                <c:pt idx="25">
                  <c:v>4.0000000000000001E-3</c:v>
                </c:pt>
                <c:pt idx="26">
                  <c:v>-0.35099999999999998</c:v>
                </c:pt>
                <c:pt idx="27">
                  <c:v>-0.623</c:v>
                </c:pt>
                <c:pt idx="28">
                  <c:v>-0.42700000000000005</c:v>
                </c:pt>
                <c:pt idx="29">
                  <c:v>-0.34100000000000003</c:v>
                </c:pt>
                <c:pt idx="30">
                  <c:v>-0.318</c:v>
                </c:pt>
                <c:pt idx="31">
                  <c:v>-0.21</c:v>
                </c:pt>
                <c:pt idx="32">
                  <c:v>-0.17199999999999999</c:v>
                </c:pt>
                <c:pt idx="33">
                  <c:v>-8.2000000000000003E-2</c:v>
                </c:pt>
                <c:pt idx="34">
                  <c:v>-9.2999999999999999E-2</c:v>
                </c:pt>
                <c:pt idx="35">
                  <c:v>-6.7000000000000004E-2</c:v>
                </c:pt>
                <c:pt idx="36">
                  <c:v>-0.14599999999999999</c:v>
                </c:pt>
                <c:pt idx="37">
                  <c:v>-0.129</c:v>
                </c:pt>
                <c:pt idx="38">
                  <c:v>-7.0999999999999994E-2</c:v>
                </c:pt>
                <c:pt idx="39">
                  <c:v>-0.158</c:v>
                </c:pt>
                <c:pt idx="40">
                  <c:v>-0.38400000000000001</c:v>
                </c:pt>
                <c:pt idx="41">
                  <c:v>-0.23899999999999999</c:v>
                </c:pt>
                <c:pt idx="42">
                  <c:v>-2.9000000000000001E-2</c:v>
                </c:pt>
                <c:pt idx="43">
                  <c:v>-5.0999999999999997E-2</c:v>
                </c:pt>
                <c:pt idx="44">
                  <c:v>-5.0000000000000001E-3</c:v>
                </c:pt>
                <c:pt idx="45">
                  <c:v>-3.7999999999999999E-2</c:v>
                </c:pt>
                <c:pt idx="46">
                  <c:v>-0.13</c:v>
                </c:pt>
                <c:pt idx="47">
                  <c:v>-0.13400000000000001</c:v>
                </c:pt>
                <c:pt idx="48">
                  <c:v>-0.09</c:v>
                </c:pt>
                <c:pt idx="49">
                  <c:v>-0.15</c:v>
                </c:pt>
                <c:pt idx="50">
                  <c:v>-0.16200000000000001</c:v>
                </c:pt>
                <c:pt idx="51">
                  <c:v>-0.22600000000000001</c:v>
                </c:pt>
                <c:pt idx="52">
                  <c:v>-0.33</c:v>
                </c:pt>
                <c:pt idx="53">
                  <c:v>-0.182</c:v>
                </c:pt>
                <c:pt idx="54">
                  <c:v>-0.35299999999999998</c:v>
                </c:pt>
                <c:pt idx="55">
                  <c:v>-0.29099999999999998</c:v>
                </c:pt>
                <c:pt idx="56">
                  <c:v>-0.311</c:v>
                </c:pt>
                <c:pt idx="57">
                  <c:v>-0.36599999999999999</c:v>
                </c:pt>
                <c:pt idx="58">
                  <c:v>-0.42700000000000005</c:v>
                </c:pt>
                <c:pt idx="59">
                  <c:v>-0.48099999999999998</c:v>
                </c:pt>
                <c:pt idx="60">
                  <c:v>-0.51</c:v>
                </c:pt>
                <c:pt idx="61">
                  <c:v>-0.48299999999999998</c:v>
                </c:pt>
                <c:pt idx="62">
                  <c:v>-0.44800000000000001</c:v>
                </c:pt>
                <c:pt idx="63">
                  <c:v>-0.501</c:v>
                </c:pt>
                <c:pt idx="64">
                  <c:v>-0.44900000000000001</c:v>
                </c:pt>
                <c:pt idx="65">
                  <c:v>-0.435</c:v>
                </c:pt>
                <c:pt idx="66">
                  <c:v>-0.39700000000000002</c:v>
                </c:pt>
                <c:pt idx="67">
                  <c:v>-0.45200000000000001</c:v>
                </c:pt>
                <c:pt idx="68">
                  <c:v>-0.55400000000000005</c:v>
                </c:pt>
                <c:pt idx="69">
                  <c:v>-0.45800000000000002</c:v>
                </c:pt>
                <c:pt idx="70">
                  <c:v>-0.38500000000000001</c:v>
                </c:pt>
                <c:pt idx="71">
                  <c:v>-0.47799999999999998</c:v>
                </c:pt>
                <c:pt idx="72">
                  <c:v>-0.40200000000000002</c:v>
                </c:pt>
                <c:pt idx="73">
                  <c:v>-0.435</c:v>
                </c:pt>
                <c:pt idx="74">
                  <c:v>-0.42599999999999999</c:v>
                </c:pt>
                <c:pt idx="75">
                  <c:v>-0.40500000000000003</c:v>
                </c:pt>
                <c:pt idx="76">
                  <c:v>-0.34200000000000003</c:v>
                </c:pt>
                <c:pt idx="77">
                  <c:v>-0.41699999999999998</c:v>
                </c:pt>
                <c:pt idx="78">
                  <c:v>-0.26600000000000001</c:v>
                </c:pt>
                <c:pt idx="79">
                  <c:v>-0.28199999999999997</c:v>
                </c:pt>
                <c:pt idx="80">
                  <c:v>-0.30399999999999999</c:v>
                </c:pt>
                <c:pt idx="81">
                  <c:v>-0.11</c:v>
                </c:pt>
                <c:pt idx="82">
                  <c:v>-0.19700000000000001</c:v>
                </c:pt>
                <c:pt idx="83">
                  <c:v>-0.26200000000000001</c:v>
                </c:pt>
                <c:pt idx="84">
                  <c:v>-0.20300000000000001</c:v>
                </c:pt>
                <c:pt idx="85">
                  <c:v>-0.24299999999999999</c:v>
                </c:pt>
                <c:pt idx="86">
                  <c:v>-0.28100000000000003</c:v>
                </c:pt>
                <c:pt idx="87">
                  <c:v>-0.36799999999999999</c:v>
                </c:pt>
                <c:pt idx="88">
                  <c:v>-0.33100000000000002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D87-48FB-9DB9-DC6062AC9F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43143199"/>
        <c:axId val="1561331903"/>
      </c:lineChart>
      <c:dateAx>
        <c:axId val="1343143199"/>
        <c:scaling>
          <c:orientation val="minMax"/>
          <c:max val="45778"/>
          <c:min val="4358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561331903"/>
        <c:crosses val="autoZero"/>
        <c:auto val="1"/>
        <c:lblOffset val="100"/>
        <c:baseTimeUnit val="months"/>
        <c:majorUnit val="6"/>
        <c:majorTimeUnit val="months"/>
      </c:dateAx>
      <c:valAx>
        <c:axId val="156133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431431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5.6078148148148148E-2"/>
          <c:y val="9.9086485421591805E-2"/>
          <c:w val="0.90041259259259254"/>
          <c:h val="0.78095212765957445"/>
        </c:manualLayout>
      </c:layout>
      <c:lineChart>
        <c:grouping val="standard"/>
        <c:varyColors val="0"/>
        <c:ser>
          <c:idx val="0"/>
          <c:order val="0"/>
          <c:tx>
            <c:strRef>
              <c:f>'Comprar vivienda_Estrato '!$B$3</c:f>
              <c:strCache>
                <c:ptCount val="1"/>
                <c:pt idx="0">
                  <c:v>Alto </c:v>
                </c:pt>
              </c:strCache>
            </c:strRef>
          </c:tx>
          <c:spPr>
            <a:ln w="22225" cap="rnd">
              <a:solidFill>
                <a:srgbClr val="0070C0"/>
              </a:solidFill>
              <a:round/>
            </a:ln>
            <a:effectLst/>
          </c:spPr>
          <c:marker>
            <c:symbol val="none"/>
          </c:marker>
          <c:dLbls>
            <c:dLbl>
              <c:idx val="79"/>
              <c:layout>
                <c:manualLayout>
                  <c:x val="0"/>
                  <c:y val="6.254925137903852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7B13-4D45-8CC2-F0D1F5FD9B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rgbClr val="56A0D6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'Comprar vivienda_Estrato '!$A$109:$A$188</c:f>
              <c:numCache>
                <c:formatCode>mmm\-yy</c:formatCode>
                <c:ptCount val="80"/>
                <c:pt idx="0">
                  <c:v>43374</c:v>
                </c:pt>
                <c:pt idx="1">
                  <c:v>43405</c:v>
                </c:pt>
                <c:pt idx="2">
                  <c:v>43435</c:v>
                </c:pt>
                <c:pt idx="3">
                  <c:v>43466</c:v>
                </c:pt>
                <c:pt idx="4">
                  <c:v>43497</c:v>
                </c:pt>
                <c:pt idx="5">
                  <c:v>43525</c:v>
                </c:pt>
                <c:pt idx="6">
                  <c:v>43556</c:v>
                </c:pt>
                <c:pt idx="7">
                  <c:v>43586</c:v>
                </c:pt>
                <c:pt idx="8">
                  <c:v>43617</c:v>
                </c:pt>
                <c:pt idx="9">
                  <c:v>43647</c:v>
                </c:pt>
                <c:pt idx="10">
                  <c:v>43678</c:v>
                </c:pt>
                <c:pt idx="11">
                  <c:v>43709</c:v>
                </c:pt>
                <c:pt idx="12">
                  <c:v>43739</c:v>
                </c:pt>
                <c:pt idx="13">
                  <c:v>43770</c:v>
                </c:pt>
                <c:pt idx="14">
                  <c:v>43800</c:v>
                </c:pt>
                <c:pt idx="15">
                  <c:v>43831</c:v>
                </c:pt>
                <c:pt idx="16">
                  <c:v>43862</c:v>
                </c:pt>
                <c:pt idx="17">
                  <c:v>43891</c:v>
                </c:pt>
                <c:pt idx="18">
                  <c:v>43922</c:v>
                </c:pt>
                <c:pt idx="19">
                  <c:v>43952</c:v>
                </c:pt>
                <c:pt idx="20">
                  <c:v>43983</c:v>
                </c:pt>
                <c:pt idx="21">
                  <c:v>44013</c:v>
                </c:pt>
                <c:pt idx="22">
                  <c:v>44044</c:v>
                </c:pt>
                <c:pt idx="23">
                  <c:v>44075</c:v>
                </c:pt>
                <c:pt idx="24">
                  <c:v>44105</c:v>
                </c:pt>
                <c:pt idx="25">
                  <c:v>44136</c:v>
                </c:pt>
                <c:pt idx="26">
                  <c:v>44166</c:v>
                </c:pt>
                <c:pt idx="27">
                  <c:v>44197</c:v>
                </c:pt>
                <c:pt idx="28">
                  <c:v>44228</c:v>
                </c:pt>
                <c:pt idx="29">
                  <c:v>44256</c:v>
                </c:pt>
                <c:pt idx="30">
                  <c:v>44287</c:v>
                </c:pt>
                <c:pt idx="31">
                  <c:v>44317</c:v>
                </c:pt>
                <c:pt idx="32">
                  <c:v>44348</c:v>
                </c:pt>
                <c:pt idx="33">
                  <c:v>44378</c:v>
                </c:pt>
                <c:pt idx="34">
                  <c:v>44409</c:v>
                </c:pt>
                <c:pt idx="35">
                  <c:v>44440</c:v>
                </c:pt>
                <c:pt idx="36">
                  <c:v>44470</c:v>
                </c:pt>
                <c:pt idx="37">
                  <c:v>44501</c:v>
                </c:pt>
                <c:pt idx="38">
                  <c:v>44531</c:v>
                </c:pt>
                <c:pt idx="39">
                  <c:v>44562</c:v>
                </c:pt>
                <c:pt idx="40">
                  <c:v>44593</c:v>
                </c:pt>
                <c:pt idx="41">
                  <c:v>44621</c:v>
                </c:pt>
                <c:pt idx="42">
                  <c:v>44652</c:v>
                </c:pt>
                <c:pt idx="43">
                  <c:v>44682</c:v>
                </c:pt>
                <c:pt idx="44">
                  <c:v>44713</c:v>
                </c:pt>
                <c:pt idx="45">
                  <c:v>44743</c:v>
                </c:pt>
                <c:pt idx="46">
                  <c:v>44774</c:v>
                </c:pt>
                <c:pt idx="47">
                  <c:v>44805</c:v>
                </c:pt>
                <c:pt idx="48">
                  <c:v>44835</c:v>
                </c:pt>
                <c:pt idx="49">
                  <c:v>44866</c:v>
                </c:pt>
                <c:pt idx="50">
                  <c:v>44896</c:v>
                </c:pt>
                <c:pt idx="51">
                  <c:v>44927</c:v>
                </c:pt>
                <c:pt idx="52">
                  <c:v>44958</c:v>
                </c:pt>
                <c:pt idx="53">
                  <c:v>44986</c:v>
                </c:pt>
                <c:pt idx="54">
                  <c:v>45017</c:v>
                </c:pt>
                <c:pt idx="55">
                  <c:v>45047</c:v>
                </c:pt>
                <c:pt idx="56">
                  <c:v>45078</c:v>
                </c:pt>
                <c:pt idx="57">
                  <c:v>45108</c:v>
                </c:pt>
                <c:pt idx="58">
                  <c:v>45139</c:v>
                </c:pt>
                <c:pt idx="59">
                  <c:v>45170</c:v>
                </c:pt>
                <c:pt idx="60">
                  <c:v>45200</c:v>
                </c:pt>
                <c:pt idx="61">
                  <c:v>45231</c:v>
                </c:pt>
                <c:pt idx="62">
                  <c:v>45261</c:v>
                </c:pt>
                <c:pt idx="63">
                  <c:v>45292</c:v>
                </c:pt>
                <c:pt idx="64">
                  <c:v>45323</c:v>
                </c:pt>
                <c:pt idx="65">
                  <c:v>45352</c:v>
                </c:pt>
                <c:pt idx="66">
                  <c:v>45383</c:v>
                </c:pt>
                <c:pt idx="67">
                  <c:v>45413</c:v>
                </c:pt>
                <c:pt idx="68">
                  <c:v>45444</c:v>
                </c:pt>
                <c:pt idx="69">
                  <c:v>45474</c:v>
                </c:pt>
                <c:pt idx="70">
                  <c:v>45505</c:v>
                </c:pt>
                <c:pt idx="71">
                  <c:v>45536</c:v>
                </c:pt>
                <c:pt idx="72">
                  <c:v>45566</c:v>
                </c:pt>
                <c:pt idx="73">
                  <c:v>45597</c:v>
                </c:pt>
                <c:pt idx="74">
                  <c:v>45627</c:v>
                </c:pt>
                <c:pt idx="75">
                  <c:v>45658</c:v>
                </c:pt>
                <c:pt idx="76">
                  <c:v>45689</c:v>
                </c:pt>
                <c:pt idx="77">
                  <c:v>45717</c:v>
                </c:pt>
                <c:pt idx="78">
                  <c:v>45748</c:v>
                </c:pt>
                <c:pt idx="79">
                  <c:v>45778</c:v>
                </c:pt>
              </c:numCache>
            </c:numRef>
          </c:cat>
          <c:val>
            <c:numRef>
              <c:f>'Comprar vivienda_Estrato '!$B$109:$B$188</c:f>
              <c:numCache>
                <c:formatCode>0.0%</c:formatCode>
                <c:ptCount val="80"/>
                <c:pt idx="0">
                  <c:v>5.2000000000000005E-2</c:v>
                </c:pt>
                <c:pt idx="1">
                  <c:v>-0.21899999999999997</c:v>
                </c:pt>
                <c:pt idx="2">
                  <c:v>4.9000000000000002E-2</c:v>
                </c:pt>
                <c:pt idx="3">
                  <c:v>0.13200000000000001</c:v>
                </c:pt>
                <c:pt idx="4">
                  <c:v>-7.0000000000000007E-2</c:v>
                </c:pt>
                <c:pt idx="5">
                  <c:v>-0.13699999999999998</c:v>
                </c:pt>
                <c:pt idx="6">
                  <c:v>0.14800000000000002</c:v>
                </c:pt>
                <c:pt idx="7">
                  <c:v>-8.5999999999999993E-2</c:v>
                </c:pt>
                <c:pt idx="8">
                  <c:v>2.1000000000000001E-2</c:v>
                </c:pt>
                <c:pt idx="9">
                  <c:v>3.7999999999999999E-2</c:v>
                </c:pt>
                <c:pt idx="10">
                  <c:v>-0.14899999999999999</c:v>
                </c:pt>
                <c:pt idx="11">
                  <c:v>-0.23600000000000002</c:v>
                </c:pt>
                <c:pt idx="12">
                  <c:v>-0.39100000000000001</c:v>
                </c:pt>
                <c:pt idx="13">
                  <c:v>0.25</c:v>
                </c:pt>
                <c:pt idx="14">
                  <c:v>0.109</c:v>
                </c:pt>
                <c:pt idx="15">
                  <c:v>0.125</c:v>
                </c:pt>
                <c:pt idx="16">
                  <c:v>0.13700000000000001</c:v>
                </c:pt>
                <c:pt idx="17">
                  <c:v>-0.152</c:v>
                </c:pt>
                <c:pt idx="18">
                  <c:v>-0.52200000000000002</c:v>
                </c:pt>
                <c:pt idx="19">
                  <c:v>-6.7000000000000004E-2</c:v>
                </c:pt>
                <c:pt idx="20">
                  <c:v>-0.26500000000000001</c:v>
                </c:pt>
                <c:pt idx="21">
                  <c:v>-0.26300000000000001</c:v>
                </c:pt>
                <c:pt idx="22">
                  <c:v>0.26600000000000001</c:v>
                </c:pt>
                <c:pt idx="23">
                  <c:v>5.0999999999999997E-2</c:v>
                </c:pt>
                <c:pt idx="24">
                  <c:v>0.19700000000000001</c:v>
                </c:pt>
                <c:pt idx="25">
                  <c:v>8.7999999999999995E-2</c:v>
                </c:pt>
                <c:pt idx="26">
                  <c:v>0.44800000000000001</c:v>
                </c:pt>
                <c:pt idx="27">
                  <c:v>0.17100000000000001</c:v>
                </c:pt>
                <c:pt idx="28">
                  <c:v>9.6000000000000002E-2</c:v>
                </c:pt>
                <c:pt idx="29">
                  <c:v>0.22500000000000001</c:v>
                </c:pt>
                <c:pt idx="30">
                  <c:v>0.13100000000000001</c:v>
                </c:pt>
                <c:pt idx="31">
                  <c:v>0.124</c:v>
                </c:pt>
                <c:pt idx="32">
                  <c:v>0.18099999999999999</c:v>
                </c:pt>
                <c:pt idx="33">
                  <c:v>-2.1999999999999999E-2</c:v>
                </c:pt>
                <c:pt idx="34">
                  <c:v>0.46500000000000002</c:v>
                </c:pt>
                <c:pt idx="35">
                  <c:v>0.154</c:v>
                </c:pt>
                <c:pt idx="36">
                  <c:v>0.09</c:v>
                </c:pt>
                <c:pt idx="37">
                  <c:v>-9.6000000000000002E-2</c:v>
                </c:pt>
                <c:pt idx="38">
                  <c:v>3.5999999999999997E-2</c:v>
                </c:pt>
                <c:pt idx="39">
                  <c:v>0.38200000000000001</c:v>
                </c:pt>
                <c:pt idx="40">
                  <c:v>0.13800000000000001</c:v>
                </c:pt>
                <c:pt idx="41">
                  <c:v>-0.5</c:v>
                </c:pt>
                <c:pt idx="42">
                  <c:v>-0.35</c:v>
                </c:pt>
                <c:pt idx="43">
                  <c:v>-0.14199999999999999</c:v>
                </c:pt>
                <c:pt idx="44">
                  <c:v>-0.26400000000000001</c:v>
                </c:pt>
                <c:pt idx="45">
                  <c:v>-0.58099999999999996</c:v>
                </c:pt>
                <c:pt idx="46">
                  <c:v>-0.433</c:v>
                </c:pt>
                <c:pt idx="47">
                  <c:v>-0.40799999999999997</c:v>
                </c:pt>
                <c:pt idx="48">
                  <c:v>-0.36599999999999999</c:v>
                </c:pt>
                <c:pt idx="49">
                  <c:v>-0.34299999999999997</c:v>
                </c:pt>
                <c:pt idx="50">
                  <c:v>-0.81200000000000006</c:v>
                </c:pt>
                <c:pt idx="51">
                  <c:v>-0.53800000000000003</c:v>
                </c:pt>
                <c:pt idx="52">
                  <c:v>-0.64900000000000002</c:v>
                </c:pt>
                <c:pt idx="53">
                  <c:v>-0.88</c:v>
                </c:pt>
                <c:pt idx="54">
                  <c:v>-0.72</c:v>
                </c:pt>
                <c:pt idx="55">
                  <c:v>-0.68500000000000005</c:v>
                </c:pt>
                <c:pt idx="56">
                  <c:v>-0.501</c:v>
                </c:pt>
                <c:pt idx="57">
                  <c:v>-0.70199999999999996</c:v>
                </c:pt>
                <c:pt idx="58">
                  <c:v>-0.76200000000000001</c:v>
                </c:pt>
                <c:pt idx="59">
                  <c:v>-0.69899999999999995</c:v>
                </c:pt>
                <c:pt idx="60">
                  <c:v>-0.79200000000000004</c:v>
                </c:pt>
                <c:pt idx="61">
                  <c:v>-0.53</c:v>
                </c:pt>
                <c:pt idx="62">
                  <c:v>-0.69099999999999995</c:v>
                </c:pt>
                <c:pt idx="63">
                  <c:v>-0.66</c:v>
                </c:pt>
                <c:pt idx="64">
                  <c:v>-0.45700000000000002</c:v>
                </c:pt>
                <c:pt idx="65">
                  <c:v>-0.57099999999999995</c:v>
                </c:pt>
                <c:pt idx="66">
                  <c:v>-0.65</c:v>
                </c:pt>
                <c:pt idx="67">
                  <c:v>-0.39600000000000002</c:v>
                </c:pt>
                <c:pt idx="68">
                  <c:v>-0.76200000000000001</c:v>
                </c:pt>
                <c:pt idx="69">
                  <c:v>-0.30199999999999999</c:v>
                </c:pt>
                <c:pt idx="70">
                  <c:v>-0.33800000000000002</c:v>
                </c:pt>
                <c:pt idx="71">
                  <c:v>-0.19600000000000001</c:v>
                </c:pt>
                <c:pt idx="72">
                  <c:v>-0.86599999999999999</c:v>
                </c:pt>
                <c:pt idx="73">
                  <c:v>-0.435</c:v>
                </c:pt>
                <c:pt idx="74">
                  <c:v>-0.55200000000000005</c:v>
                </c:pt>
                <c:pt idx="75">
                  <c:v>0.04</c:v>
                </c:pt>
                <c:pt idx="76">
                  <c:v>-0.26500000000000001</c:v>
                </c:pt>
                <c:pt idx="77">
                  <c:v>-0.48599999999999999</c:v>
                </c:pt>
                <c:pt idx="78">
                  <c:v>-0.58799999999999997</c:v>
                </c:pt>
                <c:pt idx="79">
                  <c:v>-0.56100000000000005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4D3F-4C33-B1B1-997CEC4825A8}"/>
            </c:ext>
          </c:extLst>
        </c:ser>
        <c:ser>
          <c:idx val="1"/>
          <c:order val="1"/>
          <c:tx>
            <c:strRef>
              <c:f>'Comprar vivienda_Estrato '!$C$3</c:f>
              <c:strCache>
                <c:ptCount val="1"/>
                <c:pt idx="0">
                  <c:v>Medio </c:v>
                </c:pt>
              </c:strCache>
            </c:strRef>
          </c:tx>
          <c:spPr>
            <a:ln w="22225" cap="rnd">
              <a:solidFill>
                <a:srgbClr val="E97132"/>
              </a:solidFill>
              <a:round/>
            </a:ln>
            <a:effectLst/>
          </c:spPr>
          <c:marker>
            <c:symbol val="none"/>
          </c:marker>
          <c:dLbls>
            <c:dLbl>
              <c:idx val="79"/>
              <c:layout>
                <c:manualLayout>
                  <c:x val="0"/>
                  <c:y val="7.505910165484634E-3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B13-4D45-8CC2-F0D1F5FD9B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rgbClr val="E97132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'Comprar vivienda_Estrato '!$A$109:$A$188</c:f>
              <c:numCache>
                <c:formatCode>mmm\-yy</c:formatCode>
                <c:ptCount val="80"/>
                <c:pt idx="0">
                  <c:v>43374</c:v>
                </c:pt>
                <c:pt idx="1">
                  <c:v>43405</c:v>
                </c:pt>
                <c:pt idx="2">
                  <c:v>43435</c:v>
                </c:pt>
                <c:pt idx="3">
                  <c:v>43466</c:v>
                </c:pt>
                <c:pt idx="4">
                  <c:v>43497</c:v>
                </c:pt>
                <c:pt idx="5">
                  <c:v>43525</c:v>
                </c:pt>
                <c:pt idx="6">
                  <c:v>43556</c:v>
                </c:pt>
                <c:pt idx="7">
                  <c:v>43586</c:v>
                </c:pt>
                <c:pt idx="8">
                  <c:v>43617</c:v>
                </c:pt>
                <c:pt idx="9">
                  <c:v>43647</c:v>
                </c:pt>
                <c:pt idx="10">
                  <c:v>43678</c:v>
                </c:pt>
                <c:pt idx="11">
                  <c:v>43709</c:v>
                </c:pt>
                <c:pt idx="12">
                  <c:v>43739</c:v>
                </c:pt>
                <c:pt idx="13">
                  <c:v>43770</c:v>
                </c:pt>
                <c:pt idx="14">
                  <c:v>43800</c:v>
                </c:pt>
                <c:pt idx="15">
                  <c:v>43831</c:v>
                </c:pt>
                <c:pt idx="16">
                  <c:v>43862</c:v>
                </c:pt>
                <c:pt idx="17">
                  <c:v>43891</c:v>
                </c:pt>
                <c:pt idx="18">
                  <c:v>43922</c:v>
                </c:pt>
                <c:pt idx="19">
                  <c:v>43952</c:v>
                </c:pt>
                <c:pt idx="20">
                  <c:v>43983</c:v>
                </c:pt>
                <c:pt idx="21">
                  <c:v>44013</c:v>
                </c:pt>
                <c:pt idx="22">
                  <c:v>44044</c:v>
                </c:pt>
                <c:pt idx="23">
                  <c:v>44075</c:v>
                </c:pt>
                <c:pt idx="24">
                  <c:v>44105</c:v>
                </c:pt>
                <c:pt idx="25">
                  <c:v>44136</c:v>
                </c:pt>
                <c:pt idx="26">
                  <c:v>44166</c:v>
                </c:pt>
                <c:pt idx="27">
                  <c:v>44197</c:v>
                </c:pt>
                <c:pt idx="28">
                  <c:v>44228</c:v>
                </c:pt>
                <c:pt idx="29">
                  <c:v>44256</c:v>
                </c:pt>
                <c:pt idx="30">
                  <c:v>44287</c:v>
                </c:pt>
                <c:pt idx="31">
                  <c:v>44317</c:v>
                </c:pt>
                <c:pt idx="32">
                  <c:v>44348</c:v>
                </c:pt>
                <c:pt idx="33">
                  <c:v>44378</c:v>
                </c:pt>
                <c:pt idx="34">
                  <c:v>44409</c:v>
                </c:pt>
                <c:pt idx="35">
                  <c:v>44440</c:v>
                </c:pt>
                <c:pt idx="36">
                  <c:v>44470</c:v>
                </c:pt>
                <c:pt idx="37">
                  <c:v>44501</c:v>
                </c:pt>
                <c:pt idx="38">
                  <c:v>44531</c:v>
                </c:pt>
                <c:pt idx="39">
                  <c:v>44562</c:v>
                </c:pt>
                <c:pt idx="40">
                  <c:v>44593</c:v>
                </c:pt>
                <c:pt idx="41">
                  <c:v>44621</c:v>
                </c:pt>
                <c:pt idx="42">
                  <c:v>44652</c:v>
                </c:pt>
                <c:pt idx="43">
                  <c:v>44682</c:v>
                </c:pt>
                <c:pt idx="44">
                  <c:v>44713</c:v>
                </c:pt>
                <c:pt idx="45">
                  <c:v>44743</c:v>
                </c:pt>
                <c:pt idx="46">
                  <c:v>44774</c:v>
                </c:pt>
                <c:pt idx="47">
                  <c:v>44805</c:v>
                </c:pt>
                <c:pt idx="48">
                  <c:v>44835</c:v>
                </c:pt>
                <c:pt idx="49">
                  <c:v>44866</c:v>
                </c:pt>
                <c:pt idx="50">
                  <c:v>44896</c:v>
                </c:pt>
                <c:pt idx="51">
                  <c:v>44927</c:v>
                </c:pt>
                <c:pt idx="52">
                  <c:v>44958</c:v>
                </c:pt>
                <c:pt idx="53">
                  <c:v>44986</c:v>
                </c:pt>
                <c:pt idx="54">
                  <c:v>45017</c:v>
                </c:pt>
                <c:pt idx="55">
                  <c:v>45047</c:v>
                </c:pt>
                <c:pt idx="56">
                  <c:v>45078</c:v>
                </c:pt>
                <c:pt idx="57">
                  <c:v>45108</c:v>
                </c:pt>
                <c:pt idx="58">
                  <c:v>45139</c:v>
                </c:pt>
                <c:pt idx="59">
                  <c:v>45170</c:v>
                </c:pt>
                <c:pt idx="60">
                  <c:v>45200</c:v>
                </c:pt>
                <c:pt idx="61">
                  <c:v>45231</c:v>
                </c:pt>
                <c:pt idx="62">
                  <c:v>45261</c:v>
                </c:pt>
                <c:pt idx="63">
                  <c:v>45292</c:v>
                </c:pt>
                <c:pt idx="64">
                  <c:v>45323</c:v>
                </c:pt>
                <c:pt idx="65">
                  <c:v>45352</c:v>
                </c:pt>
                <c:pt idx="66">
                  <c:v>45383</c:v>
                </c:pt>
                <c:pt idx="67">
                  <c:v>45413</c:v>
                </c:pt>
                <c:pt idx="68">
                  <c:v>45444</c:v>
                </c:pt>
                <c:pt idx="69">
                  <c:v>45474</c:v>
                </c:pt>
                <c:pt idx="70">
                  <c:v>45505</c:v>
                </c:pt>
                <c:pt idx="71">
                  <c:v>45536</c:v>
                </c:pt>
                <c:pt idx="72">
                  <c:v>45566</c:v>
                </c:pt>
                <c:pt idx="73">
                  <c:v>45597</c:v>
                </c:pt>
                <c:pt idx="74">
                  <c:v>45627</c:v>
                </c:pt>
                <c:pt idx="75">
                  <c:v>45658</c:v>
                </c:pt>
                <c:pt idx="76">
                  <c:v>45689</c:v>
                </c:pt>
                <c:pt idx="77">
                  <c:v>45717</c:v>
                </c:pt>
                <c:pt idx="78">
                  <c:v>45748</c:v>
                </c:pt>
                <c:pt idx="79">
                  <c:v>45778</c:v>
                </c:pt>
              </c:numCache>
            </c:numRef>
          </c:cat>
          <c:val>
            <c:numRef>
              <c:f>'Comprar vivienda_Estrato '!$C$109:$C$188</c:f>
              <c:numCache>
                <c:formatCode>0.0%</c:formatCode>
                <c:ptCount val="80"/>
                <c:pt idx="0">
                  <c:v>-8.5000000000000006E-2</c:v>
                </c:pt>
                <c:pt idx="1">
                  <c:v>-0.182</c:v>
                </c:pt>
                <c:pt idx="2">
                  <c:v>-8.1000000000000003E-2</c:v>
                </c:pt>
                <c:pt idx="3">
                  <c:v>7.2000000000000008E-2</c:v>
                </c:pt>
                <c:pt idx="4">
                  <c:v>-1.3999999999999999E-2</c:v>
                </c:pt>
                <c:pt idx="5">
                  <c:v>7.0999999999999994E-2</c:v>
                </c:pt>
                <c:pt idx="6">
                  <c:v>1.9E-2</c:v>
                </c:pt>
                <c:pt idx="7">
                  <c:v>6.9000000000000006E-2</c:v>
                </c:pt>
                <c:pt idx="8">
                  <c:v>4.9000000000000002E-2</c:v>
                </c:pt>
                <c:pt idx="9">
                  <c:v>1.6E-2</c:v>
                </c:pt>
                <c:pt idx="10">
                  <c:v>0.09</c:v>
                </c:pt>
                <c:pt idx="11">
                  <c:v>-3.0000000000000001E-3</c:v>
                </c:pt>
                <c:pt idx="12">
                  <c:v>-8.8000000000000009E-2</c:v>
                </c:pt>
                <c:pt idx="13">
                  <c:v>-6.9000000000000006E-2</c:v>
                </c:pt>
                <c:pt idx="14">
                  <c:v>-0.15</c:v>
                </c:pt>
                <c:pt idx="15">
                  <c:v>6.6000000000000003E-2</c:v>
                </c:pt>
                <c:pt idx="16">
                  <c:v>-5.5E-2</c:v>
                </c:pt>
                <c:pt idx="17">
                  <c:v>-0.48099999999999998</c:v>
                </c:pt>
                <c:pt idx="18">
                  <c:v>-0.56499999999999995</c:v>
                </c:pt>
                <c:pt idx="19">
                  <c:v>-0.33300000000000002</c:v>
                </c:pt>
                <c:pt idx="20">
                  <c:v>-0.32600000000000001</c:v>
                </c:pt>
                <c:pt idx="21">
                  <c:v>-0.32</c:v>
                </c:pt>
                <c:pt idx="22">
                  <c:v>-0.20799999999999999</c:v>
                </c:pt>
                <c:pt idx="23">
                  <c:v>0</c:v>
                </c:pt>
                <c:pt idx="24">
                  <c:v>-0.12</c:v>
                </c:pt>
                <c:pt idx="25">
                  <c:v>-2.1999999999999999E-2</c:v>
                </c:pt>
                <c:pt idx="26">
                  <c:v>-3.6999999999999998E-2</c:v>
                </c:pt>
                <c:pt idx="27">
                  <c:v>-0.13200000000000001</c:v>
                </c:pt>
                <c:pt idx="28">
                  <c:v>-1.7000000000000001E-2</c:v>
                </c:pt>
                <c:pt idx="29">
                  <c:v>-4.3999999999999997E-2</c:v>
                </c:pt>
                <c:pt idx="30">
                  <c:v>-8.3000000000000004E-2</c:v>
                </c:pt>
                <c:pt idx="31">
                  <c:v>-0.309</c:v>
                </c:pt>
                <c:pt idx="32">
                  <c:v>-0.19400000000000001</c:v>
                </c:pt>
                <c:pt idx="33">
                  <c:v>3.9E-2</c:v>
                </c:pt>
                <c:pt idx="34">
                  <c:v>-7.0000000000000001E-3</c:v>
                </c:pt>
                <c:pt idx="35">
                  <c:v>7.5999999999999998E-2</c:v>
                </c:pt>
                <c:pt idx="36">
                  <c:v>-3.1E-2</c:v>
                </c:pt>
                <c:pt idx="37">
                  <c:v>-5.5E-2</c:v>
                </c:pt>
                <c:pt idx="38">
                  <c:v>-0.16900000000000001</c:v>
                </c:pt>
                <c:pt idx="39">
                  <c:v>-0.19</c:v>
                </c:pt>
                <c:pt idx="40">
                  <c:v>-0.158</c:v>
                </c:pt>
                <c:pt idx="41">
                  <c:v>-1.4999999999999999E-2</c:v>
                </c:pt>
                <c:pt idx="42">
                  <c:v>-0.11899999999999999</c:v>
                </c:pt>
                <c:pt idx="43">
                  <c:v>-0.314</c:v>
                </c:pt>
                <c:pt idx="44">
                  <c:v>-0.16300000000000001</c:v>
                </c:pt>
                <c:pt idx="45">
                  <c:v>-0.34300000000000003</c:v>
                </c:pt>
                <c:pt idx="46">
                  <c:v>-0.318</c:v>
                </c:pt>
                <c:pt idx="47">
                  <c:v>-0.28599999999999998</c:v>
                </c:pt>
                <c:pt idx="48">
                  <c:v>-0.32400000000000001</c:v>
                </c:pt>
                <c:pt idx="49">
                  <c:v>-0.42200000000000004</c:v>
                </c:pt>
                <c:pt idx="50">
                  <c:v>-0.59599999999999997</c:v>
                </c:pt>
                <c:pt idx="51">
                  <c:v>-0.54500000000000004</c:v>
                </c:pt>
                <c:pt idx="52">
                  <c:v>-0.49299999999999999</c:v>
                </c:pt>
                <c:pt idx="53">
                  <c:v>-0.47</c:v>
                </c:pt>
                <c:pt idx="54">
                  <c:v>-0.51900000000000002</c:v>
                </c:pt>
                <c:pt idx="55">
                  <c:v>-0.46700000000000003</c:v>
                </c:pt>
                <c:pt idx="56">
                  <c:v>-0.56200000000000006</c:v>
                </c:pt>
                <c:pt idx="57">
                  <c:v>-0.311</c:v>
                </c:pt>
                <c:pt idx="58">
                  <c:v>-0.51</c:v>
                </c:pt>
                <c:pt idx="59">
                  <c:v>-0.61799999999999999</c:v>
                </c:pt>
                <c:pt idx="60">
                  <c:v>-0.48299999999999998</c:v>
                </c:pt>
                <c:pt idx="61">
                  <c:v>-0.502</c:v>
                </c:pt>
                <c:pt idx="62">
                  <c:v>-0.51700000000000002</c:v>
                </c:pt>
                <c:pt idx="63">
                  <c:v>-0.436</c:v>
                </c:pt>
                <c:pt idx="64">
                  <c:v>-0.501</c:v>
                </c:pt>
                <c:pt idx="65">
                  <c:v>-0.47599999999999998</c:v>
                </c:pt>
                <c:pt idx="66">
                  <c:v>-0.41299999999999998</c:v>
                </c:pt>
                <c:pt idx="67">
                  <c:v>-0.33100000000000002</c:v>
                </c:pt>
                <c:pt idx="68">
                  <c:v>-0.49199999999999999</c:v>
                </c:pt>
                <c:pt idx="69">
                  <c:v>-0.27200000000000002</c:v>
                </c:pt>
                <c:pt idx="70">
                  <c:v>-0.20899999999999999</c:v>
                </c:pt>
                <c:pt idx="71">
                  <c:v>-0.3</c:v>
                </c:pt>
                <c:pt idx="72">
                  <c:v>-0.151</c:v>
                </c:pt>
                <c:pt idx="73">
                  <c:v>-0.14799999999999999</c:v>
                </c:pt>
                <c:pt idx="74">
                  <c:v>-0.34300000000000003</c:v>
                </c:pt>
                <c:pt idx="75">
                  <c:v>-0.19399999999999998</c:v>
                </c:pt>
                <c:pt idx="76">
                  <c:v>-0.188</c:v>
                </c:pt>
                <c:pt idx="77">
                  <c:v>-0.35299999999999998</c:v>
                </c:pt>
                <c:pt idx="78">
                  <c:v>-0.39600000000000002</c:v>
                </c:pt>
                <c:pt idx="79">
                  <c:v>-0.32600000000000001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4D3F-4C33-B1B1-997CEC4825A8}"/>
            </c:ext>
          </c:extLst>
        </c:ser>
        <c:ser>
          <c:idx val="2"/>
          <c:order val="2"/>
          <c:tx>
            <c:strRef>
              <c:f>'Comprar vivienda_Estrato '!$D$3</c:f>
              <c:strCache>
                <c:ptCount val="1"/>
                <c:pt idx="0">
                  <c:v>Bajo</c:v>
                </c:pt>
              </c:strCache>
            </c:strRef>
          </c:tx>
          <c:spPr>
            <a:ln w="22225" cap="rnd">
              <a:solidFill>
                <a:srgbClr val="00B050"/>
              </a:solidFill>
              <a:round/>
            </a:ln>
            <a:effectLst/>
          </c:spPr>
          <c:marker>
            <c:symbol val="none"/>
          </c:marker>
          <c:dLbls>
            <c:dLbl>
              <c:idx val="79"/>
              <c:layout>
                <c:manualLayout>
                  <c:x val="-1.5287037037037036E-2"/>
                  <c:y val="-6.00472813238770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B13-4D45-8CC2-F0D1F5FD9B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rgbClr val="00B05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'Comprar vivienda_Estrato '!$A$109:$A$188</c:f>
              <c:numCache>
                <c:formatCode>mmm\-yy</c:formatCode>
                <c:ptCount val="80"/>
                <c:pt idx="0">
                  <c:v>43374</c:v>
                </c:pt>
                <c:pt idx="1">
                  <c:v>43405</c:v>
                </c:pt>
                <c:pt idx="2">
                  <c:v>43435</c:v>
                </c:pt>
                <c:pt idx="3">
                  <c:v>43466</c:v>
                </c:pt>
                <c:pt idx="4">
                  <c:v>43497</c:v>
                </c:pt>
                <c:pt idx="5">
                  <c:v>43525</c:v>
                </c:pt>
                <c:pt idx="6">
                  <c:v>43556</c:v>
                </c:pt>
                <c:pt idx="7">
                  <c:v>43586</c:v>
                </c:pt>
                <c:pt idx="8">
                  <c:v>43617</c:v>
                </c:pt>
                <c:pt idx="9">
                  <c:v>43647</c:v>
                </c:pt>
                <c:pt idx="10">
                  <c:v>43678</c:v>
                </c:pt>
                <c:pt idx="11">
                  <c:v>43709</c:v>
                </c:pt>
                <c:pt idx="12">
                  <c:v>43739</c:v>
                </c:pt>
                <c:pt idx="13">
                  <c:v>43770</c:v>
                </c:pt>
                <c:pt idx="14">
                  <c:v>43800</c:v>
                </c:pt>
                <c:pt idx="15">
                  <c:v>43831</c:v>
                </c:pt>
                <c:pt idx="16">
                  <c:v>43862</c:v>
                </c:pt>
                <c:pt idx="17">
                  <c:v>43891</c:v>
                </c:pt>
                <c:pt idx="18">
                  <c:v>43922</c:v>
                </c:pt>
                <c:pt idx="19">
                  <c:v>43952</c:v>
                </c:pt>
                <c:pt idx="20">
                  <c:v>43983</c:v>
                </c:pt>
                <c:pt idx="21">
                  <c:v>44013</c:v>
                </c:pt>
                <c:pt idx="22">
                  <c:v>44044</c:v>
                </c:pt>
                <c:pt idx="23">
                  <c:v>44075</c:v>
                </c:pt>
                <c:pt idx="24">
                  <c:v>44105</c:v>
                </c:pt>
                <c:pt idx="25">
                  <c:v>44136</c:v>
                </c:pt>
                <c:pt idx="26">
                  <c:v>44166</c:v>
                </c:pt>
                <c:pt idx="27">
                  <c:v>44197</c:v>
                </c:pt>
                <c:pt idx="28">
                  <c:v>44228</c:v>
                </c:pt>
                <c:pt idx="29">
                  <c:v>44256</c:v>
                </c:pt>
                <c:pt idx="30">
                  <c:v>44287</c:v>
                </c:pt>
                <c:pt idx="31">
                  <c:v>44317</c:v>
                </c:pt>
                <c:pt idx="32">
                  <c:v>44348</c:v>
                </c:pt>
                <c:pt idx="33">
                  <c:v>44378</c:v>
                </c:pt>
                <c:pt idx="34">
                  <c:v>44409</c:v>
                </c:pt>
                <c:pt idx="35">
                  <c:v>44440</c:v>
                </c:pt>
                <c:pt idx="36">
                  <c:v>44470</c:v>
                </c:pt>
                <c:pt idx="37">
                  <c:v>44501</c:v>
                </c:pt>
                <c:pt idx="38">
                  <c:v>44531</c:v>
                </c:pt>
                <c:pt idx="39">
                  <c:v>44562</c:v>
                </c:pt>
                <c:pt idx="40">
                  <c:v>44593</c:v>
                </c:pt>
                <c:pt idx="41">
                  <c:v>44621</c:v>
                </c:pt>
                <c:pt idx="42">
                  <c:v>44652</c:v>
                </c:pt>
                <c:pt idx="43">
                  <c:v>44682</c:v>
                </c:pt>
                <c:pt idx="44">
                  <c:v>44713</c:v>
                </c:pt>
                <c:pt idx="45">
                  <c:v>44743</c:v>
                </c:pt>
                <c:pt idx="46">
                  <c:v>44774</c:v>
                </c:pt>
                <c:pt idx="47">
                  <c:v>44805</c:v>
                </c:pt>
                <c:pt idx="48">
                  <c:v>44835</c:v>
                </c:pt>
                <c:pt idx="49">
                  <c:v>44866</c:v>
                </c:pt>
                <c:pt idx="50">
                  <c:v>44896</c:v>
                </c:pt>
                <c:pt idx="51">
                  <c:v>44927</c:v>
                </c:pt>
                <c:pt idx="52">
                  <c:v>44958</c:v>
                </c:pt>
                <c:pt idx="53">
                  <c:v>44986</c:v>
                </c:pt>
                <c:pt idx="54">
                  <c:v>45017</c:v>
                </c:pt>
                <c:pt idx="55">
                  <c:v>45047</c:v>
                </c:pt>
                <c:pt idx="56">
                  <c:v>45078</c:v>
                </c:pt>
                <c:pt idx="57">
                  <c:v>45108</c:v>
                </c:pt>
                <c:pt idx="58">
                  <c:v>45139</c:v>
                </c:pt>
                <c:pt idx="59">
                  <c:v>45170</c:v>
                </c:pt>
                <c:pt idx="60">
                  <c:v>45200</c:v>
                </c:pt>
                <c:pt idx="61">
                  <c:v>45231</c:v>
                </c:pt>
                <c:pt idx="62">
                  <c:v>45261</c:v>
                </c:pt>
                <c:pt idx="63">
                  <c:v>45292</c:v>
                </c:pt>
                <c:pt idx="64">
                  <c:v>45323</c:v>
                </c:pt>
                <c:pt idx="65">
                  <c:v>45352</c:v>
                </c:pt>
                <c:pt idx="66">
                  <c:v>45383</c:v>
                </c:pt>
                <c:pt idx="67">
                  <c:v>45413</c:v>
                </c:pt>
                <c:pt idx="68">
                  <c:v>45444</c:v>
                </c:pt>
                <c:pt idx="69">
                  <c:v>45474</c:v>
                </c:pt>
                <c:pt idx="70">
                  <c:v>45505</c:v>
                </c:pt>
                <c:pt idx="71">
                  <c:v>45536</c:v>
                </c:pt>
                <c:pt idx="72">
                  <c:v>45566</c:v>
                </c:pt>
                <c:pt idx="73">
                  <c:v>45597</c:v>
                </c:pt>
                <c:pt idx="74">
                  <c:v>45627</c:v>
                </c:pt>
                <c:pt idx="75">
                  <c:v>45658</c:v>
                </c:pt>
                <c:pt idx="76">
                  <c:v>45689</c:v>
                </c:pt>
                <c:pt idx="77">
                  <c:v>45717</c:v>
                </c:pt>
                <c:pt idx="78">
                  <c:v>45748</c:v>
                </c:pt>
                <c:pt idx="79">
                  <c:v>45778</c:v>
                </c:pt>
              </c:numCache>
            </c:numRef>
          </c:cat>
          <c:val>
            <c:numRef>
              <c:f>'Comprar vivienda_Estrato '!$D$109:$D$188</c:f>
              <c:numCache>
                <c:formatCode>0.0%</c:formatCode>
                <c:ptCount val="80"/>
                <c:pt idx="0">
                  <c:v>0.13200000000000001</c:v>
                </c:pt>
                <c:pt idx="1">
                  <c:v>3.9E-2</c:v>
                </c:pt>
                <c:pt idx="2">
                  <c:v>-3.5000000000000003E-2</c:v>
                </c:pt>
                <c:pt idx="3">
                  <c:v>-0.129</c:v>
                </c:pt>
                <c:pt idx="4">
                  <c:v>0.09</c:v>
                </c:pt>
                <c:pt idx="5">
                  <c:v>-0.03</c:v>
                </c:pt>
                <c:pt idx="6">
                  <c:v>-5.2000000000000005E-2</c:v>
                </c:pt>
                <c:pt idx="7">
                  <c:v>-6.9000000000000006E-2</c:v>
                </c:pt>
                <c:pt idx="8">
                  <c:v>-5.5999999999999994E-2</c:v>
                </c:pt>
                <c:pt idx="9">
                  <c:v>8.6999999999999994E-2</c:v>
                </c:pt>
                <c:pt idx="10">
                  <c:v>-1.2999999999999999E-2</c:v>
                </c:pt>
                <c:pt idx="11">
                  <c:v>0.11599999999999999</c:v>
                </c:pt>
                <c:pt idx="12">
                  <c:v>0.16800000000000001</c:v>
                </c:pt>
                <c:pt idx="13">
                  <c:v>-0.1</c:v>
                </c:pt>
                <c:pt idx="14">
                  <c:v>-5.5999999999999994E-2</c:v>
                </c:pt>
                <c:pt idx="15">
                  <c:v>-4.2999999999999997E-2</c:v>
                </c:pt>
                <c:pt idx="16">
                  <c:v>3.5999999999999997E-2</c:v>
                </c:pt>
                <c:pt idx="17">
                  <c:v>-0.25</c:v>
                </c:pt>
                <c:pt idx="18">
                  <c:v>-0.69099999999999995</c:v>
                </c:pt>
                <c:pt idx="19">
                  <c:v>-0.54799999999999993</c:v>
                </c:pt>
                <c:pt idx="20">
                  <c:v>-0.36399999999999999</c:v>
                </c:pt>
                <c:pt idx="21">
                  <c:v>-0.32300000000000001</c:v>
                </c:pt>
                <c:pt idx="22">
                  <c:v>-0.25800000000000001</c:v>
                </c:pt>
                <c:pt idx="23">
                  <c:v>-0.36799999999999999</c:v>
                </c:pt>
                <c:pt idx="24">
                  <c:v>-8.2000000000000003E-2</c:v>
                </c:pt>
                <c:pt idx="25">
                  <c:v>-0.192</c:v>
                </c:pt>
                <c:pt idx="26">
                  <c:v>-0.17</c:v>
                </c:pt>
                <c:pt idx="27">
                  <c:v>-0.20100000000000001</c:v>
                </c:pt>
                <c:pt idx="28">
                  <c:v>-0.26100000000000001</c:v>
                </c:pt>
                <c:pt idx="29">
                  <c:v>-0.13800000000000001</c:v>
                </c:pt>
                <c:pt idx="30">
                  <c:v>-0.27600000000000002</c:v>
                </c:pt>
                <c:pt idx="31">
                  <c:v>-0.52900000000000003</c:v>
                </c:pt>
                <c:pt idx="32">
                  <c:v>-0.32900000000000001</c:v>
                </c:pt>
                <c:pt idx="33">
                  <c:v>-9.8000000000000004E-2</c:v>
                </c:pt>
                <c:pt idx="34">
                  <c:v>-0.158</c:v>
                </c:pt>
                <c:pt idx="35">
                  <c:v>-0.10100000000000001</c:v>
                </c:pt>
                <c:pt idx="36">
                  <c:v>-6.2E-2</c:v>
                </c:pt>
                <c:pt idx="37">
                  <c:v>-0.21099999999999999</c:v>
                </c:pt>
                <c:pt idx="38">
                  <c:v>-0.126</c:v>
                </c:pt>
                <c:pt idx="39">
                  <c:v>-0.06</c:v>
                </c:pt>
                <c:pt idx="40">
                  <c:v>-0.17399999999999999</c:v>
                </c:pt>
                <c:pt idx="41">
                  <c:v>-0.26200000000000001</c:v>
                </c:pt>
                <c:pt idx="42">
                  <c:v>-0.315</c:v>
                </c:pt>
                <c:pt idx="43">
                  <c:v>-0.36099999999999999</c:v>
                </c:pt>
                <c:pt idx="44">
                  <c:v>-0.19</c:v>
                </c:pt>
                <c:pt idx="45">
                  <c:v>-0.33500000000000002</c:v>
                </c:pt>
                <c:pt idx="46">
                  <c:v>-0.25</c:v>
                </c:pt>
                <c:pt idx="47">
                  <c:v>-0.32600000000000001</c:v>
                </c:pt>
                <c:pt idx="48">
                  <c:v>-0.40600000000000003</c:v>
                </c:pt>
                <c:pt idx="49">
                  <c:v>-0.442</c:v>
                </c:pt>
                <c:pt idx="50">
                  <c:v>-0.33</c:v>
                </c:pt>
                <c:pt idx="51">
                  <c:v>-0.47299999999999998</c:v>
                </c:pt>
                <c:pt idx="52">
                  <c:v>-0.45800000000000002</c:v>
                </c:pt>
                <c:pt idx="53">
                  <c:v>-0.38700000000000001</c:v>
                </c:pt>
                <c:pt idx="54">
                  <c:v>-0.45700000000000002</c:v>
                </c:pt>
                <c:pt idx="55">
                  <c:v>-0.40699999999999997</c:v>
                </c:pt>
                <c:pt idx="56">
                  <c:v>-0.30299999999999999</c:v>
                </c:pt>
                <c:pt idx="57">
                  <c:v>-0.44800000000000001</c:v>
                </c:pt>
                <c:pt idx="58">
                  <c:v>-0.36699999999999999</c:v>
                </c:pt>
                <c:pt idx="59">
                  <c:v>-0.47899999999999998</c:v>
                </c:pt>
                <c:pt idx="60">
                  <c:v>-0.40100000000000002</c:v>
                </c:pt>
                <c:pt idx="61">
                  <c:v>-0.26</c:v>
                </c:pt>
                <c:pt idx="62">
                  <c:v>-0.41499999999999998</c:v>
                </c:pt>
                <c:pt idx="63">
                  <c:v>-0.34399999999999997</c:v>
                </c:pt>
                <c:pt idx="64">
                  <c:v>-0.372</c:v>
                </c:pt>
                <c:pt idx="65">
                  <c:v>-0.36399999999999999</c:v>
                </c:pt>
                <c:pt idx="66">
                  <c:v>-0.374</c:v>
                </c:pt>
                <c:pt idx="67">
                  <c:v>-0.34799999999999998</c:v>
                </c:pt>
                <c:pt idx="68">
                  <c:v>-0.30099999999999999</c:v>
                </c:pt>
                <c:pt idx="69">
                  <c:v>-0.25700000000000001</c:v>
                </c:pt>
                <c:pt idx="70">
                  <c:v>-0.34599999999999997</c:v>
                </c:pt>
                <c:pt idx="71">
                  <c:v>-0.318</c:v>
                </c:pt>
                <c:pt idx="72">
                  <c:v>1E-3</c:v>
                </c:pt>
                <c:pt idx="73">
                  <c:v>-0.218</c:v>
                </c:pt>
                <c:pt idx="74">
                  <c:v>-0.154</c:v>
                </c:pt>
                <c:pt idx="75">
                  <c:v>-0.23699999999999999</c:v>
                </c:pt>
                <c:pt idx="76">
                  <c:v>-0.29399999999999998</c:v>
                </c:pt>
                <c:pt idx="77">
                  <c:v>-0.188</c:v>
                </c:pt>
                <c:pt idx="78">
                  <c:v>-0.32400000000000001</c:v>
                </c:pt>
                <c:pt idx="79">
                  <c:v>-0.317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2-4D3F-4C33-B1B1-997CEC4825A8}"/>
            </c:ext>
          </c:extLst>
        </c:ser>
        <c:ser>
          <c:idx val="3"/>
          <c:order val="3"/>
          <c:tx>
            <c:strRef>
              <c:f>'Comprar vivienda_Estrato '!$E$3</c:f>
              <c:strCache>
                <c:ptCount val="1"/>
                <c:pt idx="0">
                  <c:v>Total</c:v>
                </c:pt>
              </c:strCache>
            </c:strRef>
          </c:tx>
          <c:spPr>
            <a:ln w="22225" cap="rnd">
              <a:solidFill>
                <a:srgbClr val="7030A0"/>
              </a:solidFill>
              <a:round/>
            </a:ln>
            <a:effectLst/>
          </c:spPr>
          <c:marker>
            <c:symbol val="none"/>
          </c:marker>
          <c:dLbls>
            <c:dLbl>
              <c:idx val="79"/>
              <c:layout>
                <c:manualLayout>
                  <c:x val="-2.3518518518518519E-3"/>
                  <c:y val="8.25650118203308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B13-4D45-8CC2-F0D1F5FD9B5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1" i="0" u="none" strike="noStrike" kern="1200" baseline="0">
                    <a:solidFill>
                      <a:srgbClr val="7030A0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'Comprar vivienda_Estrato '!$A$109:$A$188</c:f>
              <c:numCache>
                <c:formatCode>mmm\-yy</c:formatCode>
                <c:ptCount val="80"/>
                <c:pt idx="0">
                  <c:v>43374</c:v>
                </c:pt>
                <c:pt idx="1">
                  <c:v>43405</c:v>
                </c:pt>
                <c:pt idx="2">
                  <c:v>43435</c:v>
                </c:pt>
                <c:pt idx="3">
                  <c:v>43466</c:v>
                </c:pt>
                <c:pt idx="4">
                  <c:v>43497</c:v>
                </c:pt>
                <c:pt idx="5">
                  <c:v>43525</c:v>
                </c:pt>
                <c:pt idx="6">
                  <c:v>43556</c:v>
                </c:pt>
                <c:pt idx="7">
                  <c:v>43586</c:v>
                </c:pt>
                <c:pt idx="8">
                  <c:v>43617</c:v>
                </c:pt>
                <c:pt idx="9">
                  <c:v>43647</c:v>
                </c:pt>
                <c:pt idx="10">
                  <c:v>43678</c:v>
                </c:pt>
                <c:pt idx="11">
                  <c:v>43709</c:v>
                </c:pt>
                <c:pt idx="12">
                  <c:v>43739</c:v>
                </c:pt>
                <c:pt idx="13">
                  <c:v>43770</c:v>
                </c:pt>
                <c:pt idx="14">
                  <c:v>43800</c:v>
                </c:pt>
                <c:pt idx="15">
                  <c:v>43831</c:v>
                </c:pt>
                <c:pt idx="16">
                  <c:v>43862</c:v>
                </c:pt>
                <c:pt idx="17">
                  <c:v>43891</c:v>
                </c:pt>
                <c:pt idx="18">
                  <c:v>43922</c:v>
                </c:pt>
                <c:pt idx="19">
                  <c:v>43952</c:v>
                </c:pt>
                <c:pt idx="20">
                  <c:v>43983</c:v>
                </c:pt>
                <c:pt idx="21">
                  <c:v>44013</c:v>
                </c:pt>
                <c:pt idx="22">
                  <c:v>44044</c:v>
                </c:pt>
                <c:pt idx="23">
                  <c:v>44075</c:v>
                </c:pt>
                <c:pt idx="24">
                  <c:v>44105</c:v>
                </c:pt>
                <c:pt idx="25">
                  <c:v>44136</c:v>
                </c:pt>
                <c:pt idx="26">
                  <c:v>44166</c:v>
                </c:pt>
                <c:pt idx="27">
                  <c:v>44197</c:v>
                </c:pt>
                <c:pt idx="28">
                  <c:v>44228</c:v>
                </c:pt>
                <c:pt idx="29">
                  <c:v>44256</c:v>
                </c:pt>
                <c:pt idx="30">
                  <c:v>44287</c:v>
                </c:pt>
                <c:pt idx="31">
                  <c:v>44317</c:v>
                </c:pt>
                <c:pt idx="32">
                  <c:v>44348</c:v>
                </c:pt>
                <c:pt idx="33">
                  <c:v>44378</c:v>
                </c:pt>
                <c:pt idx="34">
                  <c:v>44409</c:v>
                </c:pt>
                <c:pt idx="35">
                  <c:v>44440</c:v>
                </c:pt>
                <c:pt idx="36">
                  <c:v>44470</c:v>
                </c:pt>
                <c:pt idx="37">
                  <c:v>44501</c:v>
                </c:pt>
                <c:pt idx="38">
                  <c:v>44531</c:v>
                </c:pt>
                <c:pt idx="39">
                  <c:v>44562</c:v>
                </c:pt>
                <c:pt idx="40">
                  <c:v>44593</c:v>
                </c:pt>
                <c:pt idx="41">
                  <c:v>44621</c:v>
                </c:pt>
                <c:pt idx="42">
                  <c:v>44652</c:v>
                </c:pt>
                <c:pt idx="43">
                  <c:v>44682</c:v>
                </c:pt>
                <c:pt idx="44">
                  <c:v>44713</c:v>
                </c:pt>
                <c:pt idx="45">
                  <c:v>44743</c:v>
                </c:pt>
                <c:pt idx="46">
                  <c:v>44774</c:v>
                </c:pt>
                <c:pt idx="47">
                  <c:v>44805</c:v>
                </c:pt>
                <c:pt idx="48">
                  <c:v>44835</c:v>
                </c:pt>
                <c:pt idx="49">
                  <c:v>44866</c:v>
                </c:pt>
                <c:pt idx="50">
                  <c:v>44896</c:v>
                </c:pt>
                <c:pt idx="51">
                  <c:v>44927</c:v>
                </c:pt>
                <c:pt idx="52">
                  <c:v>44958</c:v>
                </c:pt>
                <c:pt idx="53">
                  <c:v>44986</c:v>
                </c:pt>
                <c:pt idx="54">
                  <c:v>45017</c:v>
                </c:pt>
                <c:pt idx="55">
                  <c:v>45047</c:v>
                </c:pt>
                <c:pt idx="56">
                  <c:v>45078</c:v>
                </c:pt>
                <c:pt idx="57">
                  <c:v>45108</c:v>
                </c:pt>
                <c:pt idx="58">
                  <c:v>45139</c:v>
                </c:pt>
                <c:pt idx="59">
                  <c:v>45170</c:v>
                </c:pt>
                <c:pt idx="60">
                  <c:v>45200</c:v>
                </c:pt>
                <c:pt idx="61">
                  <c:v>45231</c:v>
                </c:pt>
                <c:pt idx="62">
                  <c:v>45261</c:v>
                </c:pt>
                <c:pt idx="63">
                  <c:v>45292</c:v>
                </c:pt>
                <c:pt idx="64">
                  <c:v>45323</c:v>
                </c:pt>
                <c:pt idx="65">
                  <c:v>45352</c:v>
                </c:pt>
                <c:pt idx="66">
                  <c:v>45383</c:v>
                </c:pt>
                <c:pt idx="67">
                  <c:v>45413</c:v>
                </c:pt>
                <c:pt idx="68">
                  <c:v>45444</c:v>
                </c:pt>
                <c:pt idx="69">
                  <c:v>45474</c:v>
                </c:pt>
                <c:pt idx="70">
                  <c:v>45505</c:v>
                </c:pt>
                <c:pt idx="71">
                  <c:v>45536</c:v>
                </c:pt>
                <c:pt idx="72">
                  <c:v>45566</c:v>
                </c:pt>
                <c:pt idx="73">
                  <c:v>45597</c:v>
                </c:pt>
                <c:pt idx="74">
                  <c:v>45627</c:v>
                </c:pt>
                <c:pt idx="75">
                  <c:v>45658</c:v>
                </c:pt>
                <c:pt idx="76">
                  <c:v>45689</c:v>
                </c:pt>
                <c:pt idx="77">
                  <c:v>45717</c:v>
                </c:pt>
                <c:pt idx="78">
                  <c:v>45748</c:v>
                </c:pt>
                <c:pt idx="79">
                  <c:v>45778</c:v>
                </c:pt>
              </c:numCache>
            </c:numRef>
          </c:cat>
          <c:val>
            <c:numRef>
              <c:f>'Comprar vivienda_Estrato '!$E$109:$E$188</c:f>
              <c:numCache>
                <c:formatCode>0.0%</c:formatCode>
                <c:ptCount val="80"/>
                <c:pt idx="0">
                  <c:v>2.5000000000000001E-2</c:v>
                </c:pt>
                <c:pt idx="1">
                  <c:v>-8.4000000000000005E-2</c:v>
                </c:pt>
                <c:pt idx="2">
                  <c:v>-5.0999999999999997E-2</c:v>
                </c:pt>
                <c:pt idx="3">
                  <c:v>-1.9E-2</c:v>
                </c:pt>
                <c:pt idx="4">
                  <c:v>0.03</c:v>
                </c:pt>
                <c:pt idx="5">
                  <c:v>1.2E-2</c:v>
                </c:pt>
                <c:pt idx="6">
                  <c:v>-8.9999999999999993E-3</c:v>
                </c:pt>
                <c:pt idx="7">
                  <c:v>-4.0000000000000001E-3</c:v>
                </c:pt>
                <c:pt idx="8">
                  <c:v>1E-3</c:v>
                </c:pt>
                <c:pt idx="9">
                  <c:v>5.0999999999999997E-2</c:v>
                </c:pt>
                <c:pt idx="10">
                  <c:v>2.7999999999999997E-2</c:v>
                </c:pt>
                <c:pt idx="11">
                  <c:v>3.7999999999999999E-2</c:v>
                </c:pt>
                <c:pt idx="12">
                  <c:v>1.4999999999999999E-2</c:v>
                </c:pt>
                <c:pt idx="13">
                  <c:v>-6.7000000000000004E-2</c:v>
                </c:pt>
                <c:pt idx="14">
                  <c:v>-9.1999999999999998E-2</c:v>
                </c:pt>
                <c:pt idx="15">
                  <c:v>1.7999999999999999E-2</c:v>
                </c:pt>
                <c:pt idx="16">
                  <c:v>4.0000000000000001E-3</c:v>
                </c:pt>
                <c:pt idx="17">
                  <c:v>-0.35099999999999998</c:v>
                </c:pt>
                <c:pt idx="18">
                  <c:v>-0.623</c:v>
                </c:pt>
                <c:pt idx="19">
                  <c:v>-0.42700000000000005</c:v>
                </c:pt>
                <c:pt idx="20">
                  <c:v>-0.34100000000000003</c:v>
                </c:pt>
                <c:pt idx="21">
                  <c:v>-0.318</c:v>
                </c:pt>
                <c:pt idx="22">
                  <c:v>-0.21</c:v>
                </c:pt>
                <c:pt idx="23">
                  <c:v>-0.17199999999999999</c:v>
                </c:pt>
                <c:pt idx="24">
                  <c:v>-8.2000000000000003E-2</c:v>
                </c:pt>
                <c:pt idx="25">
                  <c:v>-9.2999999999999999E-2</c:v>
                </c:pt>
                <c:pt idx="26">
                  <c:v>-6.7000000000000004E-2</c:v>
                </c:pt>
                <c:pt idx="27">
                  <c:v>-0.14599999999999999</c:v>
                </c:pt>
                <c:pt idx="28">
                  <c:v>-0.129</c:v>
                </c:pt>
                <c:pt idx="29">
                  <c:v>-7.0999999999999994E-2</c:v>
                </c:pt>
                <c:pt idx="30">
                  <c:v>-0.158</c:v>
                </c:pt>
                <c:pt idx="31">
                  <c:v>-0.38400000000000001</c:v>
                </c:pt>
                <c:pt idx="32">
                  <c:v>-0.23899999999999999</c:v>
                </c:pt>
                <c:pt idx="33">
                  <c:v>-2.9000000000000001E-2</c:v>
                </c:pt>
                <c:pt idx="34">
                  <c:v>-5.0999999999999997E-2</c:v>
                </c:pt>
                <c:pt idx="35">
                  <c:v>-5.0000000000000001E-3</c:v>
                </c:pt>
                <c:pt idx="36">
                  <c:v>-3.7999999999999999E-2</c:v>
                </c:pt>
                <c:pt idx="37">
                  <c:v>-0.13</c:v>
                </c:pt>
                <c:pt idx="38">
                  <c:v>-0.13400000000000001</c:v>
                </c:pt>
                <c:pt idx="39">
                  <c:v>-0.09</c:v>
                </c:pt>
                <c:pt idx="40">
                  <c:v>-0.15</c:v>
                </c:pt>
                <c:pt idx="41">
                  <c:v>-0.16200000000000001</c:v>
                </c:pt>
                <c:pt idx="42">
                  <c:v>-0.22600000000000001</c:v>
                </c:pt>
                <c:pt idx="43">
                  <c:v>-0.33</c:v>
                </c:pt>
                <c:pt idx="44">
                  <c:v>-0.182</c:v>
                </c:pt>
                <c:pt idx="45">
                  <c:v>-0.35299999999999998</c:v>
                </c:pt>
                <c:pt idx="46">
                  <c:v>-0.29099999999999998</c:v>
                </c:pt>
                <c:pt idx="47">
                  <c:v>-0.311</c:v>
                </c:pt>
                <c:pt idx="48">
                  <c:v>-0.36599999999999999</c:v>
                </c:pt>
                <c:pt idx="49">
                  <c:v>-0.42700000000000005</c:v>
                </c:pt>
                <c:pt idx="50">
                  <c:v>-0.48099999999999998</c:v>
                </c:pt>
                <c:pt idx="51">
                  <c:v>-0.51</c:v>
                </c:pt>
                <c:pt idx="52">
                  <c:v>-0.48299999999999998</c:v>
                </c:pt>
                <c:pt idx="53">
                  <c:v>-0.44800000000000001</c:v>
                </c:pt>
                <c:pt idx="54">
                  <c:v>-0.501</c:v>
                </c:pt>
                <c:pt idx="55">
                  <c:v>-0.44900000000000001</c:v>
                </c:pt>
                <c:pt idx="56">
                  <c:v>-0.435</c:v>
                </c:pt>
                <c:pt idx="57">
                  <c:v>-0.39700000000000002</c:v>
                </c:pt>
                <c:pt idx="58">
                  <c:v>-0.45200000000000001</c:v>
                </c:pt>
                <c:pt idx="59">
                  <c:v>-0.55400000000000005</c:v>
                </c:pt>
                <c:pt idx="60">
                  <c:v>-0.45800000000000002</c:v>
                </c:pt>
                <c:pt idx="61">
                  <c:v>-0.38500000000000001</c:v>
                </c:pt>
                <c:pt idx="62">
                  <c:v>-0.47799999999999998</c:v>
                </c:pt>
                <c:pt idx="63">
                  <c:v>-0.40200000000000002</c:v>
                </c:pt>
                <c:pt idx="64">
                  <c:v>-0.435</c:v>
                </c:pt>
                <c:pt idx="65">
                  <c:v>-0.42599999999999999</c:v>
                </c:pt>
                <c:pt idx="66">
                  <c:v>-0.40500000000000003</c:v>
                </c:pt>
                <c:pt idx="67">
                  <c:v>-0.34200000000000003</c:v>
                </c:pt>
                <c:pt idx="68">
                  <c:v>-0.41699999999999998</c:v>
                </c:pt>
                <c:pt idx="69">
                  <c:v>-0.26600000000000001</c:v>
                </c:pt>
                <c:pt idx="70">
                  <c:v>-0.28199999999999997</c:v>
                </c:pt>
                <c:pt idx="71">
                  <c:v>-0.30399999999999999</c:v>
                </c:pt>
                <c:pt idx="72">
                  <c:v>-0.11</c:v>
                </c:pt>
                <c:pt idx="73">
                  <c:v>-0.19700000000000001</c:v>
                </c:pt>
                <c:pt idx="74">
                  <c:v>-0.26200000000000001</c:v>
                </c:pt>
                <c:pt idx="75">
                  <c:v>-0.20300000000000001</c:v>
                </c:pt>
                <c:pt idx="76">
                  <c:v>-0.24299999999999999</c:v>
                </c:pt>
                <c:pt idx="77">
                  <c:v>-0.28100000000000003</c:v>
                </c:pt>
                <c:pt idx="78">
                  <c:v>-0.36799999999999999</c:v>
                </c:pt>
                <c:pt idx="79">
                  <c:v>-0.33100000000000002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3-4D3F-4C33-B1B1-997CEC4825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85344944"/>
        <c:axId val="1385364624"/>
      </c:lineChart>
      <c:dateAx>
        <c:axId val="1385344944"/>
        <c:scaling>
          <c:orientation val="minMax"/>
          <c:max val="45778"/>
          <c:min val="43586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1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85364624"/>
        <c:crosses val="autoZero"/>
        <c:auto val="1"/>
        <c:lblOffset val="100"/>
        <c:baseTimeUnit val="months"/>
        <c:majorUnit val="12"/>
        <c:majorTimeUnit val="months"/>
      </c:dateAx>
      <c:valAx>
        <c:axId val="138536462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853449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 b="1">
          <a:solidFill>
            <a:schemeClr val="tx1"/>
          </a:solidFill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s-E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>
        <c:manualLayout>
          <c:layoutTarget val="inner"/>
          <c:xMode val="edge"/>
          <c:yMode val="edge"/>
          <c:x val="6.2510462962962962E-2"/>
          <c:y val="8.111432847263883E-2"/>
          <c:w val="0.8892765740740739"/>
          <c:h val="0.85044460164822477"/>
        </c:manualLayout>
      </c:layout>
      <c:lineChart>
        <c:grouping val="standard"/>
        <c:varyColors val="0"/>
        <c:ser>
          <c:idx val="0"/>
          <c:order val="0"/>
          <c:tx>
            <c:strRef>
              <c:f>Gráfico!$C$2</c:f>
              <c:strCache>
                <c:ptCount val="1"/>
                <c:pt idx="0">
                  <c:v>ICI</c:v>
                </c:pt>
              </c:strCache>
            </c:strRef>
          </c:tx>
          <c:spPr>
            <a:ln w="2222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dLbls>
            <c:dLbl>
              <c:idx val="6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DD0F-4586-BFEA-2EB779D68BF6}"/>
                </c:ext>
              </c:extLst>
            </c:dLbl>
            <c:dLbl>
              <c:idx val="64"/>
              <c:layout>
                <c:manualLayout>
                  <c:x val="-1.7638888888889061E-2"/>
                  <c:y val="-5.000944075859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6E22-4904-B939-A96C41359FD8}"/>
                </c:ext>
              </c:extLst>
            </c:dLbl>
            <c:dLbl>
              <c:idx val="7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DD0F-4586-BFEA-2EB779D68BF6}"/>
                </c:ext>
              </c:extLst>
            </c:dLbl>
            <c:dLbl>
              <c:idx val="7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6E22-4904-B939-A96C41359FD8}"/>
                </c:ext>
              </c:extLst>
            </c:dLbl>
            <c:spPr>
              <a:solidFill>
                <a:srgbClr val="0E2841">
                  <a:lumMod val="50000"/>
                  <a:lumOff val="50000"/>
                </a:srgbClr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Gráfico!$B$3:$B$79</c:f>
              <c:numCache>
                <c:formatCode>mmm\-yy</c:formatCode>
                <c:ptCount val="77"/>
                <c:pt idx="0">
                  <c:v>43586</c:v>
                </c:pt>
                <c:pt idx="1">
                  <c:v>43617</c:v>
                </c:pt>
                <c:pt idx="2">
                  <c:v>43647</c:v>
                </c:pt>
                <c:pt idx="3">
                  <c:v>43678</c:v>
                </c:pt>
                <c:pt idx="4">
                  <c:v>43709</c:v>
                </c:pt>
                <c:pt idx="5">
                  <c:v>43739</c:v>
                </c:pt>
                <c:pt idx="6">
                  <c:v>43770</c:v>
                </c:pt>
                <c:pt idx="7">
                  <c:v>43800</c:v>
                </c:pt>
                <c:pt idx="8">
                  <c:v>43831</c:v>
                </c:pt>
                <c:pt idx="9">
                  <c:v>43862</c:v>
                </c:pt>
                <c:pt idx="10">
                  <c:v>43891</c:v>
                </c:pt>
                <c:pt idx="11">
                  <c:v>43922</c:v>
                </c:pt>
                <c:pt idx="12">
                  <c:v>43952</c:v>
                </c:pt>
                <c:pt idx="13">
                  <c:v>43983</c:v>
                </c:pt>
                <c:pt idx="14">
                  <c:v>44013</c:v>
                </c:pt>
                <c:pt idx="15">
                  <c:v>44044</c:v>
                </c:pt>
                <c:pt idx="16">
                  <c:v>44075</c:v>
                </c:pt>
                <c:pt idx="17">
                  <c:v>44105</c:v>
                </c:pt>
                <c:pt idx="18">
                  <c:v>44136</c:v>
                </c:pt>
                <c:pt idx="19">
                  <c:v>44166</c:v>
                </c:pt>
                <c:pt idx="20">
                  <c:v>44197</c:v>
                </c:pt>
                <c:pt idx="21">
                  <c:v>44228</c:v>
                </c:pt>
                <c:pt idx="22">
                  <c:v>44256</c:v>
                </c:pt>
                <c:pt idx="23">
                  <c:v>44287</c:v>
                </c:pt>
                <c:pt idx="24">
                  <c:v>44317</c:v>
                </c:pt>
                <c:pt idx="25">
                  <c:v>44348</c:v>
                </c:pt>
                <c:pt idx="26">
                  <c:v>44378</c:v>
                </c:pt>
                <c:pt idx="27">
                  <c:v>44409</c:v>
                </c:pt>
                <c:pt idx="28">
                  <c:v>44440</c:v>
                </c:pt>
                <c:pt idx="29">
                  <c:v>44470</c:v>
                </c:pt>
                <c:pt idx="30">
                  <c:v>44501</c:v>
                </c:pt>
                <c:pt idx="31">
                  <c:v>44531</c:v>
                </c:pt>
                <c:pt idx="32">
                  <c:v>44562</c:v>
                </c:pt>
                <c:pt idx="33">
                  <c:v>44593</c:v>
                </c:pt>
                <c:pt idx="34">
                  <c:v>44621</c:v>
                </c:pt>
                <c:pt idx="35">
                  <c:v>44652</c:v>
                </c:pt>
                <c:pt idx="36">
                  <c:v>44682</c:v>
                </c:pt>
                <c:pt idx="37">
                  <c:v>44713</c:v>
                </c:pt>
                <c:pt idx="38">
                  <c:v>44743</c:v>
                </c:pt>
                <c:pt idx="39">
                  <c:v>44774</c:v>
                </c:pt>
                <c:pt idx="40">
                  <c:v>44805</c:v>
                </c:pt>
                <c:pt idx="41">
                  <c:v>44835</c:v>
                </c:pt>
                <c:pt idx="42">
                  <c:v>44866</c:v>
                </c:pt>
                <c:pt idx="43">
                  <c:v>44896</c:v>
                </c:pt>
                <c:pt idx="44">
                  <c:v>44927</c:v>
                </c:pt>
                <c:pt idx="45">
                  <c:v>44958</c:v>
                </c:pt>
                <c:pt idx="46">
                  <c:v>44986</c:v>
                </c:pt>
                <c:pt idx="47">
                  <c:v>45017</c:v>
                </c:pt>
                <c:pt idx="48">
                  <c:v>45047</c:v>
                </c:pt>
                <c:pt idx="49">
                  <c:v>45078</c:v>
                </c:pt>
                <c:pt idx="50">
                  <c:v>45108</c:v>
                </c:pt>
                <c:pt idx="51">
                  <c:v>45139</c:v>
                </c:pt>
                <c:pt idx="52">
                  <c:v>45170</c:v>
                </c:pt>
                <c:pt idx="53">
                  <c:v>45200</c:v>
                </c:pt>
                <c:pt idx="54">
                  <c:v>45231</c:v>
                </c:pt>
                <c:pt idx="55">
                  <c:v>45261</c:v>
                </c:pt>
                <c:pt idx="56">
                  <c:v>45292</c:v>
                </c:pt>
                <c:pt idx="57">
                  <c:v>45323</c:v>
                </c:pt>
                <c:pt idx="58">
                  <c:v>45352</c:v>
                </c:pt>
                <c:pt idx="59">
                  <c:v>45383</c:v>
                </c:pt>
                <c:pt idx="60">
                  <c:v>45413</c:v>
                </c:pt>
                <c:pt idx="61">
                  <c:v>45444</c:v>
                </c:pt>
                <c:pt idx="62">
                  <c:v>45474</c:v>
                </c:pt>
                <c:pt idx="63">
                  <c:v>45505</c:v>
                </c:pt>
                <c:pt idx="64">
                  <c:v>45536</c:v>
                </c:pt>
                <c:pt idx="65">
                  <c:v>45566</c:v>
                </c:pt>
                <c:pt idx="66">
                  <c:v>45597</c:v>
                </c:pt>
                <c:pt idx="67">
                  <c:v>45627</c:v>
                </c:pt>
                <c:pt idx="68">
                  <c:v>45658</c:v>
                </c:pt>
                <c:pt idx="69">
                  <c:v>45689</c:v>
                </c:pt>
                <c:pt idx="70">
                  <c:v>45717</c:v>
                </c:pt>
                <c:pt idx="71">
                  <c:v>45748</c:v>
                </c:pt>
                <c:pt idx="72">
                  <c:v>45778</c:v>
                </c:pt>
                <c:pt idx="73">
                  <c:v>45809</c:v>
                </c:pt>
                <c:pt idx="74">
                  <c:v>45839</c:v>
                </c:pt>
                <c:pt idx="75">
                  <c:v>45870</c:v>
                </c:pt>
                <c:pt idx="76">
                  <c:v>45901</c:v>
                </c:pt>
              </c:numCache>
            </c:numRef>
          </c:cat>
          <c:val>
            <c:numRef>
              <c:f>Gráfico!$C$3:$C$79</c:f>
              <c:numCache>
                <c:formatCode>0.0%</c:formatCode>
                <c:ptCount val="77"/>
                <c:pt idx="0">
                  <c:v>-7.0999999999999994E-2</c:v>
                </c:pt>
                <c:pt idx="1">
                  <c:v>8.4000000000000005E-2</c:v>
                </c:pt>
                <c:pt idx="2">
                  <c:v>9.2999999999999999E-2</c:v>
                </c:pt>
                <c:pt idx="3">
                  <c:v>0.105</c:v>
                </c:pt>
                <c:pt idx="4">
                  <c:v>0.115</c:v>
                </c:pt>
                <c:pt idx="5">
                  <c:v>5.7000000000000002E-2</c:v>
                </c:pt>
                <c:pt idx="6">
                  <c:v>1.2999999999999999E-2</c:v>
                </c:pt>
                <c:pt idx="7">
                  <c:v>8.5000000000000006E-2</c:v>
                </c:pt>
                <c:pt idx="8">
                  <c:v>0.122</c:v>
                </c:pt>
                <c:pt idx="9">
                  <c:v>9.8000000000000004E-2</c:v>
                </c:pt>
                <c:pt idx="10">
                  <c:v>-0.35</c:v>
                </c:pt>
                <c:pt idx="11">
                  <c:v>-0.35799999999999998</c:v>
                </c:pt>
                <c:pt idx="12">
                  <c:v>-0.21299999999999999</c:v>
                </c:pt>
                <c:pt idx="13">
                  <c:v>-0.20799999999999999</c:v>
                </c:pt>
                <c:pt idx="14">
                  <c:v>-8.5000000000000006E-2</c:v>
                </c:pt>
                <c:pt idx="15">
                  <c:v>1.4999999999999999E-2</c:v>
                </c:pt>
                <c:pt idx="16">
                  <c:v>6.0999999999999999E-2</c:v>
                </c:pt>
                <c:pt idx="17">
                  <c:v>-0.03</c:v>
                </c:pt>
                <c:pt idx="18">
                  <c:v>-6.7000000000000004E-2</c:v>
                </c:pt>
                <c:pt idx="19">
                  <c:v>-1.6E-2</c:v>
                </c:pt>
                <c:pt idx="20">
                  <c:v>3.6999999999999998E-2</c:v>
                </c:pt>
                <c:pt idx="21">
                  <c:v>8.2000000000000003E-2</c:v>
                </c:pt>
                <c:pt idx="22">
                  <c:v>6.8000000000000005E-2</c:v>
                </c:pt>
                <c:pt idx="23">
                  <c:v>-5.0999999999999997E-2</c:v>
                </c:pt>
                <c:pt idx="24">
                  <c:v>-3.2000000000000001E-2</c:v>
                </c:pt>
                <c:pt idx="25">
                  <c:v>5.8000000000000003E-2</c:v>
                </c:pt>
                <c:pt idx="26">
                  <c:v>0.16300000000000001</c:v>
                </c:pt>
                <c:pt idx="27">
                  <c:v>0.156</c:v>
                </c:pt>
                <c:pt idx="28">
                  <c:v>0.20399999999999999</c:v>
                </c:pt>
                <c:pt idx="29">
                  <c:v>0.122</c:v>
                </c:pt>
                <c:pt idx="30">
                  <c:v>0.152</c:v>
                </c:pt>
                <c:pt idx="31">
                  <c:v>0.11600000000000001</c:v>
                </c:pt>
                <c:pt idx="32">
                  <c:v>0.127</c:v>
                </c:pt>
                <c:pt idx="33">
                  <c:v>0.155</c:v>
                </c:pt>
                <c:pt idx="34">
                  <c:v>0.13600000000000001</c:v>
                </c:pt>
                <c:pt idx="35">
                  <c:v>0.10299999999999999</c:v>
                </c:pt>
                <c:pt idx="36">
                  <c:v>0.14399999999999999</c:v>
                </c:pt>
                <c:pt idx="37">
                  <c:v>0.115</c:v>
                </c:pt>
                <c:pt idx="38">
                  <c:v>9.7000000000000003E-2</c:v>
                </c:pt>
                <c:pt idx="39">
                  <c:v>7.0999999999999994E-2</c:v>
                </c:pt>
                <c:pt idx="40">
                  <c:v>7.0000000000000007E-2</c:v>
                </c:pt>
                <c:pt idx="41">
                  <c:v>-4.0000000000000001E-3</c:v>
                </c:pt>
                <c:pt idx="42">
                  <c:v>1E-3</c:v>
                </c:pt>
                <c:pt idx="43">
                  <c:v>-1.2E-2</c:v>
                </c:pt>
                <c:pt idx="44">
                  <c:v>3.5999999999999997E-2</c:v>
                </c:pt>
                <c:pt idx="45">
                  <c:v>4.2000000000000003E-2</c:v>
                </c:pt>
                <c:pt idx="46">
                  <c:v>3.5000000000000003E-2</c:v>
                </c:pt>
                <c:pt idx="47">
                  <c:v>-5.8999999999999997E-2</c:v>
                </c:pt>
                <c:pt idx="48">
                  <c:v>-4.2000000000000003E-2</c:v>
                </c:pt>
                <c:pt idx="49">
                  <c:v>-2.1999999999999999E-2</c:v>
                </c:pt>
                <c:pt idx="50">
                  <c:v>-2E-3</c:v>
                </c:pt>
                <c:pt idx="51">
                  <c:v>3.6999999999999998E-2</c:v>
                </c:pt>
                <c:pt idx="52">
                  <c:v>8.0000000000000002E-3</c:v>
                </c:pt>
                <c:pt idx="53">
                  <c:v>-3.6999999999999998E-2</c:v>
                </c:pt>
                <c:pt idx="54">
                  <c:v>-7.0999999999999994E-2</c:v>
                </c:pt>
                <c:pt idx="55">
                  <c:v>-4.2999999999999997E-2</c:v>
                </c:pt>
                <c:pt idx="56">
                  <c:v>2E-3</c:v>
                </c:pt>
                <c:pt idx="57">
                  <c:v>-3.0000000000000001E-3</c:v>
                </c:pt>
                <c:pt idx="58">
                  <c:v>-2.5999999999999999E-2</c:v>
                </c:pt>
                <c:pt idx="59">
                  <c:v>-3.4000000000000002E-2</c:v>
                </c:pt>
                <c:pt idx="60">
                  <c:v>-5.3999999999999999E-2</c:v>
                </c:pt>
                <c:pt idx="61">
                  <c:v>-3.1E-2</c:v>
                </c:pt>
                <c:pt idx="62">
                  <c:v>-1.2E-2</c:v>
                </c:pt>
                <c:pt idx="63">
                  <c:v>-1.4E-2</c:v>
                </c:pt>
                <c:pt idx="64">
                  <c:v>1.2999999999999999E-2</c:v>
                </c:pt>
                <c:pt idx="65">
                  <c:v>-4.0000000000000001E-3</c:v>
                </c:pt>
                <c:pt idx="66">
                  <c:v>-2.8000000000000001E-2</c:v>
                </c:pt>
                <c:pt idx="67">
                  <c:v>-2E-3</c:v>
                </c:pt>
                <c:pt idx="68">
                  <c:v>0.02</c:v>
                </c:pt>
                <c:pt idx="69">
                  <c:v>2E-3</c:v>
                </c:pt>
                <c:pt idx="70">
                  <c:v>2.1000000000000001E-2</c:v>
                </c:pt>
                <c:pt idx="71">
                  <c:v>-3.0000000000000001E-3</c:v>
                </c:pt>
                <c:pt idx="72">
                  <c:v>6.0999999999999999E-2</c:v>
                </c:pt>
                <c:pt idx="73">
                  <c:v>1.4999999999999999E-2</c:v>
                </c:pt>
                <c:pt idx="74">
                  <c:v>6.7000000000000004E-2</c:v>
                </c:pt>
                <c:pt idx="75">
                  <c:v>5.2999999999999999E-2</c:v>
                </c:pt>
                <c:pt idx="76">
                  <c:v>0.09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9D87-48FB-9DB9-DC6062AC9F7F}"/>
            </c:ext>
          </c:extLst>
        </c:ser>
        <c:ser>
          <c:idx val="1"/>
          <c:order val="1"/>
          <c:tx>
            <c:strRef>
              <c:f>Gráfico!$D$2</c:f>
              <c:strCache>
                <c:ptCount val="1"/>
                <c:pt idx="0">
                  <c:v>Disposición a comprar vivienda</c:v>
                </c:pt>
              </c:strCache>
            </c:strRef>
          </c:tx>
          <c:spPr>
            <a:ln w="2222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dLbls>
            <c:dLbl>
              <c:idx val="6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DD0F-4586-BFEA-2EB779D68BF6}"/>
                </c:ext>
              </c:extLst>
            </c:dLbl>
            <c:dLbl>
              <c:idx val="64"/>
              <c:layout>
                <c:manualLayout>
                  <c:x val="-1.1759259259260984E-3"/>
                  <c:y val="3.750708056894992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6E22-4904-B939-A96C41359FD8}"/>
                </c:ext>
              </c:extLst>
            </c:dLbl>
            <c:dLbl>
              <c:idx val="76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6E22-4904-B939-A96C41359FD8}"/>
                </c:ext>
              </c:extLst>
            </c:dLbl>
            <c:spPr>
              <a:solidFill>
                <a:srgbClr val="002060"/>
              </a:solidFill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200" b="1" i="0" u="none" strike="noStrike" kern="1200" baseline="0">
                    <a:solidFill>
                      <a:schemeClr val="bg1"/>
                    </a:solidFill>
                    <a:latin typeface="Dosis" pitchFamily="2" charset="0"/>
                    <a:ea typeface="+mn-ea"/>
                    <a:cs typeface="+mn-cs"/>
                  </a:defRPr>
                </a:pPr>
                <a:endParaRPr lang="es-CO"/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Gráfico!$B$3:$B$79</c:f>
              <c:numCache>
                <c:formatCode>mmm\-yy</c:formatCode>
                <c:ptCount val="77"/>
                <c:pt idx="0">
                  <c:v>43586</c:v>
                </c:pt>
                <c:pt idx="1">
                  <c:v>43617</c:v>
                </c:pt>
                <c:pt idx="2">
                  <c:v>43647</c:v>
                </c:pt>
                <c:pt idx="3">
                  <c:v>43678</c:v>
                </c:pt>
                <c:pt idx="4">
                  <c:v>43709</c:v>
                </c:pt>
                <c:pt idx="5">
                  <c:v>43739</c:v>
                </c:pt>
                <c:pt idx="6">
                  <c:v>43770</c:v>
                </c:pt>
                <c:pt idx="7">
                  <c:v>43800</c:v>
                </c:pt>
                <c:pt idx="8">
                  <c:v>43831</c:v>
                </c:pt>
                <c:pt idx="9">
                  <c:v>43862</c:v>
                </c:pt>
                <c:pt idx="10">
                  <c:v>43891</c:v>
                </c:pt>
                <c:pt idx="11">
                  <c:v>43922</c:v>
                </c:pt>
                <c:pt idx="12">
                  <c:v>43952</c:v>
                </c:pt>
                <c:pt idx="13">
                  <c:v>43983</c:v>
                </c:pt>
                <c:pt idx="14">
                  <c:v>44013</c:v>
                </c:pt>
                <c:pt idx="15">
                  <c:v>44044</c:v>
                </c:pt>
                <c:pt idx="16">
                  <c:v>44075</c:v>
                </c:pt>
                <c:pt idx="17">
                  <c:v>44105</c:v>
                </c:pt>
                <c:pt idx="18">
                  <c:v>44136</c:v>
                </c:pt>
                <c:pt idx="19">
                  <c:v>44166</c:v>
                </c:pt>
                <c:pt idx="20">
                  <c:v>44197</c:v>
                </c:pt>
                <c:pt idx="21">
                  <c:v>44228</c:v>
                </c:pt>
                <c:pt idx="22">
                  <c:v>44256</c:v>
                </c:pt>
                <c:pt idx="23">
                  <c:v>44287</c:v>
                </c:pt>
                <c:pt idx="24">
                  <c:v>44317</c:v>
                </c:pt>
                <c:pt idx="25">
                  <c:v>44348</c:v>
                </c:pt>
                <c:pt idx="26">
                  <c:v>44378</c:v>
                </c:pt>
                <c:pt idx="27">
                  <c:v>44409</c:v>
                </c:pt>
                <c:pt idx="28">
                  <c:v>44440</c:v>
                </c:pt>
                <c:pt idx="29">
                  <c:v>44470</c:v>
                </c:pt>
                <c:pt idx="30">
                  <c:v>44501</c:v>
                </c:pt>
                <c:pt idx="31">
                  <c:v>44531</c:v>
                </c:pt>
                <c:pt idx="32">
                  <c:v>44562</c:v>
                </c:pt>
                <c:pt idx="33">
                  <c:v>44593</c:v>
                </c:pt>
                <c:pt idx="34">
                  <c:v>44621</c:v>
                </c:pt>
                <c:pt idx="35">
                  <c:v>44652</c:v>
                </c:pt>
                <c:pt idx="36">
                  <c:v>44682</c:v>
                </c:pt>
                <c:pt idx="37">
                  <c:v>44713</c:v>
                </c:pt>
                <c:pt idx="38">
                  <c:v>44743</c:v>
                </c:pt>
                <c:pt idx="39">
                  <c:v>44774</c:v>
                </c:pt>
                <c:pt idx="40">
                  <c:v>44805</c:v>
                </c:pt>
                <c:pt idx="41">
                  <c:v>44835</c:v>
                </c:pt>
                <c:pt idx="42">
                  <c:v>44866</c:v>
                </c:pt>
                <c:pt idx="43">
                  <c:v>44896</c:v>
                </c:pt>
                <c:pt idx="44">
                  <c:v>44927</c:v>
                </c:pt>
                <c:pt idx="45">
                  <c:v>44958</c:v>
                </c:pt>
                <c:pt idx="46">
                  <c:v>44986</c:v>
                </c:pt>
                <c:pt idx="47">
                  <c:v>45017</c:v>
                </c:pt>
                <c:pt idx="48">
                  <c:v>45047</c:v>
                </c:pt>
                <c:pt idx="49">
                  <c:v>45078</c:v>
                </c:pt>
                <c:pt idx="50">
                  <c:v>45108</c:v>
                </c:pt>
                <c:pt idx="51">
                  <c:v>45139</c:v>
                </c:pt>
                <c:pt idx="52">
                  <c:v>45170</c:v>
                </c:pt>
                <c:pt idx="53">
                  <c:v>45200</c:v>
                </c:pt>
                <c:pt idx="54">
                  <c:v>45231</c:v>
                </c:pt>
                <c:pt idx="55">
                  <c:v>45261</c:v>
                </c:pt>
                <c:pt idx="56">
                  <c:v>45292</c:v>
                </c:pt>
                <c:pt idx="57">
                  <c:v>45323</c:v>
                </c:pt>
                <c:pt idx="58">
                  <c:v>45352</c:v>
                </c:pt>
                <c:pt idx="59">
                  <c:v>45383</c:v>
                </c:pt>
                <c:pt idx="60">
                  <c:v>45413</c:v>
                </c:pt>
                <c:pt idx="61">
                  <c:v>45444</c:v>
                </c:pt>
                <c:pt idx="62">
                  <c:v>45474</c:v>
                </c:pt>
                <c:pt idx="63">
                  <c:v>45505</c:v>
                </c:pt>
                <c:pt idx="64">
                  <c:v>45536</c:v>
                </c:pt>
                <c:pt idx="65">
                  <c:v>45566</c:v>
                </c:pt>
                <c:pt idx="66">
                  <c:v>45597</c:v>
                </c:pt>
                <c:pt idx="67">
                  <c:v>45627</c:v>
                </c:pt>
                <c:pt idx="68">
                  <c:v>45658</c:v>
                </c:pt>
                <c:pt idx="69">
                  <c:v>45689</c:v>
                </c:pt>
                <c:pt idx="70">
                  <c:v>45717</c:v>
                </c:pt>
                <c:pt idx="71">
                  <c:v>45748</c:v>
                </c:pt>
                <c:pt idx="72">
                  <c:v>45778</c:v>
                </c:pt>
                <c:pt idx="73">
                  <c:v>45809</c:v>
                </c:pt>
                <c:pt idx="74">
                  <c:v>45839</c:v>
                </c:pt>
                <c:pt idx="75">
                  <c:v>45870</c:v>
                </c:pt>
                <c:pt idx="76">
                  <c:v>45901</c:v>
                </c:pt>
              </c:numCache>
            </c:numRef>
          </c:cat>
          <c:val>
            <c:numRef>
              <c:f>Gráfico!$D$3:$D$79</c:f>
              <c:numCache>
                <c:formatCode>0.0%</c:formatCode>
                <c:ptCount val="77"/>
                <c:pt idx="1">
                  <c:v>1E-3</c:v>
                </c:pt>
                <c:pt idx="2">
                  <c:v>5.0999999999999997E-2</c:v>
                </c:pt>
                <c:pt idx="3">
                  <c:v>2.7999999999999997E-2</c:v>
                </c:pt>
                <c:pt idx="4">
                  <c:v>3.7999999999999999E-2</c:v>
                </c:pt>
                <c:pt idx="5">
                  <c:v>1.4999999999999999E-2</c:v>
                </c:pt>
                <c:pt idx="6">
                  <c:v>-6.7000000000000004E-2</c:v>
                </c:pt>
                <c:pt idx="7">
                  <c:v>-9.1999999999999998E-2</c:v>
                </c:pt>
                <c:pt idx="8">
                  <c:v>1.7999999999999999E-2</c:v>
                </c:pt>
                <c:pt idx="9">
                  <c:v>4.0000000000000001E-3</c:v>
                </c:pt>
                <c:pt idx="10">
                  <c:v>-0.35099999999999998</c:v>
                </c:pt>
                <c:pt idx="11">
                  <c:v>-0.623</c:v>
                </c:pt>
                <c:pt idx="12">
                  <c:v>-0.42700000000000005</c:v>
                </c:pt>
                <c:pt idx="13">
                  <c:v>-0.34100000000000003</c:v>
                </c:pt>
                <c:pt idx="14">
                  <c:v>-0.318</c:v>
                </c:pt>
                <c:pt idx="15">
                  <c:v>-0.21</c:v>
                </c:pt>
                <c:pt idx="16">
                  <c:v>-0.17199999999999999</c:v>
                </c:pt>
                <c:pt idx="17">
                  <c:v>-8.2000000000000003E-2</c:v>
                </c:pt>
                <c:pt idx="18">
                  <c:v>-9.2999999999999999E-2</c:v>
                </c:pt>
                <c:pt idx="19">
                  <c:v>-6.7000000000000004E-2</c:v>
                </c:pt>
                <c:pt idx="20">
                  <c:v>-0.14599999999999999</c:v>
                </c:pt>
                <c:pt idx="21">
                  <c:v>-0.129</c:v>
                </c:pt>
                <c:pt idx="22">
                  <c:v>-7.0999999999999994E-2</c:v>
                </c:pt>
                <c:pt idx="23">
                  <c:v>-0.158</c:v>
                </c:pt>
                <c:pt idx="24">
                  <c:v>-0.38400000000000001</c:v>
                </c:pt>
                <c:pt idx="25">
                  <c:v>-0.23899999999999999</c:v>
                </c:pt>
                <c:pt idx="26">
                  <c:v>-2.9000000000000001E-2</c:v>
                </c:pt>
                <c:pt idx="27">
                  <c:v>-5.0999999999999997E-2</c:v>
                </c:pt>
                <c:pt idx="28">
                  <c:v>-5.0000000000000001E-3</c:v>
                </c:pt>
                <c:pt idx="29">
                  <c:v>-3.7999999999999999E-2</c:v>
                </c:pt>
                <c:pt idx="30">
                  <c:v>-0.13</c:v>
                </c:pt>
                <c:pt idx="31">
                  <c:v>-0.13400000000000001</c:v>
                </c:pt>
                <c:pt idx="32">
                  <c:v>-0.09</c:v>
                </c:pt>
                <c:pt idx="33">
                  <c:v>-0.15</c:v>
                </c:pt>
                <c:pt idx="34">
                  <c:v>-0.16200000000000001</c:v>
                </c:pt>
                <c:pt idx="35">
                  <c:v>-0.22600000000000001</c:v>
                </c:pt>
                <c:pt idx="36">
                  <c:v>-0.33</c:v>
                </c:pt>
                <c:pt idx="37">
                  <c:v>-0.182</c:v>
                </c:pt>
                <c:pt idx="38">
                  <c:v>-0.35299999999999998</c:v>
                </c:pt>
                <c:pt idx="39">
                  <c:v>-0.29099999999999998</c:v>
                </c:pt>
                <c:pt idx="40">
                  <c:v>-0.311</c:v>
                </c:pt>
                <c:pt idx="41">
                  <c:v>-0.36599999999999999</c:v>
                </c:pt>
                <c:pt idx="42">
                  <c:v>-0.42700000000000005</c:v>
                </c:pt>
                <c:pt idx="43">
                  <c:v>-0.48099999999999998</c:v>
                </c:pt>
                <c:pt idx="44">
                  <c:v>-0.51</c:v>
                </c:pt>
                <c:pt idx="45">
                  <c:v>-0.48299999999999998</c:v>
                </c:pt>
                <c:pt idx="46">
                  <c:v>-0.44800000000000001</c:v>
                </c:pt>
                <c:pt idx="47">
                  <c:v>-0.501</c:v>
                </c:pt>
                <c:pt idx="48">
                  <c:v>-0.44900000000000001</c:v>
                </c:pt>
                <c:pt idx="49">
                  <c:v>-0.435</c:v>
                </c:pt>
                <c:pt idx="50">
                  <c:v>-0.39700000000000002</c:v>
                </c:pt>
                <c:pt idx="51">
                  <c:v>-0.45200000000000001</c:v>
                </c:pt>
                <c:pt idx="52">
                  <c:v>-0.55400000000000005</c:v>
                </c:pt>
                <c:pt idx="53">
                  <c:v>-0.45800000000000002</c:v>
                </c:pt>
                <c:pt idx="54">
                  <c:v>-0.38500000000000001</c:v>
                </c:pt>
                <c:pt idx="55">
                  <c:v>-0.47799999999999998</c:v>
                </c:pt>
                <c:pt idx="56">
                  <c:v>-0.40200000000000002</c:v>
                </c:pt>
                <c:pt idx="57">
                  <c:v>-0.435</c:v>
                </c:pt>
                <c:pt idx="58">
                  <c:v>-0.42599999999999999</c:v>
                </c:pt>
                <c:pt idx="59">
                  <c:v>-0.40500000000000003</c:v>
                </c:pt>
                <c:pt idx="60">
                  <c:v>-0.34200000000000003</c:v>
                </c:pt>
                <c:pt idx="61">
                  <c:v>-0.41699999999999998</c:v>
                </c:pt>
                <c:pt idx="62">
                  <c:v>-0.26600000000000001</c:v>
                </c:pt>
                <c:pt idx="63">
                  <c:v>-0.28199999999999997</c:v>
                </c:pt>
                <c:pt idx="64">
                  <c:v>-0.30399999999999999</c:v>
                </c:pt>
                <c:pt idx="65">
                  <c:v>-0.11</c:v>
                </c:pt>
                <c:pt idx="66">
                  <c:v>-0.19700000000000001</c:v>
                </c:pt>
                <c:pt idx="67">
                  <c:v>-0.26200000000000001</c:v>
                </c:pt>
                <c:pt idx="68">
                  <c:v>-0.20300000000000001</c:v>
                </c:pt>
                <c:pt idx="69">
                  <c:v>-0.24299999999999999</c:v>
                </c:pt>
                <c:pt idx="70">
                  <c:v>-0.28100000000000003</c:v>
                </c:pt>
                <c:pt idx="71">
                  <c:v>-0.36799999999999999</c:v>
                </c:pt>
                <c:pt idx="72">
                  <c:v>-0.33100000000000002</c:v>
                </c:pt>
                <c:pt idx="73">
                  <c:v>-0.188</c:v>
                </c:pt>
                <c:pt idx="74">
                  <c:v>-0.14299999999999999</c:v>
                </c:pt>
                <c:pt idx="75">
                  <c:v>-0.128</c:v>
                </c:pt>
                <c:pt idx="76">
                  <c:v>-0.33200000000000002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9D87-48FB-9DB9-DC6062AC9F7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343143199"/>
        <c:axId val="1561331903"/>
      </c:lineChart>
      <c:dateAx>
        <c:axId val="1343143199"/>
        <c:scaling>
          <c:orientation val="minMax"/>
          <c:max val="45901"/>
          <c:min val="43709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mmm\-yy" sourceLinked="0"/>
        <c:majorTickMark val="none"/>
        <c:minorTickMark val="none"/>
        <c:tickLblPos val="low"/>
        <c:spPr>
          <a:noFill/>
          <a:ln w="9525" cap="flat" cmpd="sng" algn="ctr">
            <a:solidFill>
              <a:sysClr val="windowText" lastClr="00000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561331903"/>
        <c:crosses val="autoZero"/>
        <c:auto val="1"/>
        <c:lblOffset val="100"/>
        <c:baseTimeUnit val="months"/>
        <c:majorUnit val="6"/>
        <c:majorTimeUnit val="months"/>
      </c:dateAx>
      <c:valAx>
        <c:axId val="156133190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solidFill>
              <a:sysClr val="windowText" lastClr="000000"/>
            </a:solidFill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chemeClr val="tx1"/>
                </a:solidFill>
                <a:latin typeface="Dosis" pitchFamily="2" charset="0"/>
                <a:ea typeface="+mn-ea"/>
                <a:cs typeface="+mn-cs"/>
              </a:defRPr>
            </a:pPr>
            <a:endParaRPr lang="es-CO"/>
          </a:p>
        </c:txPr>
        <c:crossAx val="1343143199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chemeClr val="tx1"/>
              </a:solidFill>
              <a:latin typeface="Dosis" pitchFamily="2" charset="0"/>
              <a:ea typeface="+mn-ea"/>
              <a:cs typeface="+mn-cs"/>
            </a:defRPr>
          </a:pPr>
          <a:endParaRPr lang="es-CO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200">
          <a:latin typeface="Dosis" pitchFamily="2" charset="0"/>
        </a:defRPr>
      </a:pPr>
      <a:endParaRPr lang="es-CO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47A4E8-DC76-4E39-9AAB-C895AA0E4AD7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CO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CO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649D26-DA44-47BF-9EAB-D297CF35AE60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34935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948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0BD8A4FB-D954-1218-5FAA-81FB54105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3C405ADD-1B90-BA91-CDD0-5B6F34E1F7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48AB37DE-C2EB-8D5F-ABE4-CE06A1812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374008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>
          <a:extLst>
            <a:ext uri="{FF2B5EF4-FFF2-40B4-BE49-F238E27FC236}">
              <a16:creationId xmlns:a16="http://schemas.microsoft.com/office/drawing/2014/main" id="{A3A22478-6DD5-C796-E3E5-09F87EAB6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>
            <a:extLst>
              <a:ext uri="{FF2B5EF4-FFF2-40B4-BE49-F238E27FC236}">
                <a16:creationId xmlns:a16="http://schemas.microsoft.com/office/drawing/2014/main" id="{0574FF66-0980-6491-3A50-D51A03D1A4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s-CO"/>
          </a:p>
        </p:txBody>
      </p:sp>
      <p:sp>
        <p:nvSpPr>
          <p:cNvPr id="91" name="Google Shape;91;p2:notes">
            <a:extLst>
              <a:ext uri="{FF2B5EF4-FFF2-40B4-BE49-F238E27FC236}">
                <a16:creationId xmlns:a16="http://schemas.microsoft.com/office/drawing/2014/main" id="{09E41AAA-4828-6769-DC05-8BFB95ED4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9481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BE245DB-BD28-1F92-D5ED-3368489438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A952740C-4708-3740-AB7D-EDFF09266B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1B0E534-CF4E-DD88-FAE9-416406870D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53CA95F-F753-9291-EB31-B4F5B6024C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2D4FEC1-11FC-8996-DC54-6F4896B27A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724806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8D6CBA9-68DE-8B05-38BA-7E48BD959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4AA1CB1-6E7C-01C4-8B7E-38EFDD15AB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F76D270-A755-2C0A-27E2-F1F27351FF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45B1C2F-1CB2-286E-7622-AD4C011219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A9F6BE5-E635-8A55-7757-A6D79E77C7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086647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4A24E3-2E74-40FE-BB81-B8B267C02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2EE803-452E-5004-4581-CA7B470ED9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539A94B-419A-16A2-1D72-A45596A764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6A31761-C774-117E-D7F9-9A086A2F6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0A550E-6ABB-E515-A5F9-F8A670204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328359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8E88462-8FB3-CF0F-F374-543057673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2055AA0-DFA2-0A3F-83F8-EB9BF0FBFF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36B1147-5508-E8E4-0C17-74DEC28F41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461DE2B9-A070-232B-DB50-1E6CE337DF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F7FA241-7209-F213-02B9-7D63F4CD4C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3DE2E3D-C75F-FB6D-2A11-D5CBA1332E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6047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44E37B0-1736-5E82-A99D-8C34C0737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45390DA6-2872-186C-8EA0-0AEBB530AE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CE85C9C-212D-BFE4-55F5-63EDB4A0C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795292E-2BB6-7677-EC69-A005C2F1CAA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DB176110-04C2-0046-2351-F5E46691F2E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D6559710-E6CC-BDA0-AE7F-8C9FD46B08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D5678860-83E0-0294-124A-02DCBA93E6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B07016E9-35B2-0B1E-7903-18365E385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512087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785456A-D4B1-BEDA-EA70-9E66AC98D5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0F7FB3E-D328-4E09-A059-6456DB0E10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7FD0D83-77EE-B297-1116-52A49DAE6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56DA94F1-8673-356E-1D65-25F0CA15D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283955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D6826657-227D-A9D6-2463-65A42A412B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C9AEE2D-9EF8-DBD0-9AAF-38B5C5DB2F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1DEAEB0-828C-9B2B-25D3-1D47B984C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913310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D6F0B69-9C85-4B35-B0C2-0EC791D707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8005540-1F42-6530-14E2-F8FBBB8D20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7E0B8C59-A0B9-A6BA-154F-30C5CEA3D6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509C31E0-ED0F-0EF7-6552-B0FECCCF06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345B02DE-F9A8-EDB1-A63F-5E71031B2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BCEBA6-53BA-6DED-72F2-B89C6A3A0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919024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06D0-5740-4CDA-7FB2-BED84801FB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B6D381E-503E-221D-7B0A-603ED4A129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36458BD-FA89-FB6E-9C0A-5AFED30A88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B3572A9E-39AA-288B-40E3-3F412C207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C489BC7-623C-558F-0C7B-BCD22041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9B66643-1E0D-CEF4-E92F-FE814382F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8969205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D68D3B-F341-BA9F-8292-3A17E9B02A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29A3A14D-EE24-FE8E-3869-88243655CE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21C0F6E9-D56A-C3D5-20AD-116B7B97C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0E07A8C-23F6-980A-BF92-FC3DC055AC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69A8D2A-7BC1-FC98-9722-CAF89ADB2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4349064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5FEDB436-2CD7-6FE0-DD66-0F563DCF7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5659B91-3572-4BA3-8535-340B711C0B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B0580578-76F2-5C75-932B-BED50FFCB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CEEFBF9-22BF-83D9-EF51-79857279A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24E8459-C38D-57DB-E5B1-BAD706FD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171101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1F58FA7D-4E36-9127-136B-4457D2618D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O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E186926-55D5-BC95-6B7F-ED56CBED49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O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05B6EE6-8388-E3D9-C3B1-AB202F77605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AE110B-04C4-47BA-AD3D-2D1538AF6ACD}" type="datetimeFigureOut">
              <a:rPr lang="es-CO" smtClean="0"/>
              <a:t>29/10/2025</a:t>
            </a:fld>
            <a:endParaRPr lang="es-CO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05FBB4C-19E6-1A02-9D6F-7F7F248B55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B7871AC-8930-3A43-7256-5841025FAD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439C09-ADAC-41A0-BFB2-FE8DB46CF9AD}" type="slidenum">
              <a:rPr lang="es-CO" smtClean="0"/>
              <a:t>‹Nº›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984658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chart" Target="../charts/char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F454CE-E5FD-864D-B31C-4A9EF8AF9C3F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Índice de confianza del consumidor (ICC) y disposición a comprar vivienda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842F5AD-38A3-643F-39E0-4F4B07CAF87B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Fedesarrollo–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99A4-A7EB-32C0-76C8-6666677D3E6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481D5D5D-6600-48BA-A7DC-CCF9941901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275697032"/>
              </p:ext>
            </p:extLst>
          </p:nvPr>
        </p:nvGraphicFramePr>
        <p:xfrm>
          <a:off x="1078845" y="689826"/>
          <a:ext cx="10800000" cy="5079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AB8EA146-1BEF-3A39-9060-BAEB4D91D454}"/>
              </a:ext>
            </a:extLst>
          </p:cNvPr>
          <p:cNvSpPr txBox="1"/>
          <p:nvPr/>
        </p:nvSpPr>
        <p:spPr>
          <a:xfrm>
            <a:off x="1459832" y="5844344"/>
            <a:ext cx="10122567" cy="677108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>
                <a:solidFill>
                  <a:prstClr val="black"/>
                </a:solidFill>
                <a:latin typeface="Dosis"/>
              </a:rPr>
              <a:t>Para mayo 2025, el Índice de Confianza del Consumidor (ICC) registró un balance promedio de -3,8%, aumentando en 10,3 puntos porcentuales frente al promedio de mayo 2024 (-14,1%).</a:t>
            </a:r>
            <a:endParaRPr kumimoji="0" lang="es-MX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116BBFD1-8C30-A71A-66C2-9FD887B8D57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792"/>
            <a:ext cx="818453" cy="436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23659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23C1B52D-CD02-081E-485D-D856D12EF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979562FE-0127-73F8-F57C-412CEC06FA23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7FF85EF3-61FE-A8E2-A638-736D652BF4C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146130C3-3F80-F0C6-65C6-329CFC4A381D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6F4E416A-DE2E-87BC-1A52-FB660F251996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4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Disposición a comprar vivienda por estrato</a:t>
            </a: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278EBA83-A2AD-7FC6-C910-3EF8DABB02ED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Fedesarrollo–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881486C-9755-5BB9-6DF4-DBC41B73F3B3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D1E8CAAA-097B-5E5A-47C0-7F95E578DA4C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4" name="CuadroTexto 3">
            <a:extLst>
              <a:ext uri="{FF2B5EF4-FFF2-40B4-BE49-F238E27FC236}">
                <a16:creationId xmlns:a16="http://schemas.microsoft.com/office/drawing/2014/main" id="{746399F1-9038-57A2-117F-AB15DDC71B90}"/>
              </a:ext>
            </a:extLst>
          </p:cNvPr>
          <p:cNvSpPr txBox="1"/>
          <p:nvPr/>
        </p:nvSpPr>
        <p:spPr>
          <a:xfrm>
            <a:off x="1565822" y="5692362"/>
            <a:ext cx="9898503" cy="984885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>
                <a:solidFill>
                  <a:prstClr val="black"/>
                </a:solidFill>
                <a:latin typeface="Dosis"/>
              </a:rPr>
              <a:t>Al analizar por nivel socioeconómico, se observa que en mayo de 2025 la disposición</a:t>
            </a:r>
          </a:p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>
                <a:solidFill>
                  <a:prstClr val="black"/>
                </a:solidFill>
                <a:latin typeface="Dosis"/>
              </a:rPr>
              <a:t>a comprar vivienda aumentó levemente en los estratos medio y bajo pero empeoró en el nivel alto frente a mayo del año pasado. </a:t>
            </a:r>
            <a:endParaRPr kumimoji="0" lang="es-MX" sz="2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3EBCB396-779C-80ED-6A26-4A0C1D040C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792"/>
            <a:ext cx="818453" cy="436508"/>
          </a:xfrm>
          <a:prstGeom prst="rect">
            <a:avLst/>
          </a:prstGeom>
        </p:spPr>
      </p:pic>
      <p:graphicFrame>
        <p:nvGraphicFramePr>
          <p:cNvPr id="5" name="Gráfico 4">
            <a:extLst>
              <a:ext uri="{FF2B5EF4-FFF2-40B4-BE49-F238E27FC236}">
                <a16:creationId xmlns:a16="http://schemas.microsoft.com/office/drawing/2014/main" id="{59FDFDDF-062F-4C43-B5E8-E181F722B68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30492650"/>
              </p:ext>
            </p:extLst>
          </p:nvPr>
        </p:nvGraphicFramePr>
        <p:xfrm>
          <a:off x="1115074" y="704343"/>
          <a:ext cx="10800000" cy="507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10121053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>
          <a:extLst>
            <a:ext uri="{FF2B5EF4-FFF2-40B4-BE49-F238E27FC236}">
              <a16:creationId xmlns:a16="http://schemas.microsoft.com/office/drawing/2014/main" id="{C41ED564-2BC1-0AAA-F208-480410D63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3" name="Google Shape;93;p2">
            <a:extLst>
              <a:ext uri="{FF2B5EF4-FFF2-40B4-BE49-F238E27FC236}">
                <a16:creationId xmlns:a16="http://schemas.microsoft.com/office/drawing/2014/main" id="{C0FC3DAD-7E22-CE2C-96A3-BB7DC86ECF14}"/>
              </a:ext>
            </a:extLst>
          </p:cNvPr>
          <p:cNvGrpSpPr/>
          <p:nvPr/>
        </p:nvGrpSpPr>
        <p:grpSpPr>
          <a:xfrm>
            <a:off x="0" y="-24110"/>
            <a:ext cx="833120" cy="6882110"/>
            <a:chOff x="0" y="-9525"/>
            <a:chExt cx="939401" cy="2718858"/>
          </a:xfrm>
        </p:grpSpPr>
        <p:sp>
          <p:nvSpPr>
            <p:cNvPr id="94" name="Google Shape;94;p2">
              <a:extLst>
                <a:ext uri="{FF2B5EF4-FFF2-40B4-BE49-F238E27FC236}">
                  <a16:creationId xmlns:a16="http://schemas.microsoft.com/office/drawing/2014/main" id="{1627B33A-7F79-FF01-5CC5-EBA9C387BDF7}"/>
                </a:ext>
              </a:extLst>
            </p:cNvPr>
            <p:cNvSpPr/>
            <p:nvPr/>
          </p:nvSpPr>
          <p:spPr>
            <a:xfrm>
              <a:off x="0" y="0"/>
              <a:ext cx="939401" cy="2709333"/>
            </a:xfrm>
            <a:custGeom>
              <a:avLst/>
              <a:gdLst/>
              <a:ahLst/>
              <a:cxnLst/>
              <a:rect l="l" t="t" r="r" b="b"/>
              <a:pathLst>
                <a:path w="939401" h="2709333" extrusionOk="0">
                  <a:moveTo>
                    <a:pt x="0" y="0"/>
                  </a:moveTo>
                  <a:lnTo>
                    <a:pt x="939401" y="0"/>
                  </a:lnTo>
                  <a:lnTo>
                    <a:pt x="939401" y="2709333"/>
                  </a:lnTo>
                  <a:lnTo>
                    <a:pt x="0" y="2709333"/>
                  </a:lnTo>
                  <a:close/>
                </a:path>
              </a:pathLst>
            </a:custGeom>
            <a:solidFill>
              <a:srgbClr val="0B0272"/>
            </a:solidFill>
            <a:ln>
              <a:noFill/>
            </a:ln>
          </p:spPr>
          <p:txBody>
            <a:bodyPr/>
            <a:lstStyle/>
            <a:p>
              <a:pPr marL="0" marR="0" lvl="0" indent="0" algn="l" defTabSz="60966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lang="es-CO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/>
                <a:sym typeface="Arial"/>
              </a:endParaRPr>
            </a:p>
          </p:txBody>
        </p:sp>
        <p:sp>
          <p:nvSpPr>
            <p:cNvPr id="95" name="Google Shape;95;p2">
              <a:extLst>
                <a:ext uri="{FF2B5EF4-FFF2-40B4-BE49-F238E27FC236}">
                  <a16:creationId xmlns:a16="http://schemas.microsoft.com/office/drawing/2014/main" id="{873B3BAA-0AE7-55BF-D00F-DC7137E8838E}"/>
                </a:ext>
              </a:extLst>
            </p:cNvPr>
            <p:cNvSpPr txBox="1"/>
            <p:nvPr/>
          </p:nvSpPr>
          <p:spPr>
            <a:xfrm>
              <a:off x="0" y="-9525"/>
              <a:ext cx="939401" cy="2718858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33867" tIns="33867" rIns="33867" bIns="33867" anchor="ctr" anchorCtr="0">
              <a:noAutofit/>
            </a:bodyPr>
            <a:lstStyle/>
            <a:p>
              <a:pPr marL="0" marR="0" lvl="0" indent="0" algn="ctr" defTabSz="609660" rtl="0" eaLnBrk="1" fontAlgn="auto" latinLnBrk="0" hangingPunct="1">
                <a:lnSpc>
                  <a:spcPct val="135555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Tx/>
                <a:buNone/>
                <a:tabLst/>
                <a:defRPr/>
              </a:pPr>
              <a:endParaRPr kumimoji="0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" name="CuadroTexto 10">
            <a:extLst>
              <a:ext uri="{FF2B5EF4-FFF2-40B4-BE49-F238E27FC236}">
                <a16:creationId xmlns:a16="http://schemas.microsoft.com/office/drawing/2014/main" id="{29F454CE-E5FD-864D-B31C-4A9EF8AF9C3F}"/>
              </a:ext>
            </a:extLst>
          </p:cNvPr>
          <p:cNvSpPr txBox="1"/>
          <p:nvPr/>
        </p:nvSpPr>
        <p:spPr>
          <a:xfrm>
            <a:off x="1774688" y="43794"/>
            <a:ext cx="9480772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 defTabSz="914446">
              <a:defRPr/>
            </a:pP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Índice de confianza </a:t>
            </a:r>
            <a:r>
              <a:rPr lang="es-ES" sz="2000" b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industrial</a:t>
            </a:r>
            <a:r>
              <a:rPr kumimoji="0" lang="es-ES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 (ICI) y </a:t>
            </a:r>
            <a:r>
              <a:rPr lang="es-ES" sz="2000" b="1">
                <a:solidFill>
                  <a:prstClr val="black"/>
                </a:solidFill>
                <a:latin typeface="Dosis" pitchFamily="2" charset="0"/>
                <a:cs typeface="Arial"/>
                <a:sym typeface="Arial"/>
              </a:rPr>
              <a:t>y disposición a comprar vivienda</a:t>
            </a:r>
            <a:endParaRPr kumimoji="0" lang="es-ES" sz="20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 pitchFamily="2" charset="0"/>
              <a:ea typeface="+mn-ea"/>
              <a:cs typeface="Arial"/>
              <a:sym typeface="Arial"/>
            </a:endParaRPr>
          </a:p>
          <a:p>
            <a:pPr marL="0" marR="0" lvl="0" indent="0" algn="ctr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14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Porcentaje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1842F5AD-38A3-643F-39E0-4F4B07CAF87B}"/>
              </a:ext>
            </a:extLst>
          </p:cNvPr>
          <p:cNvSpPr txBox="1"/>
          <p:nvPr/>
        </p:nvSpPr>
        <p:spPr>
          <a:xfrm>
            <a:off x="843280" y="6627408"/>
            <a:ext cx="494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9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CO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osis" pitchFamily="2" charset="0"/>
                <a:ea typeface="+mn-ea"/>
                <a:cs typeface="Arial"/>
                <a:sym typeface="Arial"/>
              </a:rPr>
              <a:t>Fuente: Fedesarrollo– Cálculos Camacol</a:t>
            </a:r>
          </a:p>
        </p:txBody>
      </p:sp>
      <p:sp>
        <p:nvSpPr>
          <p:cNvPr id="14" name="Google Shape;189;p5">
            <a:extLst>
              <a:ext uri="{FF2B5EF4-FFF2-40B4-BE49-F238E27FC236}">
                <a16:creationId xmlns:a16="http://schemas.microsoft.com/office/drawing/2014/main" id="{90C71390-DE15-E1E8-3867-B5D8967F0297}"/>
              </a:ext>
            </a:extLst>
          </p:cNvPr>
          <p:cNvSpPr txBox="1"/>
          <p:nvPr/>
        </p:nvSpPr>
        <p:spPr>
          <a:xfrm>
            <a:off x="9483124" y="6566448"/>
            <a:ext cx="2639253" cy="2215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defTabSz="609660" rtl="0" eaLnBrk="1" fontAlgn="auto" latinLnBrk="0" hangingPunct="1">
              <a:lnSpc>
                <a:spcPct val="12000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227C"/>
                </a:solidFill>
                <a:effectLst/>
                <a:uLnTx/>
                <a:uFillTx/>
                <a:latin typeface="Dosis"/>
                <a:ea typeface="Dosis"/>
                <a:cs typeface="Dosis"/>
                <a:sym typeface="Dosis"/>
              </a:rPr>
              <a:t>www.camacol.co</a:t>
            </a:r>
            <a:endParaRPr kumimoji="0" lang="en-US" sz="12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/>
              <a:sym typeface="Arial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7A7799A4-A7EB-32C0-76C8-6666677D3E60}"/>
              </a:ext>
            </a:extLst>
          </p:cNvPr>
          <p:cNvSpPr/>
          <p:nvPr/>
        </p:nvSpPr>
        <p:spPr>
          <a:xfrm>
            <a:off x="6345382" y="1883218"/>
            <a:ext cx="729673" cy="30777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6096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None/>
              <a:tabLst/>
              <a:defRPr/>
            </a:pPr>
            <a:endParaRPr kumimoji="0" lang="es-CO" sz="933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graphicFrame>
        <p:nvGraphicFramePr>
          <p:cNvPr id="3" name="Gráfico 2">
            <a:extLst>
              <a:ext uri="{FF2B5EF4-FFF2-40B4-BE49-F238E27FC236}">
                <a16:creationId xmlns:a16="http://schemas.microsoft.com/office/drawing/2014/main" id="{481D5D5D-6600-48BA-A7DC-CCF9941901F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76445418"/>
              </p:ext>
            </p:extLst>
          </p:nvPr>
        </p:nvGraphicFramePr>
        <p:xfrm>
          <a:off x="1078845" y="689826"/>
          <a:ext cx="10800000" cy="507904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CuadroTexto 3">
            <a:extLst>
              <a:ext uri="{FF2B5EF4-FFF2-40B4-BE49-F238E27FC236}">
                <a16:creationId xmlns:a16="http://schemas.microsoft.com/office/drawing/2014/main" id="{AB8EA146-1BEF-3A39-9060-BAEB4D91D454}"/>
              </a:ext>
            </a:extLst>
          </p:cNvPr>
          <p:cNvSpPr txBox="1"/>
          <p:nvPr/>
        </p:nvSpPr>
        <p:spPr>
          <a:xfrm>
            <a:off x="1459832" y="5844344"/>
            <a:ext cx="10122567" cy="677108"/>
          </a:xfrm>
          <a:prstGeom prst="rect">
            <a:avLst/>
          </a:prstGeom>
          <a:noFill/>
        </p:spPr>
        <p:txBody>
          <a:bodyPr wrap="square" lIns="60960" tIns="30480" rIns="60960" bIns="30480" rtlCol="0" anchor="t">
            <a:spAutoFit/>
          </a:bodyPr>
          <a:lstStyle/>
          <a:p>
            <a:pPr marL="0" marR="0" lvl="0" indent="0" algn="ctr" defTabSz="914538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MX" sz="2000" dirty="0">
                <a:solidFill>
                  <a:prstClr val="black"/>
                </a:solidFill>
                <a:latin typeface="Dosis"/>
              </a:rPr>
              <a:t>Para septiembre de 2025, el Índice de Confianza Industrial (ICI) registró un balance promedio de 9%, subiendo en 7,7 puntos porcentuales frente a septiembre de 2024 (1,3%).</a:t>
            </a:r>
            <a:endParaRPr kumimoji="0" lang="es-MX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osis"/>
              <a:ea typeface="+mn-ea"/>
              <a:cs typeface="+mn-cs"/>
            </a:endParaRPr>
          </a:p>
        </p:txBody>
      </p:sp>
      <p:sp>
        <p:nvSpPr>
          <p:cNvPr id="5" name="Google Shape;101;p2">
            <a:extLst>
              <a:ext uri="{FF2B5EF4-FFF2-40B4-BE49-F238E27FC236}">
                <a16:creationId xmlns:a16="http://schemas.microsoft.com/office/drawing/2014/main" id="{44C6AF44-9C35-7DF1-436A-43A242FB07E8}"/>
              </a:ext>
            </a:extLst>
          </p:cNvPr>
          <p:cNvSpPr/>
          <p:nvPr/>
        </p:nvSpPr>
        <p:spPr>
          <a:xfrm>
            <a:off x="40640" y="76200"/>
            <a:ext cx="720000" cy="378000"/>
          </a:xfrm>
          <a:custGeom>
            <a:avLst/>
            <a:gdLst/>
            <a:ahLst/>
            <a:cxnLst/>
            <a:rect l="l" t="t" r="r" b="b"/>
            <a:pathLst>
              <a:path w="1898640" h="1000047" extrusionOk="0">
                <a:moveTo>
                  <a:pt x="0" y="0"/>
                </a:moveTo>
                <a:lnTo>
                  <a:pt x="1898640" y="0"/>
                </a:lnTo>
                <a:lnTo>
                  <a:pt x="1898640" y="1000047"/>
                </a:lnTo>
                <a:lnTo>
                  <a:pt x="0" y="1000047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/>
          <a:lstStyle/>
          <a:p>
            <a:pPr marL="0" marR="0" lvl="0" indent="0" algn="l" defTabSz="60969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CO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mbria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213601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 2007 - 2010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  <a:fontScheme name="Office 2007 - 2010">
    <a:majorFont>
      <a:latin typeface="Cambria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</a:majorFont>
    <a:minorFont>
      <a:latin typeface="Calibri"/>
      <a:ea typeface=""/>
      <a:cs typeface=""/>
      <a:font script="Jpan" typeface="ＭＳ Ｐゴシック"/>
      <a:font script="Hang" typeface="맑은 고딕"/>
      <a:font script="Hans" typeface="宋体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</a:minorFont>
  </a:fontScheme>
  <a:fmtScheme name="Office 2007 - 2010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d62384bc-84af-4cee-9670-bdd7e3103028">
      <Terms xmlns="http://schemas.microsoft.com/office/infopath/2007/PartnerControls"/>
    </lcf76f155ced4ddcb4097134ff3c332f>
    <TaxCatchAll xmlns="d07a1b0e-5e0d-4395-b8ed-6b7f4c24bf1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E9C3C2A87D08D409B3F8E77471845A6" ma:contentTypeVersion="17" ma:contentTypeDescription="Create a new document." ma:contentTypeScope="" ma:versionID="36923b15c676d0562b70891912cfef9b">
  <xsd:schema xmlns:xsd="http://www.w3.org/2001/XMLSchema" xmlns:xs="http://www.w3.org/2001/XMLSchema" xmlns:p="http://schemas.microsoft.com/office/2006/metadata/properties" xmlns:ns1="http://schemas.microsoft.com/sharepoint/v3" xmlns:ns2="d62384bc-84af-4cee-9670-bdd7e3103028" xmlns:ns3="d07a1b0e-5e0d-4395-b8ed-6b7f4c24bf15" targetNamespace="http://schemas.microsoft.com/office/2006/metadata/properties" ma:root="true" ma:fieldsID="ee7d2c55e47cbf68a8afd0eec465ff3a" ns1:_="" ns2:_="" ns3:_="">
    <xsd:import namespace="http://schemas.microsoft.com/sharepoint/v3"/>
    <xsd:import namespace="d62384bc-84af-4cee-9670-bdd7e3103028"/>
    <xsd:import namespace="d07a1b0e-5e0d-4395-b8ed-6b7f4c24bf1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1:_ip_UnifiedCompliancePolicyProperties" minOccurs="0"/>
                <xsd:element ref="ns1:_ip_UnifiedCompliancePolicyUIAction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4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15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2384bc-84af-4cee-9670-bdd7e310302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4acb3148-5304-4beb-92c5-86c952aca7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23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7a1b0e-5e0d-4395-b8ed-6b7f4c24bf15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d98bf23e-96a5-4ebc-af27-c0a9078782cb}" ma:internalName="TaxCatchAll" ma:showField="CatchAllData" ma:web="d07a1b0e-5e0d-4395-b8ed-6b7f4c24bf1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27BBC24-9895-4334-999A-AF5F008340F4}">
  <ds:schemaRefs>
    <ds:schemaRef ds:uri="http://schemas.microsoft.com/office/2006/metadata/properties"/>
    <ds:schemaRef ds:uri="http://www.w3.org/XML/1998/namespace"/>
    <ds:schemaRef ds:uri="http://purl.org/dc/terms/"/>
    <ds:schemaRef ds:uri="http://schemas.microsoft.com/sharepoint/v3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d07a1b0e-5e0d-4395-b8ed-6b7f4c24bf15"/>
    <ds:schemaRef ds:uri="d62384bc-84af-4cee-9670-bdd7e3103028"/>
    <ds:schemaRef ds:uri="http://purl.org/dc/dcmitype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D4FA814-171D-4C56-B34F-32C342AB013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7D453E7-5E91-4B13-8989-F6F685DA48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d62384bc-84af-4cee-9670-bdd7e3103028"/>
    <ds:schemaRef ds:uri="d07a1b0e-5e0d-4395-b8ed-6b7f4c24bf1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5a7a3db-b257-488b-8001-443a6e58d714}" enabled="0" method="" siteId="{25a7a3db-b257-488b-8001-443a6e58d71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80</TotalTime>
  <Words>187</Words>
  <Application>Microsoft Office PowerPoint</Application>
  <PresentationFormat>Panorámica</PresentationFormat>
  <Paragraphs>28</Paragraphs>
  <Slides>3</Slides>
  <Notes>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Calibri</vt:lpstr>
      <vt:lpstr>Cambria</vt:lpstr>
      <vt:lpstr>Dosis</vt:lpstr>
      <vt:lpstr>Tema de Office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Nathaly Castro</dc:creator>
  <cp:lastModifiedBy>Juan Fernando Cardozo Bohorquez</cp:lastModifiedBy>
  <cp:revision>1</cp:revision>
  <dcterms:created xsi:type="dcterms:W3CDTF">2024-12-11T13:51:48Z</dcterms:created>
  <dcterms:modified xsi:type="dcterms:W3CDTF">2025-10-29T12:14:23Z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0x010100BE9C3C2A87D08D409B3F8E77471845A6</vt:lpwstr>
  </property>
  <property fmtid="{D5CDD505-2E9C-101B-9397-08002B2CF9AE}" pid="3" name="MediaServiceImageTags">
    <vt:lpwstr/>
  </property>
</Properties>
</file>