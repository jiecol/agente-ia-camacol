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147474363" r:id="rId5"/>
    <p:sldId id="2147474365" r:id="rId6"/>
    <p:sldId id="2147474364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3DBB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69370-498E-4A55-B0BC-EFAF978C8724}" v="75" dt="2025-11-13T20:11:59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Fernando Cardozo Bohorquez" userId="77be3ac0-b86e-40b8-9a26-78cb499008ea" providerId="ADAL" clId="{41C33D28-6993-4F59-A0B1-83CA8A78724C}"/>
    <pc:docChg chg="undo custSel addSld modSld">
      <pc:chgData name="Juan Fernando Cardozo Bohorquez" userId="77be3ac0-b86e-40b8-9a26-78cb499008ea" providerId="ADAL" clId="{41C33D28-6993-4F59-A0B1-83CA8A78724C}" dt="2025-11-13T20:22:18.140" v="781" actId="27918"/>
      <pc:docMkLst>
        <pc:docMk/>
      </pc:docMkLst>
      <pc:sldChg chg="modSp mod">
        <pc:chgData name="Juan Fernando Cardozo Bohorquez" userId="77be3ac0-b86e-40b8-9a26-78cb499008ea" providerId="ADAL" clId="{41C33D28-6993-4F59-A0B1-83CA8A78724C}" dt="2025-11-13T19:30:40.105" v="225" actId="6549"/>
        <pc:sldMkLst>
          <pc:docMk/>
          <pc:sldMk cId="3065812012" sldId="2147474363"/>
        </pc:sldMkLst>
        <pc:spChg chg="mod">
          <ac:chgData name="Juan Fernando Cardozo Bohorquez" userId="77be3ac0-b86e-40b8-9a26-78cb499008ea" providerId="ADAL" clId="{41C33D28-6993-4F59-A0B1-83CA8A78724C}" dt="2025-11-13T19:30:40.105" v="225" actId="6549"/>
          <ac:spMkLst>
            <pc:docMk/>
            <pc:sldMk cId="3065812012" sldId="2147474363"/>
            <ac:spMk id="3" creationId="{E148CB63-9FBA-B0AE-4EBD-8E3CE3976417}"/>
          </ac:spMkLst>
        </pc:spChg>
        <pc:spChg chg="mod">
          <ac:chgData name="Juan Fernando Cardozo Bohorquez" userId="77be3ac0-b86e-40b8-9a26-78cb499008ea" providerId="ADAL" clId="{41C33D28-6993-4F59-A0B1-83CA8A78724C}" dt="2025-11-13T19:29:42.363" v="223" actId="20577"/>
          <ac:spMkLst>
            <pc:docMk/>
            <pc:sldMk cId="3065812012" sldId="2147474363"/>
            <ac:spMk id="4" creationId="{75D93749-3A32-E0E0-5AA6-D9573DA8957F}"/>
          </ac:spMkLst>
        </pc:spChg>
      </pc:sldChg>
      <pc:sldChg chg="modSp mod">
        <pc:chgData name="Juan Fernando Cardozo Bohorquez" userId="77be3ac0-b86e-40b8-9a26-78cb499008ea" providerId="ADAL" clId="{41C33D28-6993-4F59-A0B1-83CA8A78724C}" dt="2025-11-13T19:28:23.876" v="219"/>
        <pc:sldMkLst>
          <pc:docMk/>
          <pc:sldMk cId="1373008938" sldId="2147474364"/>
        </pc:sldMkLst>
        <pc:spChg chg="mod">
          <ac:chgData name="Juan Fernando Cardozo Bohorquez" userId="77be3ac0-b86e-40b8-9a26-78cb499008ea" providerId="ADAL" clId="{41C33D28-6993-4F59-A0B1-83CA8A78724C}" dt="2025-11-13T19:27:56.784" v="214" actId="20577"/>
          <ac:spMkLst>
            <pc:docMk/>
            <pc:sldMk cId="1373008938" sldId="2147474364"/>
            <ac:spMk id="4" creationId="{27D543E5-4C78-2C5F-E98A-680655CB31FD}"/>
          </ac:spMkLst>
        </pc:spChg>
        <pc:spChg chg="mod">
          <ac:chgData name="Juan Fernando Cardozo Bohorquez" userId="77be3ac0-b86e-40b8-9a26-78cb499008ea" providerId="ADAL" clId="{41C33D28-6993-4F59-A0B1-83CA8A78724C}" dt="2025-11-13T19:27:00.946" v="122" actId="20577"/>
          <ac:spMkLst>
            <pc:docMk/>
            <pc:sldMk cId="1373008938" sldId="2147474364"/>
            <ac:spMk id="8" creationId="{26E5D587-E83F-DCEF-1BD8-8FF4355909EF}"/>
          </ac:spMkLst>
        </pc:spChg>
        <pc:graphicFrameChg chg="mod">
          <ac:chgData name="Juan Fernando Cardozo Bohorquez" userId="77be3ac0-b86e-40b8-9a26-78cb499008ea" providerId="ADAL" clId="{41C33D28-6993-4F59-A0B1-83CA8A78724C}" dt="2025-11-13T19:28:23.876" v="219"/>
          <ac:graphicFrameMkLst>
            <pc:docMk/>
            <pc:sldMk cId="1373008938" sldId="2147474364"/>
            <ac:graphicFrameMk id="3" creationId="{D0E59AE0-67A9-62E2-03E9-6171B2EBFA1F}"/>
          </ac:graphicFrameMkLst>
        </pc:graphicFrameChg>
      </pc:sldChg>
      <pc:sldChg chg="modSp add mod">
        <pc:chgData name="Juan Fernando Cardozo Bohorquez" userId="77be3ac0-b86e-40b8-9a26-78cb499008ea" providerId="ADAL" clId="{41C33D28-6993-4F59-A0B1-83CA8A78724C}" dt="2025-11-13T20:22:18.140" v="781" actId="27918"/>
        <pc:sldMkLst>
          <pc:docMk/>
          <pc:sldMk cId="966527945" sldId="2147474365"/>
        </pc:sldMkLst>
        <pc:spChg chg="mod">
          <ac:chgData name="Juan Fernando Cardozo Bohorquez" userId="77be3ac0-b86e-40b8-9a26-78cb499008ea" providerId="ADAL" clId="{41C33D28-6993-4F59-A0B1-83CA8A78724C}" dt="2025-11-13T19:44:56.395" v="280" actId="20577"/>
          <ac:spMkLst>
            <pc:docMk/>
            <pc:sldMk cId="966527945" sldId="2147474365"/>
            <ac:spMk id="3" creationId="{2A3C1901-EA95-90F1-49CC-3E7FC8394EED}"/>
          </ac:spMkLst>
        </pc:spChg>
        <pc:spChg chg="mod">
          <ac:chgData name="Juan Fernando Cardozo Bohorquez" userId="77be3ac0-b86e-40b8-9a26-78cb499008ea" providerId="ADAL" clId="{41C33D28-6993-4F59-A0B1-83CA8A78724C}" dt="2025-11-13T19:50:21.589" v="756" actId="20577"/>
          <ac:spMkLst>
            <pc:docMk/>
            <pc:sldMk cId="966527945" sldId="2147474365"/>
            <ac:spMk id="4" creationId="{C1A3BEE7-1112-0014-DF9A-B0FEF5668730}"/>
          </ac:spMkLst>
        </pc:spChg>
        <pc:graphicFrameChg chg="mod">
          <ac:chgData name="Juan Fernando Cardozo Bohorquez" userId="77be3ac0-b86e-40b8-9a26-78cb499008ea" providerId="ADAL" clId="{41C33D28-6993-4F59-A0B1-83CA8A78724C}" dt="2025-11-13T20:11:44.152" v="773" actId="113"/>
          <ac:graphicFrameMkLst>
            <pc:docMk/>
            <pc:sldMk cId="966527945" sldId="2147474365"/>
            <ac:graphicFrameMk id="5" creationId="{488B943E-A1C3-6395-E038-1BB5B956461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Hoja1!$J$2</c:f>
              <c:strCache>
                <c:ptCount val="1"/>
                <c:pt idx="0">
                  <c:v>Iniciaciones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9050">
                <a:solidFill>
                  <a:srgbClr val="00B0F0"/>
                </a:solidFill>
              </a:ln>
              <a:effectLst/>
            </c:spPr>
          </c:marker>
          <c:dLbls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251-45B0-8BC4-8F4B0B3EBF94}"/>
                </c:ext>
              </c:extLst>
            </c:dLbl>
            <c:dLbl>
              <c:idx val="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576-411F-9CAD-CD59F2C5CE9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DBB-4D0F-999C-E2E2B77BE12A}"/>
                </c:ext>
              </c:extLst>
            </c:dLbl>
            <c:dLbl>
              <c:idx val="1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76-411F-9CAD-CD59F2C5CE9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C75-4B04-AC1B-A392176D05F2}"/>
                </c:ext>
              </c:extLst>
            </c:dLbl>
            <c:dLbl>
              <c:idx val="1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51-45B0-8BC4-8F4B0B3EBF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Hoja1!$H$6:$H$23</c:f>
              <c:numCache>
                <c:formatCode>mmm\-yy</c:formatCode>
                <c:ptCount val="18"/>
                <c:pt idx="0">
                  <c:v>44348</c:v>
                </c:pt>
                <c:pt idx="1">
                  <c:v>44440</c:v>
                </c:pt>
                <c:pt idx="2">
                  <c:v>44531</c:v>
                </c:pt>
                <c:pt idx="3">
                  <c:v>44621</c:v>
                </c:pt>
                <c:pt idx="4">
                  <c:v>44713</c:v>
                </c:pt>
                <c:pt idx="5">
                  <c:v>44805</c:v>
                </c:pt>
                <c:pt idx="6">
                  <c:v>44896</c:v>
                </c:pt>
                <c:pt idx="7">
                  <c:v>44986</c:v>
                </c:pt>
                <c:pt idx="8">
                  <c:v>45078</c:v>
                </c:pt>
                <c:pt idx="9">
                  <c:v>45170</c:v>
                </c:pt>
                <c:pt idx="10">
                  <c:v>45261</c:v>
                </c:pt>
                <c:pt idx="11">
                  <c:v>45352</c:v>
                </c:pt>
                <c:pt idx="12">
                  <c:v>45444</c:v>
                </c:pt>
                <c:pt idx="13">
                  <c:v>45536</c:v>
                </c:pt>
                <c:pt idx="14">
                  <c:v>45627</c:v>
                </c:pt>
                <c:pt idx="15">
                  <c:v>45717</c:v>
                </c:pt>
                <c:pt idx="16">
                  <c:v>45809</c:v>
                </c:pt>
                <c:pt idx="17">
                  <c:v>45901</c:v>
                </c:pt>
              </c:numCache>
            </c:numRef>
          </c:cat>
          <c:val>
            <c:numRef>
              <c:f>Hoja1!$J$6:$J$23</c:f>
              <c:numCache>
                <c:formatCode>_-* #,##0.0_-;\-* #,##0.0_-;_-* "-"??_-;_-@_-</c:formatCode>
                <c:ptCount val="18"/>
                <c:pt idx="0">
                  <c:v>12.903608</c:v>
                </c:pt>
                <c:pt idx="1">
                  <c:v>13.835482000000001</c:v>
                </c:pt>
                <c:pt idx="2">
                  <c:v>14.673656000000001</c:v>
                </c:pt>
                <c:pt idx="3">
                  <c:v>15.368012999999999</c:v>
                </c:pt>
                <c:pt idx="4">
                  <c:v>16.026873999999999</c:v>
                </c:pt>
                <c:pt idx="5">
                  <c:v>16.180408</c:v>
                </c:pt>
                <c:pt idx="6">
                  <c:v>15.719283000000001</c:v>
                </c:pt>
                <c:pt idx="7">
                  <c:v>15.538049000000001</c:v>
                </c:pt>
                <c:pt idx="8">
                  <c:v>15.154914000000002</c:v>
                </c:pt>
                <c:pt idx="9">
                  <c:v>15.124528999999999</c:v>
                </c:pt>
                <c:pt idx="10">
                  <c:v>14.967416999999999</c:v>
                </c:pt>
                <c:pt idx="11">
                  <c:v>14.391292</c:v>
                </c:pt>
                <c:pt idx="12">
                  <c:v>13.885238000000001</c:v>
                </c:pt>
                <c:pt idx="13">
                  <c:v>12.741755999999999</c:v>
                </c:pt>
                <c:pt idx="14">
                  <c:v>12.377390999999999</c:v>
                </c:pt>
                <c:pt idx="15">
                  <c:v>11.934692999999999</c:v>
                </c:pt>
                <c:pt idx="16">
                  <c:v>11.435701999999999</c:v>
                </c:pt>
                <c:pt idx="17">
                  <c:v>11.845404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576-411F-9CAD-CD59F2C5CE9C}"/>
            </c:ext>
          </c:extLst>
        </c:ser>
        <c:ser>
          <c:idx val="0"/>
          <c:order val="0"/>
          <c:tx>
            <c:strRef>
              <c:f>Hoja1!$I$2</c:f>
              <c:strCache>
                <c:ptCount val="1"/>
                <c:pt idx="0">
                  <c:v>Proceso</c:v>
                </c:pt>
              </c:strCache>
            </c:strRef>
          </c:tx>
          <c:spPr>
            <a:ln w="19050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2060"/>
              </a:solidFill>
              <a:ln w="19050">
                <a:solidFill>
                  <a:srgbClr val="002060"/>
                </a:solidFill>
              </a:ln>
              <a:effectLst/>
            </c:spPr>
          </c:marker>
          <c:dLbls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51-45B0-8BC4-8F4B0B3EBF94}"/>
                </c:ext>
              </c:extLst>
            </c:dLbl>
            <c:dLbl>
              <c:idx val="9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251-45B0-8BC4-8F4B0B3EBF94}"/>
                </c:ext>
              </c:extLst>
            </c:dLbl>
            <c:dLbl>
              <c:idx val="1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51-45B0-8BC4-8F4B0B3EBF94}"/>
                </c:ext>
              </c:extLst>
            </c:dLbl>
            <c:dLbl>
              <c:idx val="17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51-45B0-8BC4-8F4B0B3EBF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Hoja1!$H$6:$H$23</c:f>
              <c:numCache>
                <c:formatCode>mmm\-yy</c:formatCode>
                <c:ptCount val="18"/>
                <c:pt idx="0">
                  <c:v>44348</c:v>
                </c:pt>
                <c:pt idx="1">
                  <c:v>44440</c:v>
                </c:pt>
                <c:pt idx="2">
                  <c:v>44531</c:v>
                </c:pt>
                <c:pt idx="3">
                  <c:v>44621</c:v>
                </c:pt>
                <c:pt idx="4">
                  <c:v>44713</c:v>
                </c:pt>
                <c:pt idx="5">
                  <c:v>44805</c:v>
                </c:pt>
                <c:pt idx="6">
                  <c:v>44896</c:v>
                </c:pt>
                <c:pt idx="7">
                  <c:v>44986</c:v>
                </c:pt>
                <c:pt idx="8">
                  <c:v>45078</c:v>
                </c:pt>
                <c:pt idx="9">
                  <c:v>45170</c:v>
                </c:pt>
                <c:pt idx="10">
                  <c:v>45261</c:v>
                </c:pt>
                <c:pt idx="11">
                  <c:v>45352</c:v>
                </c:pt>
                <c:pt idx="12">
                  <c:v>45444</c:v>
                </c:pt>
                <c:pt idx="13">
                  <c:v>45536</c:v>
                </c:pt>
                <c:pt idx="14">
                  <c:v>45627</c:v>
                </c:pt>
                <c:pt idx="15">
                  <c:v>45717</c:v>
                </c:pt>
                <c:pt idx="16">
                  <c:v>45809</c:v>
                </c:pt>
                <c:pt idx="17">
                  <c:v>45901</c:v>
                </c:pt>
              </c:numCache>
            </c:numRef>
          </c:cat>
          <c:val>
            <c:numRef>
              <c:f>Hoja1!$I$6:$I$23</c:f>
              <c:numCache>
                <c:formatCode>_-* #,##0.0_-;\-* #,##0.0_-;_-* "-"??_-;_-@_-</c:formatCode>
                <c:ptCount val="18"/>
                <c:pt idx="0">
                  <c:v>19.588346000000001</c:v>
                </c:pt>
                <c:pt idx="1">
                  <c:v>20.430071999999999</c:v>
                </c:pt>
                <c:pt idx="2">
                  <c:v>20.674150999999998</c:v>
                </c:pt>
                <c:pt idx="3">
                  <c:v>21.625136999999999</c:v>
                </c:pt>
                <c:pt idx="4">
                  <c:v>22.764683000000002</c:v>
                </c:pt>
                <c:pt idx="5">
                  <c:v>23.055804999999999</c:v>
                </c:pt>
                <c:pt idx="6">
                  <c:v>22.513055000000001</c:v>
                </c:pt>
                <c:pt idx="7">
                  <c:v>22.674726</c:v>
                </c:pt>
                <c:pt idx="8">
                  <c:v>22.884817000000002</c:v>
                </c:pt>
                <c:pt idx="9">
                  <c:v>23.071663000000001</c:v>
                </c:pt>
                <c:pt idx="10">
                  <c:v>22.429599</c:v>
                </c:pt>
                <c:pt idx="11">
                  <c:v>22.074950000000001</c:v>
                </c:pt>
                <c:pt idx="12">
                  <c:v>22.166096</c:v>
                </c:pt>
                <c:pt idx="13">
                  <c:v>21.766905999999999</c:v>
                </c:pt>
                <c:pt idx="14">
                  <c:v>21.023613000000001</c:v>
                </c:pt>
                <c:pt idx="15">
                  <c:v>20.600069000000001</c:v>
                </c:pt>
                <c:pt idx="16" formatCode="0.0">
                  <c:v>20.425207</c:v>
                </c:pt>
                <c:pt idx="17" formatCode="0.0">
                  <c:v>20.489967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576-411F-9CAD-CD59F2C5CE9C}"/>
            </c:ext>
          </c:extLst>
        </c:ser>
        <c:ser>
          <c:idx val="2"/>
          <c:order val="2"/>
          <c:tx>
            <c:strRef>
              <c:f>Hoja1!$K$2</c:f>
              <c:strCache>
                <c:ptCount val="1"/>
                <c:pt idx="0">
                  <c:v>Culminadas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50"/>
              </a:solidFill>
              <a:ln w="19050">
                <a:solidFill>
                  <a:srgbClr val="00B050"/>
                </a:solidFill>
              </a:ln>
              <a:effectLst/>
            </c:spPr>
          </c:marker>
          <c:dLbls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51-45B0-8BC4-8F4B0B3EBF94}"/>
                </c:ext>
              </c:extLst>
            </c:dLbl>
            <c:dLbl>
              <c:idx val="9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51-45B0-8BC4-8F4B0B3EBF9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DBB-4D0F-999C-E2E2B77BE12A}"/>
                </c:ext>
              </c:extLst>
            </c:dLbl>
            <c:dLbl>
              <c:idx val="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51-45B0-8BC4-8F4B0B3EBF94}"/>
                </c:ext>
              </c:extLst>
            </c:dLbl>
            <c:dLbl>
              <c:idx val="1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51-45B0-8BC4-8F4B0B3EBF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Hoja1!$H$6:$H$23</c:f>
              <c:numCache>
                <c:formatCode>mmm\-yy</c:formatCode>
                <c:ptCount val="18"/>
                <c:pt idx="0">
                  <c:v>44348</c:v>
                </c:pt>
                <c:pt idx="1">
                  <c:v>44440</c:v>
                </c:pt>
                <c:pt idx="2">
                  <c:v>44531</c:v>
                </c:pt>
                <c:pt idx="3">
                  <c:v>44621</c:v>
                </c:pt>
                <c:pt idx="4">
                  <c:v>44713</c:v>
                </c:pt>
                <c:pt idx="5">
                  <c:v>44805</c:v>
                </c:pt>
                <c:pt idx="6">
                  <c:v>44896</c:v>
                </c:pt>
                <c:pt idx="7">
                  <c:v>44986</c:v>
                </c:pt>
                <c:pt idx="8">
                  <c:v>45078</c:v>
                </c:pt>
                <c:pt idx="9">
                  <c:v>45170</c:v>
                </c:pt>
                <c:pt idx="10">
                  <c:v>45261</c:v>
                </c:pt>
                <c:pt idx="11">
                  <c:v>45352</c:v>
                </c:pt>
                <c:pt idx="12">
                  <c:v>45444</c:v>
                </c:pt>
                <c:pt idx="13">
                  <c:v>45536</c:v>
                </c:pt>
                <c:pt idx="14">
                  <c:v>45627</c:v>
                </c:pt>
                <c:pt idx="15">
                  <c:v>45717</c:v>
                </c:pt>
                <c:pt idx="16">
                  <c:v>45809</c:v>
                </c:pt>
                <c:pt idx="17">
                  <c:v>45901</c:v>
                </c:pt>
              </c:numCache>
            </c:numRef>
          </c:cat>
          <c:val>
            <c:numRef>
              <c:f>Hoja1!$K$6:$K$23</c:f>
              <c:numCache>
                <c:formatCode>_-* #,##0.0_-;\-* #,##0.0_-;_-* "-"??_-;_-@_-</c:formatCode>
                <c:ptCount val="18"/>
                <c:pt idx="0">
                  <c:v>11.326131999999999</c:v>
                </c:pt>
                <c:pt idx="1">
                  <c:v>12.225908</c:v>
                </c:pt>
                <c:pt idx="2">
                  <c:v>12.863285000000001</c:v>
                </c:pt>
                <c:pt idx="3">
                  <c:v>12.980879</c:v>
                </c:pt>
                <c:pt idx="4">
                  <c:v>13.185495</c:v>
                </c:pt>
                <c:pt idx="5">
                  <c:v>13.780353999999999</c:v>
                </c:pt>
                <c:pt idx="6">
                  <c:v>14.007356999999999</c:v>
                </c:pt>
                <c:pt idx="7">
                  <c:v>14.286331000000001</c:v>
                </c:pt>
                <c:pt idx="8">
                  <c:v>14.377261000000001</c:v>
                </c:pt>
                <c:pt idx="9">
                  <c:v>14.364418999999998</c:v>
                </c:pt>
                <c:pt idx="10">
                  <c:v>14.375579999999999</c:v>
                </c:pt>
                <c:pt idx="11">
                  <c:v>14.577608999999999</c:v>
                </c:pt>
                <c:pt idx="12">
                  <c:v>14.661868</c:v>
                </c:pt>
                <c:pt idx="13">
                  <c:v>14.495961999999999</c:v>
                </c:pt>
                <c:pt idx="14">
                  <c:v>14.467743</c:v>
                </c:pt>
                <c:pt idx="15">
                  <c:v>14.054858000000001</c:v>
                </c:pt>
                <c:pt idx="16">
                  <c:v>13.773991000000001</c:v>
                </c:pt>
                <c:pt idx="17">
                  <c:v>13.640753000000002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A576-411F-9CAD-CD59F2C5C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2173663"/>
        <c:axId val="382175583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Hoja1!$L$2</c15:sqref>
                        </c15:formulaRef>
                      </c:ext>
                    </c:extLst>
                    <c:strCache>
                      <c:ptCount val="1"/>
                      <c:pt idx="0">
                        <c:v>Causadas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Hoja1!$H$6:$H$23</c15:sqref>
                        </c15:formulaRef>
                      </c:ext>
                    </c:extLst>
                    <c:numCache>
                      <c:formatCode>mmm\-yy</c:formatCode>
                      <c:ptCount val="18"/>
                      <c:pt idx="0">
                        <c:v>44348</c:v>
                      </c:pt>
                      <c:pt idx="1">
                        <c:v>44440</c:v>
                      </c:pt>
                      <c:pt idx="2">
                        <c:v>44531</c:v>
                      </c:pt>
                      <c:pt idx="3">
                        <c:v>44621</c:v>
                      </c:pt>
                      <c:pt idx="4">
                        <c:v>44713</c:v>
                      </c:pt>
                      <c:pt idx="5">
                        <c:v>44805</c:v>
                      </c:pt>
                      <c:pt idx="6">
                        <c:v>44896</c:v>
                      </c:pt>
                      <c:pt idx="7">
                        <c:v>44986</c:v>
                      </c:pt>
                      <c:pt idx="8">
                        <c:v>45078</c:v>
                      </c:pt>
                      <c:pt idx="9">
                        <c:v>45170</c:v>
                      </c:pt>
                      <c:pt idx="10">
                        <c:v>45261</c:v>
                      </c:pt>
                      <c:pt idx="11">
                        <c:v>45352</c:v>
                      </c:pt>
                      <c:pt idx="12">
                        <c:v>45444</c:v>
                      </c:pt>
                      <c:pt idx="13">
                        <c:v>45536</c:v>
                      </c:pt>
                      <c:pt idx="14">
                        <c:v>45627</c:v>
                      </c:pt>
                      <c:pt idx="15">
                        <c:v>45717</c:v>
                      </c:pt>
                      <c:pt idx="16">
                        <c:v>45809</c:v>
                      </c:pt>
                      <c:pt idx="17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Hoja1!$L$6:$L$23</c15:sqref>
                        </c15:formulaRef>
                      </c:ext>
                    </c:extLst>
                    <c:numCache>
                      <c:formatCode>_-* #,##0.0_-;\-* #,##0.0_-;_-* "-"??_-;_-@_-</c:formatCode>
                      <c:ptCount val="18"/>
                      <c:pt idx="0">
                        <c:v>11.77802362000002</c:v>
                      </c:pt>
                      <c:pt idx="1">
                        <c:v>12.467284800000021</c:v>
                      </c:pt>
                      <c:pt idx="2">
                        <c:v>13.301208710000028</c:v>
                      </c:pt>
                      <c:pt idx="3">
                        <c:v>13.611606750000044</c:v>
                      </c:pt>
                      <c:pt idx="4">
                        <c:v>14.005325080000041</c:v>
                      </c:pt>
                      <c:pt idx="5">
                        <c:v>14.584596950000041</c:v>
                      </c:pt>
                      <c:pt idx="6">
                        <c:v>14.651355980000023</c:v>
                      </c:pt>
                      <c:pt idx="7">
                        <c:v>14.670326820000007</c:v>
                      </c:pt>
                      <c:pt idx="8">
                        <c:v>14.638993730000006</c:v>
                      </c:pt>
                      <c:pt idx="9">
                        <c:v>14.275139289999991</c:v>
                      </c:pt>
                      <c:pt idx="10">
                        <c:v>14.049935990000021</c:v>
                      </c:pt>
                      <c:pt idx="11">
                        <c:v>13.828661920000032</c:v>
                      </c:pt>
                      <c:pt idx="12">
                        <c:v>13.742920379999994</c:v>
                      </c:pt>
                      <c:pt idx="13">
                        <c:v>13.755142929999996</c:v>
                      </c:pt>
                      <c:pt idx="14">
                        <c:v>13.671332979999978</c:v>
                      </c:pt>
                      <c:pt idx="15">
                        <c:v>13.55537530999996</c:v>
                      </c:pt>
                      <c:pt idx="16">
                        <c:v>13.242952659999993</c:v>
                      </c:pt>
                      <c:pt idx="17">
                        <c:v>13.011941089999986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8-A576-411F-9CAD-CD59F2C5CE9C}"/>
                  </c:ext>
                </c:extLst>
              </c15:ser>
            </c15:filteredLineSeries>
          </c:ext>
        </c:extLst>
      </c:lineChart>
      <c:dateAx>
        <c:axId val="382173663"/>
        <c:scaling>
          <c:orientation val="minMax"/>
          <c:max val="45901"/>
          <c:min val="4444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82175583"/>
        <c:crosses val="autoZero"/>
        <c:auto val="1"/>
        <c:lblOffset val="100"/>
        <c:baseTimeUnit val="months"/>
        <c:majorUnit val="3"/>
        <c:majorTimeUnit val="months"/>
      </c:dateAx>
      <c:valAx>
        <c:axId val="382175583"/>
        <c:scaling>
          <c:orientation val="minMax"/>
          <c:min val="1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82173663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Hoja1!$J$2</c:f>
              <c:strCache>
                <c:ptCount val="1"/>
                <c:pt idx="0">
                  <c:v>Iniciaciones CEED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B0F0"/>
              </a:solidFill>
              <a:ln w="19050">
                <a:solidFill>
                  <a:srgbClr val="00B0F0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F39-41D0-A32C-184833A934CF}"/>
                </c:ext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C5-436A-9A5A-C3F13D2E4B35}"/>
                </c:ext>
              </c:extLst>
            </c:dLbl>
            <c:dLbl>
              <c:idx val="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C5-436A-9A5A-C3F13D2E4B35}"/>
                </c:ext>
              </c:extLst>
            </c:dLbl>
            <c:dLbl>
              <c:idx val="1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DBB-4D0F-999C-E2E2B77BE12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C5-436A-9A5A-C3F13D2E4B35}"/>
                </c:ext>
              </c:extLst>
            </c:dLbl>
            <c:dLbl>
              <c:idx val="16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C5-436A-9A5A-C3F13D2E4B3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51-45B0-8BC4-8F4B0B3EBF94}"/>
                </c:ext>
              </c:extLst>
            </c:dLbl>
            <c:dLbl>
              <c:idx val="2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C5-436A-9A5A-C3F13D2E4B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Hoja1!$H$3:$H$23</c:f>
              <c:numCache>
                <c:formatCode>mmm\-yy</c:formatCode>
                <c:ptCount val="21"/>
                <c:pt idx="0">
                  <c:v>44075</c:v>
                </c:pt>
                <c:pt idx="1">
                  <c:v>44166</c:v>
                </c:pt>
                <c:pt idx="2">
                  <c:v>44256</c:v>
                </c:pt>
                <c:pt idx="3">
                  <c:v>44348</c:v>
                </c:pt>
                <c:pt idx="4">
                  <c:v>44440</c:v>
                </c:pt>
                <c:pt idx="5">
                  <c:v>44531</c:v>
                </c:pt>
                <c:pt idx="6">
                  <c:v>44621</c:v>
                </c:pt>
                <c:pt idx="7">
                  <c:v>44713</c:v>
                </c:pt>
                <c:pt idx="8">
                  <c:v>44805</c:v>
                </c:pt>
                <c:pt idx="9">
                  <c:v>44896</c:v>
                </c:pt>
                <c:pt idx="10">
                  <c:v>44986</c:v>
                </c:pt>
                <c:pt idx="11">
                  <c:v>45078</c:v>
                </c:pt>
                <c:pt idx="12">
                  <c:v>45170</c:v>
                </c:pt>
                <c:pt idx="13">
                  <c:v>45261</c:v>
                </c:pt>
                <c:pt idx="14">
                  <c:v>45352</c:v>
                </c:pt>
                <c:pt idx="15">
                  <c:v>45444</c:v>
                </c:pt>
                <c:pt idx="16">
                  <c:v>45536</c:v>
                </c:pt>
                <c:pt idx="17">
                  <c:v>45627</c:v>
                </c:pt>
                <c:pt idx="18">
                  <c:v>45717</c:v>
                </c:pt>
                <c:pt idx="19">
                  <c:v>45809</c:v>
                </c:pt>
                <c:pt idx="20">
                  <c:v>45901</c:v>
                </c:pt>
              </c:numCache>
            </c:numRef>
          </c:cat>
          <c:val>
            <c:numRef>
              <c:f>Hoja1!$J$3:$J$23</c:f>
              <c:numCache>
                <c:formatCode>_-* #,##0.0_-;\-* #,##0.0_-;_-* "-"??_-;_-@_-</c:formatCode>
                <c:ptCount val="21"/>
                <c:pt idx="0">
                  <c:v>2.8336769999999998</c:v>
                </c:pt>
                <c:pt idx="1">
                  <c:v>3.098789</c:v>
                </c:pt>
                <c:pt idx="2">
                  <c:v>3.4093119999999999</c:v>
                </c:pt>
                <c:pt idx="3">
                  <c:v>3.5618300000000001</c:v>
                </c:pt>
                <c:pt idx="4">
                  <c:v>3.7655509999999999</c:v>
                </c:pt>
                <c:pt idx="5">
                  <c:v>3.936963</c:v>
                </c:pt>
                <c:pt idx="6">
                  <c:v>4.103669</c:v>
                </c:pt>
                <c:pt idx="7">
                  <c:v>4.2206910000000004</c:v>
                </c:pt>
                <c:pt idx="8">
                  <c:v>3.9190849999999999</c:v>
                </c:pt>
                <c:pt idx="9">
                  <c:v>3.475838</c:v>
                </c:pt>
                <c:pt idx="10">
                  <c:v>3.9224350000000001</c:v>
                </c:pt>
                <c:pt idx="11">
                  <c:v>3.8375560000000002</c:v>
                </c:pt>
                <c:pt idx="12">
                  <c:v>3.8887</c:v>
                </c:pt>
                <c:pt idx="13">
                  <c:v>3.3187259999999998</c:v>
                </c:pt>
                <c:pt idx="14">
                  <c:v>3.3463099999999999</c:v>
                </c:pt>
                <c:pt idx="15">
                  <c:v>3.331502</c:v>
                </c:pt>
                <c:pt idx="16">
                  <c:v>2.7452179999999999</c:v>
                </c:pt>
                <c:pt idx="17">
                  <c:v>2.954361</c:v>
                </c:pt>
                <c:pt idx="18">
                  <c:v>2.9036119999999999</c:v>
                </c:pt>
                <c:pt idx="19">
                  <c:v>2.8325109999999998</c:v>
                </c:pt>
                <c:pt idx="20">
                  <c:v>3.1549200000000002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576-411F-9CAD-CD59F2C5CE9C}"/>
            </c:ext>
          </c:extLst>
        </c:ser>
        <c:ser>
          <c:idx val="4"/>
          <c:order val="4"/>
          <c:tx>
            <c:strRef>
              <c:f>Hoja1!$M$2</c:f>
              <c:strCache>
                <c:ptCount val="1"/>
                <c:pt idx="0">
                  <c:v>Iniciaciones CU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F39-41D0-A32C-184833A934CF}"/>
                </c:ext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39-41D0-A32C-184833A934CF}"/>
                </c:ext>
              </c:extLst>
            </c:dLbl>
            <c:dLbl>
              <c:idx val="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F39-41D0-A32C-184833A934CF}"/>
                </c:ext>
              </c:extLst>
            </c:dLbl>
            <c:dLbl>
              <c:idx val="1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39-41D0-A32C-184833A934CF}"/>
                </c:ext>
              </c:extLst>
            </c:dLbl>
            <c:dLbl>
              <c:idx val="16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F39-41D0-A32C-184833A934CF}"/>
                </c:ext>
              </c:extLst>
            </c:dLbl>
            <c:dLbl>
              <c:idx val="2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39-41D0-A32C-184833A934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Hoja1!$H$3:$H$23</c:f>
              <c:numCache>
                <c:formatCode>mmm\-yy</c:formatCode>
                <c:ptCount val="21"/>
                <c:pt idx="0">
                  <c:v>44075</c:v>
                </c:pt>
                <c:pt idx="1">
                  <c:v>44166</c:v>
                </c:pt>
                <c:pt idx="2">
                  <c:v>44256</c:v>
                </c:pt>
                <c:pt idx="3">
                  <c:v>44348</c:v>
                </c:pt>
                <c:pt idx="4">
                  <c:v>44440</c:v>
                </c:pt>
                <c:pt idx="5">
                  <c:v>44531</c:v>
                </c:pt>
                <c:pt idx="6">
                  <c:v>44621</c:v>
                </c:pt>
                <c:pt idx="7">
                  <c:v>44713</c:v>
                </c:pt>
                <c:pt idx="8">
                  <c:v>44805</c:v>
                </c:pt>
                <c:pt idx="9">
                  <c:v>44896</c:v>
                </c:pt>
                <c:pt idx="10">
                  <c:v>44986</c:v>
                </c:pt>
                <c:pt idx="11">
                  <c:v>45078</c:v>
                </c:pt>
                <c:pt idx="12">
                  <c:v>45170</c:v>
                </c:pt>
                <c:pt idx="13">
                  <c:v>45261</c:v>
                </c:pt>
                <c:pt idx="14">
                  <c:v>45352</c:v>
                </c:pt>
                <c:pt idx="15">
                  <c:v>45444</c:v>
                </c:pt>
                <c:pt idx="16">
                  <c:v>45536</c:v>
                </c:pt>
                <c:pt idx="17">
                  <c:v>45627</c:v>
                </c:pt>
                <c:pt idx="18">
                  <c:v>45717</c:v>
                </c:pt>
                <c:pt idx="19">
                  <c:v>45809</c:v>
                </c:pt>
                <c:pt idx="20">
                  <c:v>45901</c:v>
                </c:pt>
              </c:numCache>
            </c:numRef>
          </c:cat>
          <c:val>
            <c:numRef>
              <c:f>Hoja1!$M$3:$M$23</c:f>
              <c:numCache>
                <c:formatCode>0.0</c:formatCode>
                <c:ptCount val="21"/>
                <c:pt idx="0">
                  <c:v>2.668237</c:v>
                </c:pt>
                <c:pt idx="1">
                  <c:v>2.695233</c:v>
                </c:pt>
                <c:pt idx="2">
                  <c:v>3.3514919999999999</c:v>
                </c:pt>
                <c:pt idx="3">
                  <c:v>3.0611410000000001</c:v>
                </c:pt>
                <c:pt idx="4">
                  <c:v>3.5947170000000002</c:v>
                </c:pt>
                <c:pt idx="5">
                  <c:v>3.1311170000000002</c:v>
                </c:pt>
                <c:pt idx="6">
                  <c:v>3.637969</c:v>
                </c:pt>
                <c:pt idx="7">
                  <c:v>3.4877630000000002</c:v>
                </c:pt>
                <c:pt idx="8">
                  <c:v>2.9443820000000001</c:v>
                </c:pt>
                <c:pt idx="9">
                  <c:v>3.3356309999999998</c:v>
                </c:pt>
                <c:pt idx="10">
                  <c:v>3.4737830000000001</c:v>
                </c:pt>
                <c:pt idx="11">
                  <c:v>2.315896</c:v>
                </c:pt>
                <c:pt idx="12">
                  <c:v>2.6793830000000001</c:v>
                </c:pt>
                <c:pt idx="13">
                  <c:v>1.8761159999999999</c:v>
                </c:pt>
                <c:pt idx="14">
                  <c:v>3.0310869999999999</c:v>
                </c:pt>
                <c:pt idx="15">
                  <c:v>2.342911</c:v>
                </c:pt>
                <c:pt idx="16">
                  <c:v>2.010707</c:v>
                </c:pt>
                <c:pt idx="17">
                  <c:v>2.1225540000000001</c:v>
                </c:pt>
                <c:pt idx="18">
                  <c:v>1.9667559999999999</c:v>
                </c:pt>
                <c:pt idx="19">
                  <c:v>1.721859</c:v>
                </c:pt>
                <c:pt idx="20">
                  <c:v>1.700094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39-41D0-A32C-184833A93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2173663"/>
        <c:axId val="382175583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Hoja1!$I$2</c15:sqref>
                        </c15:formulaRef>
                      </c:ext>
                    </c:extLst>
                    <c:strCache>
                      <c:ptCount val="1"/>
                      <c:pt idx="0">
                        <c:v>Proceso</c:v>
                      </c:pt>
                    </c:strCache>
                  </c:strRef>
                </c:tx>
                <c:spPr>
                  <a:ln w="19050" cap="rnd">
                    <a:solidFill>
                      <a:srgbClr val="002060"/>
                    </a:solidFill>
                    <a:round/>
                  </a:ln>
                  <a:effectLst/>
                </c:spPr>
                <c:marker>
                  <c:symbol val="circle"/>
                  <c:size val="8"/>
                  <c:spPr>
                    <a:solidFill>
                      <a:srgbClr val="002060"/>
                    </a:solidFill>
                    <a:ln w="19050">
                      <a:solidFill>
                        <a:srgbClr val="002060"/>
                      </a:solidFill>
                    </a:ln>
                    <a:effectLst/>
                  </c:spPr>
                </c:marker>
                <c:dLbls>
                  <c:dLbl>
                    <c:idx val="8"/>
                    <c:dLblPos val="b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5-9EC5-436A-9A5A-C3F13D2E4B35}"/>
                      </c:ext>
                    </c:extLst>
                  </c:dLbl>
                  <c:dLbl>
                    <c:idx val="12"/>
                    <c:dLblPos val="b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6-9EC5-436A-9A5A-C3F13D2E4B35}"/>
                      </c:ext>
                    </c:extLst>
                  </c:dLbl>
                  <c:dLbl>
                    <c:idx val="16"/>
                    <c:dLblPos val="b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7-9EC5-436A-9A5A-C3F13D2E4B35}"/>
                      </c:ext>
                    </c:extLst>
                  </c:dLbl>
                  <c:dLbl>
                    <c:idx val="20"/>
                    <c:dLblPos val="b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8-9EC5-436A-9A5A-C3F13D2E4B35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1200" b="1" i="0" u="none" strike="noStrike" kern="1200" baseline="0">
                          <a:solidFill>
                            <a:sysClr val="windowText" lastClr="000000"/>
                          </a:solidFill>
                          <a:latin typeface="Dosis" pitchFamily="2" charset="0"/>
                          <a:ea typeface="+mn-ea"/>
                          <a:cs typeface="+mn-cs"/>
                        </a:defRPr>
                      </a:pPr>
                      <a:endParaRPr lang="es-CO"/>
                    </a:p>
                  </c:txPr>
                  <c:dLblPos val="b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Hoja1!$H$3:$H$23</c15:sqref>
                        </c15:formulaRef>
                      </c:ext>
                    </c:extLst>
                    <c:numCache>
                      <c:formatCode>mmm\-yy</c:formatCode>
                      <c:ptCount val="21"/>
                      <c:pt idx="0">
                        <c:v>44075</c:v>
                      </c:pt>
                      <c:pt idx="1">
                        <c:v>44166</c:v>
                      </c:pt>
                      <c:pt idx="2">
                        <c:v>44256</c:v>
                      </c:pt>
                      <c:pt idx="3">
                        <c:v>44348</c:v>
                      </c:pt>
                      <c:pt idx="4">
                        <c:v>44440</c:v>
                      </c:pt>
                      <c:pt idx="5">
                        <c:v>44531</c:v>
                      </c:pt>
                      <c:pt idx="6">
                        <c:v>44621</c:v>
                      </c:pt>
                      <c:pt idx="7">
                        <c:v>44713</c:v>
                      </c:pt>
                      <c:pt idx="8">
                        <c:v>44805</c:v>
                      </c:pt>
                      <c:pt idx="9">
                        <c:v>44896</c:v>
                      </c:pt>
                      <c:pt idx="10">
                        <c:v>44986</c:v>
                      </c:pt>
                      <c:pt idx="11">
                        <c:v>45078</c:v>
                      </c:pt>
                      <c:pt idx="12">
                        <c:v>45170</c:v>
                      </c:pt>
                      <c:pt idx="13">
                        <c:v>45261</c:v>
                      </c:pt>
                      <c:pt idx="14">
                        <c:v>45352</c:v>
                      </c:pt>
                      <c:pt idx="15">
                        <c:v>45444</c:v>
                      </c:pt>
                      <c:pt idx="16">
                        <c:v>45536</c:v>
                      </c:pt>
                      <c:pt idx="17">
                        <c:v>45627</c:v>
                      </c:pt>
                      <c:pt idx="18">
                        <c:v>45717</c:v>
                      </c:pt>
                      <c:pt idx="19">
                        <c:v>45809</c:v>
                      </c:pt>
                      <c:pt idx="20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Hoja1!$I$3:$I$23</c15:sqref>
                        </c15:formulaRef>
                      </c:ext>
                    </c:extLst>
                    <c:numCache>
                      <c:formatCode>_-* #,##0.0_-;\-* #,##0.0_-;_-* "-"??_-;_-@_-</c:formatCode>
                      <c:ptCount val="21"/>
                      <c:pt idx="0">
                        <c:v>18.868286999999999</c:v>
                      </c:pt>
                      <c:pt idx="1">
                        <c:v>19.056736000000001</c:v>
                      </c:pt>
                      <c:pt idx="2">
                        <c:v>19.26389</c:v>
                      </c:pt>
                      <c:pt idx="3">
                        <c:v>19.588346000000001</c:v>
                      </c:pt>
                      <c:pt idx="4">
                        <c:v>20.430071999999999</c:v>
                      </c:pt>
                      <c:pt idx="5">
                        <c:v>20.674150999999998</c:v>
                      </c:pt>
                      <c:pt idx="6">
                        <c:v>21.625136999999999</c:v>
                      </c:pt>
                      <c:pt idx="7">
                        <c:v>22.764683000000002</c:v>
                      </c:pt>
                      <c:pt idx="8">
                        <c:v>23.055804999999999</c:v>
                      </c:pt>
                      <c:pt idx="9">
                        <c:v>22.513055000000001</c:v>
                      </c:pt>
                      <c:pt idx="10">
                        <c:v>22.674726</c:v>
                      </c:pt>
                      <c:pt idx="11">
                        <c:v>22.884817000000002</c:v>
                      </c:pt>
                      <c:pt idx="12">
                        <c:v>23.071663000000001</c:v>
                      </c:pt>
                      <c:pt idx="13">
                        <c:v>22.429599</c:v>
                      </c:pt>
                      <c:pt idx="14">
                        <c:v>22.074950000000001</c:v>
                      </c:pt>
                      <c:pt idx="15">
                        <c:v>22.166096</c:v>
                      </c:pt>
                      <c:pt idx="16">
                        <c:v>21.766905999999999</c:v>
                      </c:pt>
                      <c:pt idx="17">
                        <c:v>21.023613000000001</c:v>
                      </c:pt>
                      <c:pt idx="18">
                        <c:v>20.600069000000001</c:v>
                      </c:pt>
                      <c:pt idx="19" formatCode="0.0">
                        <c:v>20.425207</c:v>
                      </c:pt>
                      <c:pt idx="20" formatCode="0.0">
                        <c:v>20.489967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2-A576-411F-9CAD-CD59F2C5CE9C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Hoja1!$K$2</c15:sqref>
                        </c15:formulaRef>
                      </c:ext>
                    </c:extLst>
                    <c:strCache>
                      <c:ptCount val="1"/>
                      <c:pt idx="0">
                        <c:v>Culminadas</c:v>
                      </c:pt>
                    </c:strCache>
                  </c:strRef>
                </c:tx>
                <c:spPr>
                  <a:ln w="19050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circle"/>
                  <c:size val="8"/>
                  <c:spPr>
                    <a:solidFill>
                      <a:srgbClr val="00B050"/>
                    </a:solidFill>
                    <a:ln w="19050">
                      <a:solidFill>
                        <a:srgbClr val="00B050"/>
                      </a:solidFill>
                    </a:ln>
                    <a:effectLst/>
                  </c:spPr>
                </c:marker>
                <c:dLbls>
                  <c:dLbl>
                    <c:idx val="8"/>
                    <c:dLblPos val="b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9-9EC5-436A-9A5A-C3F13D2E4B35}"/>
                      </c:ext>
                    </c:extLst>
                  </c:dLbl>
                  <c:dLbl>
                    <c:idx val="12"/>
                    <c:dLblPos val="b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A-CDBB-4D0F-999C-E2E2B77BE12A}"/>
                      </c:ext>
                    </c:extLst>
                  </c:dLbl>
                  <c:dLbl>
                    <c:idx val="15"/>
                    <c:delete val="1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A-9EC5-436A-9A5A-C3F13D2E4B35}"/>
                      </c:ext>
                    </c:extLst>
                  </c:dLbl>
                  <c:dLbl>
                    <c:idx val="16"/>
                    <c:dLblPos val="t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B-9EC5-436A-9A5A-C3F13D2E4B35}"/>
                      </c:ext>
                    </c:extLst>
                  </c:dLbl>
                  <c:dLbl>
                    <c:idx val="20"/>
                    <c:dLblPos val="t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C-9EC5-436A-9A5A-C3F13D2E4B35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200" b="1" i="0" u="none" strike="noStrike" kern="1200" baseline="0">
                          <a:solidFill>
                            <a:srgbClr val="00B050"/>
                          </a:solidFill>
                          <a:latin typeface="Dosis" pitchFamily="2" charset="0"/>
                          <a:ea typeface="+mn-ea"/>
                          <a:cs typeface="+mn-cs"/>
                        </a:defRPr>
                      </a:pPr>
                      <a:endParaRPr lang="es-CO"/>
                    </a:p>
                  </c:txPr>
                  <c:dLblPos val="b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Hoja1!$H$3:$H$23</c15:sqref>
                        </c15:formulaRef>
                      </c:ext>
                    </c:extLst>
                    <c:numCache>
                      <c:formatCode>mmm\-yy</c:formatCode>
                      <c:ptCount val="21"/>
                      <c:pt idx="0">
                        <c:v>44075</c:v>
                      </c:pt>
                      <c:pt idx="1">
                        <c:v>44166</c:v>
                      </c:pt>
                      <c:pt idx="2">
                        <c:v>44256</c:v>
                      </c:pt>
                      <c:pt idx="3">
                        <c:v>44348</c:v>
                      </c:pt>
                      <c:pt idx="4">
                        <c:v>44440</c:v>
                      </c:pt>
                      <c:pt idx="5">
                        <c:v>44531</c:v>
                      </c:pt>
                      <c:pt idx="6">
                        <c:v>44621</c:v>
                      </c:pt>
                      <c:pt idx="7">
                        <c:v>44713</c:v>
                      </c:pt>
                      <c:pt idx="8">
                        <c:v>44805</c:v>
                      </c:pt>
                      <c:pt idx="9">
                        <c:v>44896</c:v>
                      </c:pt>
                      <c:pt idx="10">
                        <c:v>44986</c:v>
                      </c:pt>
                      <c:pt idx="11">
                        <c:v>45078</c:v>
                      </c:pt>
                      <c:pt idx="12">
                        <c:v>45170</c:v>
                      </c:pt>
                      <c:pt idx="13">
                        <c:v>45261</c:v>
                      </c:pt>
                      <c:pt idx="14">
                        <c:v>45352</c:v>
                      </c:pt>
                      <c:pt idx="15">
                        <c:v>45444</c:v>
                      </c:pt>
                      <c:pt idx="16">
                        <c:v>45536</c:v>
                      </c:pt>
                      <c:pt idx="17">
                        <c:v>45627</c:v>
                      </c:pt>
                      <c:pt idx="18">
                        <c:v>45717</c:v>
                      </c:pt>
                      <c:pt idx="19">
                        <c:v>45809</c:v>
                      </c:pt>
                      <c:pt idx="20">
                        <c:v>45901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Hoja1!$K$3:$K$23</c15:sqref>
                        </c15:formulaRef>
                      </c:ext>
                    </c:extLst>
                    <c:numCache>
                      <c:formatCode>_-* #,##0.0_-;\-* #,##0.0_-;_-* "-"??_-;_-@_-</c:formatCode>
                      <c:ptCount val="21"/>
                      <c:pt idx="3">
                        <c:v>11.326131999999999</c:v>
                      </c:pt>
                      <c:pt idx="4">
                        <c:v>12.225908</c:v>
                      </c:pt>
                      <c:pt idx="5">
                        <c:v>12.863285000000001</c:v>
                      </c:pt>
                      <c:pt idx="6">
                        <c:v>12.980879</c:v>
                      </c:pt>
                      <c:pt idx="7">
                        <c:v>13.185495</c:v>
                      </c:pt>
                      <c:pt idx="8">
                        <c:v>13.780353999999999</c:v>
                      </c:pt>
                      <c:pt idx="9">
                        <c:v>14.007356999999999</c:v>
                      </c:pt>
                      <c:pt idx="10">
                        <c:v>14.286331000000001</c:v>
                      </c:pt>
                      <c:pt idx="11">
                        <c:v>14.377261000000001</c:v>
                      </c:pt>
                      <c:pt idx="12">
                        <c:v>14.364418999999998</c:v>
                      </c:pt>
                      <c:pt idx="13">
                        <c:v>14.375579999999999</c:v>
                      </c:pt>
                      <c:pt idx="14">
                        <c:v>14.577608999999999</c:v>
                      </c:pt>
                      <c:pt idx="15">
                        <c:v>14.661868</c:v>
                      </c:pt>
                      <c:pt idx="16">
                        <c:v>14.495961999999999</c:v>
                      </c:pt>
                      <c:pt idx="17">
                        <c:v>14.467743</c:v>
                      </c:pt>
                      <c:pt idx="18">
                        <c:v>14.054858000000001</c:v>
                      </c:pt>
                      <c:pt idx="19">
                        <c:v>13.773991000000001</c:v>
                      </c:pt>
                      <c:pt idx="20">
                        <c:v>13.640753000000002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A576-411F-9CAD-CD59F2C5CE9C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Hoja1!$L$2</c15:sqref>
                        </c15:formulaRef>
                      </c:ext>
                    </c:extLst>
                    <c:strCache>
                      <c:ptCount val="1"/>
                      <c:pt idx="0">
                        <c:v>Causadas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Hoja1!$H$3:$H$23</c15:sqref>
                        </c15:formulaRef>
                      </c:ext>
                    </c:extLst>
                    <c:numCache>
                      <c:formatCode>mmm\-yy</c:formatCode>
                      <c:ptCount val="21"/>
                      <c:pt idx="0">
                        <c:v>44075</c:v>
                      </c:pt>
                      <c:pt idx="1">
                        <c:v>44166</c:v>
                      </c:pt>
                      <c:pt idx="2">
                        <c:v>44256</c:v>
                      </c:pt>
                      <c:pt idx="3">
                        <c:v>44348</c:v>
                      </c:pt>
                      <c:pt idx="4">
                        <c:v>44440</c:v>
                      </c:pt>
                      <c:pt idx="5">
                        <c:v>44531</c:v>
                      </c:pt>
                      <c:pt idx="6">
                        <c:v>44621</c:v>
                      </c:pt>
                      <c:pt idx="7">
                        <c:v>44713</c:v>
                      </c:pt>
                      <c:pt idx="8">
                        <c:v>44805</c:v>
                      </c:pt>
                      <c:pt idx="9">
                        <c:v>44896</c:v>
                      </c:pt>
                      <c:pt idx="10">
                        <c:v>44986</c:v>
                      </c:pt>
                      <c:pt idx="11">
                        <c:v>45078</c:v>
                      </c:pt>
                      <c:pt idx="12">
                        <c:v>45170</c:v>
                      </c:pt>
                      <c:pt idx="13">
                        <c:v>45261</c:v>
                      </c:pt>
                      <c:pt idx="14">
                        <c:v>45352</c:v>
                      </c:pt>
                      <c:pt idx="15">
                        <c:v>45444</c:v>
                      </c:pt>
                      <c:pt idx="16">
                        <c:v>45536</c:v>
                      </c:pt>
                      <c:pt idx="17">
                        <c:v>45627</c:v>
                      </c:pt>
                      <c:pt idx="18">
                        <c:v>45717</c:v>
                      </c:pt>
                      <c:pt idx="19">
                        <c:v>45809</c:v>
                      </c:pt>
                      <c:pt idx="20">
                        <c:v>45901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Hoja1!$L$3:$L$23</c15:sqref>
                        </c15:formulaRef>
                      </c:ext>
                    </c:extLst>
                    <c:numCache>
                      <c:formatCode>_-* #,##0.0_-;\-* #,##0.0_-;_-* "-"??_-;_-@_-</c:formatCode>
                      <c:ptCount val="21"/>
                      <c:pt idx="3">
                        <c:v>11.77802362000002</c:v>
                      </c:pt>
                      <c:pt idx="4">
                        <c:v>12.467284800000021</c:v>
                      </c:pt>
                      <c:pt idx="5">
                        <c:v>13.301208710000028</c:v>
                      </c:pt>
                      <c:pt idx="6">
                        <c:v>13.611606750000044</c:v>
                      </c:pt>
                      <c:pt idx="7">
                        <c:v>14.005325080000041</c:v>
                      </c:pt>
                      <c:pt idx="8">
                        <c:v>14.584596950000041</c:v>
                      </c:pt>
                      <c:pt idx="9">
                        <c:v>14.651355980000023</c:v>
                      </c:pt>
                      <c:pt idx="10">
                        <c:v>14.670326820000007</c:v>
                      </c:pt>
                      <c:pt idx="11">
                        <c:v>14.638993730000006</c:v>
                      </c:pt>
                      <c:pt idx="12">
                        <c:v>14.275139289999991</c:v>
                      </c:pt>
                      <c:pt idx="13">
                        <c:v>14.049935990000021</c:v>
                      </c:pt>
                      <c:pt idx="14">
                        <c:v>13.828661920000032</c:v>
                      </c:pt>
                      <c:pt idx="15">
                        <c:v>13.742920379999994</c:v>
                      </c:pt>
                      <c:pt idx="16">
                        <c:v>13.755142929999996</c:v>
                      </c:pt>
                      <c:pt idx="17">
                        <c:v>13.671332979999978</c:v>
                      </c:pt>
                      <c:pt idx="18">
                        <c:v>13.55537530999996</c:v>
                      </c:pt>
                      <c:pt idx="19">
                        <c:v>13.242952659999993</c:v>
                      </c:pt>
                      <c:pt idx="20">
                        <c:v>13.011941089999986</c:v>
                      </c:pt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A576-411F-9CAD-CD59F2C5CE9C}"/>
                  </c:ext>
                </c:extLst>
              </c15:ser>
            </c15:filteredLineSeries>
          </c:ext>
        </c:extLst>
      </c:lineChart>
      <c:dateAx>
        <c:axId val="382173663"/>
        <c:scaling>
          <c:orientation val="minMax"/>
          <c:max val="45901"/>
          <c:min val="4407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82175583"/>
        <c:crosses val="autoZero"/>
        <c:auto val="1"/>
        <c:lblOffset val="100"/>
        <c:baseTimeUnit val="months"/>
        <c:majorUnit val="3"/>
        <c:majorTimeUnit val="months"/>
      </c:dateAx>
      <c:valAx>
        <c:axId val="382175583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8217366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2"/>
          <c:order val="12"/>
          <c:tx>
            <c:strRef>
              <c:f>Hoja1!$B$62:$C$62</c:f>
              <c:strCache>
                <c:ptCount val="2"/>
                <c:pt idx="0">
                  <c:v>2024</c:v>
                </c:pt>
                <c:pt idx="1">
                  <c:v>III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Hoja1!$D$48:$H$48</c:f>
              <c:strCache>
                <c:ptCount val="5"/>
                <c:pt idx="0">
                  <c:v>Área en proceso</c:v>
                </c:pt>
                <c:pt idx="1">
                  <c:v>Área iniciada</c:v>
                </c:pt>
                <c:pt idx="2">
                  <c:v>Área causada</c:v>
                </c:pt>
                <c:pt idx="3">
                  <c:v>Área culminada</c:v>
                </c:pt>
                <c:pt idx="4">
                  <c:v>Área paralizada</c:v>
                </c:pt>
              </c:strCache>
            </c:strRef>
          </c:cat>
          <c:val>
            <c:numRef>
              <c:f>Hoja1!$D$62:$H$62</c:f>
              <c:numCache>
                <c:formatCode>0.0%</c:formatCode>
                <c:ptCount val="5"/>
                <c:pt idx="0">
                  <c:v>-5.6552360356511788E-2</c:v>
                </c:pt>
                <c:pt idx="1">
                  <c:v>-0.29405251112196873</c:v>
                </c:pt>
                <c:pt idx="2">
                  <c:v>3.5250611412114274E-3</c:v>
                </c:pt>
                <c:pt idx="3">
                  <c:v>-4.6558330089709221E-2</c:v>
                </c:pt>
                <c:pt idx="4">
                  <c:v>-4.2557568740401175E-2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21-4318-8775-A511F4D2833A}"/>
            </c:ext>
          </c:extLst>
        </c:ser>
        <c:ser>
          <c:idx val="13"/>
          <c:order val="13"/>
          <c:tx>
            <c:strRef>
              <c:f>Hoja1!$B$63:$C$63</c:f>
              <c:strCache>
                <c:ptCount val="2"/>
                <c:pt idx="0">
                  <c:v>2024</c:v>
                </c:pt>
                <c:pt idx="1">
                  <c:v>IV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Hoja1!$D$48:$H$48</c:f>
              <c:strCache>
                <c:ptCount val="5"/>
                <c:pt idx="0">
                  <c:v>Área en proceso</c:v>
                </c:pt>
                <c:pt idx="1">
                  <c:v>Área iniciada</c:v>
                </c:pt>
                <c:pt idx="2">
                  <c:v>Área causada</c:v>
                </c:pt>
                <c:pt idx="3">
                  <c:v>Área culminada</c:v>
                </c:pt>
                <c:pt idx="4">
                  <c:v>Área paralizada</c:v>
                </c:pt>
              </c:strCache>
            </c:strRef>
          </c:cat>
          <c:val>
            <c:numRef>
              <c:f>Hoja1!$D$63:$H$63</c:f>
              <c:numCache>
                <c:formatCode>0.0%</c:formatCode>
                <c:ptCount val="5"/>
                <c:pt idx="0">
                  <c:v>-6.268440198150671E-2</c:v>
                </c:pt>
                <c:pt idx="1">
                  <c:v>-0.10979062447457244</c:v>
                </c:pt>
                <c:pt idx="2">
                  <c:v>-2.3652753951959871E-2</c:v>
                </c:pt>
                <c:pt idx="3">
                  <c:v>-7.2614938055101108E-3</c:v>
                </c:pt>
                <c:pt idx="4">
                  <c:v>-7.8960444621486992E-2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21-4318-8775-A511F4D2833A}"/>
            </c:ext>
          </c:extLst>
        </c:ser>
        <c:ser>
          <c:idx val="14"/>
          <c:order val="14"/>
          <c:tx>
            <c:strRef>
              <c:f>Hoja1!$B$64:$C$64</c:f>
              <c:strCache>
                <c:ptCount val="2"/>
                <c:pt idx="0">
                  <c:v>2025</c:v>
                </c:pt>
                <c:pt idx="1">
                  <c:v>I</c:v>
                </c:pt>
              </c:strCache>
            </c:strRef>
          </c:tx>
          <c:spPr>
            <a:solidFill>
              <a:srgbClr val="4E95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4E95D9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Hoja1!$D$48:$H$48</c:f>
              <c:strCache>
                <c:ptCount val="5"/>
                <c:pt idx="0">
                  <c:v>Área en proceso</c:v>
                </c:pt>
                <c:pt idx="1">
                  <c:v>Área iniciada</c:v>
                </c:pt>
                <c:pt idx="2">
                  <c:v>Área causada</c:v>
                </c:pt>
                <c:pt idx="3">
                  <c:v>Área culminada</c:v>
                </c:pt>
                <c:pt idx="4">
                  <c:v>Área paralizada</c:v>
                </c:pt>
              </c:strCache>
            </c:strRef>
          </c:cat>
          <c:val>
            <c:numRef>
              <c:f>Hoja1!$D$64:$H$64</c:f>
              <c:numCache>
                <c:formatCode>0.0%</c:formatCode>
                <c:ptCount val="5"/>
                <c:pt idx="0">
                  <c:v>-6.6812427661217755E-2</c:v>
                </c:pt>
                <c:pt idx="1">
                  <c:v>-0.13229437798649857</c:v>
                </c:pt>
                <c:pt idx="2">
                  <c:v>-3.5730945186247531E-2</c:v>
                </c:pt>
                <c:pt idx="3">
                  <c:v>-0.1092616433770458</c:v>
                </c:pt>
                <c:pt idx="4">
                  <c:v>-8.3167074196270341E-2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C-4203-B9E9-503388E4AB10}"/>
            </c:ext>
          </c:extLst>
        </c:ser>
        <c:ser>
          <c:idx val="15"/>
          <c:order val="15"/>
          <c:tx>
            <c:strRef>
              <c:f>Hoja1!$B$65:$C$65</c:f>
              <c:strCache>
                <c:ptCount val="2"/>
                <c:pt idx="0">
                  <c:v>2025</c:v>
                </c:pt>
                <c:pt idx="1">
                  <c:v>II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Hoja1!$D$48:$H$48</c:f>
              <c:strCache>
                <c:ptCount val="5"/>
                <c:pt idx="0">
                  <c:v>Área en proceso</c:v>
                </c:pt>
                <c:pt idx="1">
                  <c:v>Área iniciada</c:v>
                </c:pt>
                <c:pt idx="2">
                  <c:v>Área causada</c:v>
                </c:pt>
                <c:pt idx="3">
                  <c:v>Área culminada</c:v>
                </c:pt>
                <c:pt idx="4">
                  <c:v>Área paralizada</c:v>
                </c:pt>
              </c:strCache>
            </c:strRef>
          </c:cat>
          <c:val>
            <c:numRef>
              <c:f>Hoja1!$D$65:$H$65</c:f>
              <c:numCache>
                <c:formatCode>0.0%</c:formatCode>
                <c:ptCount val="5"/>
                <c:pt idx="0">
                  <c:v>-7.8538367784746543E-2</c:v>
                </c:pt>
                <c:pt idx="1">
                  <c:v>-0.14977958890614507</c:v>
                </c:pt>
                <c:pt idx="2">
                  <c:v>-8.9597916399506206E-2</c:v>
                </c:pt>
                <c:pt idx="3">
                  <c:v>-8.1802261083266048E-2</c:v>
                </c:pt>
                <c:pt idx="4">
                  <c:v>-9.9517485916439052E-2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58-4901-B08B-DC779CB3469C}"/>
            </c:ext>
          </c:extLst>
        </c:ser>
        <c:ser>
          <c:idx val="16"/>
          <c:order val="16"/>
          <c:tx>
            <c:strRef>
              <c:f>Hoja1!$B$66:$C$66</c:f>
              <c:strCache>
                <c:ptCount val="2"/>
                <c:pt idx="0">
                  <c:v>2025</c:v>
                </c:pt>
                <c:pt idx="1">
                  <c:v>III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1" i="0" u="none" strike="noStrike" kern="1200" baseline="0">
                    <a:solidFill>
                      <a:srgbClr val="CB3DBB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Hoja1!$D$48:$H$48</c:f>
              <c:strCache>
                <c:ptCount val="5"/>
                <c:pt idx="0">
                  <c:v>Área en proceso</c:v>
                </c:pt>
                <c:pt idx="1">
                  <c:v>Área iniciada</c:v>
                </c:pt>
                <c:pt idx="2">
                  <c:v>Área causada</c:v>
                </c:pt>
                <c:pt idx="3">
                  <c:v>Área culminada</c:v>
                </c:pt>
                <c:pt idx="4">
                  <c:v>Área paralizada</c:v>
                </c:pt>
              </c:strCache>
            </c:strRef>
          </c:cat>
          <c:val>
            <c:numRef>
              <c:f>Hoja1!$D$66:$H$66</c:f>
              <c:numCache>
                <c:formatCode>0.0%</c:formatCode>
                <c:ptCount val="5"/>
                <c:pt idx="0">
                  <c:v>-5.8664240108355359E-2</c:v>
                </c:pt>
                <c:pt idx="1">
                  <c:v>0.14924206383609606</c:v>
                </c:pt>
                <c:pt idx="2">
                  <c:v>-6.6391172809672994E-2</c:v>
                </c:pt>
                <c:pt idx="3">
                  <c:v>-3.9216540421693091E-2</c:v>
                </c:pt>
                <c:pt idx="4">
                  <c:v>-0.10277064302704431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07-4866-8C30-1F6115EB5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8364736"/>
        <c:axId val="23837865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Hoja1!$B$50:$C$50</c15:sqref>
                        </c15:formulaRef>
                      </c:ext>
                    </c:extLst>
                    <c:strCache>
                      <c:ptCount val="2"/>
                      <c:pt idx="0">
                        <c:v>2021</c:v>
                      </c:pt>
                      <c:pt idx="1">
                        <c:v>III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Hoja1!$D$50:$H$50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8.2773014847611792E-2</c:v>
                      </c:pt>
                      <c:pt idx="1">
                        <c:v>0.32885681748484386</c:v>
                      </c:pt>
                      <c:pt idx="2">
                        <c:v>0.2689640898942105</c:v>
                      </c:pt>
                      <c:pt idx="3">
                        <c:v>0.43225045253477123</c:v>
                      </c:pt>
                      <c:pt idx="4">
                        <c:v>1.0271826106788007E-2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4121-4318-8775-A511F4D2833A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Hoja1!$B$51:$C$51</c15:sqref>
                        </c15:formulaRef>
                      </c:ext>
                    </c:extLst>
                    <c:strCache>
                      <c:ptCount val="2"/>
                      <c:pt idx="0">
                        <c:v>2021</c:v>
                      </c:pt>
                      <c:pt idx="1">
                        <c:v>IV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Hoja1!$D$51:$H$51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8.4873663569668967E-2</c:v>
                      </c:pt>
                      <c:pt idx="1">
                        <c:v>0.27048437308897122</c:v>
                      </c:pt>
                      <c:pt idx="2">
                        <c:v>0.2907817454762649</c:v>
                      </c:pt>
                      <c:pt idx="3">
                        <c:v>0.21171278301081453</c:v>
                      </c:pt>
                      <c:pt idx="4">
                        <c:v>4.2797526755612658E-2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121-4318-8775-A511F4D2833A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Hoja1!$B$52:$C$52</c15:sqref>
                        </c15:formulaRef>
                      </c:ext>
                    </c:extLst>
                    <c:strCache>
                      <c:ptCount val="2"/>
                      <c:pt idx="0">
                        <c:v>2022</c:v>
                      </c:pt>
                      <c:pt idx="1">
                        <c:v>I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Hoja1!$D$52:$H$52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0.12257373770302893</c:v>
                      </c:pt>
                      <c:pt idx="1">
                        <c:v>0.20366484498925286</c:v>
                      </c:pt>
                      <c:pt idx="2">
                        <c:v>9.8940913391628138E-2</c:v>
                      </c:pt>
                      <c:pt idx="3">
                        <c:v>3.6976129055790175E-2</c:v>
                      </c:pt>
                      <c:pt idx="4">
                        <c:v>2.3067375046923688E-2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4121-4318-8775-A511F4D2833A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Hoja1!$B$53:$C$53</c15:sqref>
                        </c15:formulaRef>
                      </c:ext>
                    </c:extLst>
                    <c:strCache>
                      <c:ptCount val="2"/>
                      <c:pt idx="0">
                        <c:v>2022</c:v>
                      </c:pt>
                      <c:pt idx="1">
                        <c:v>II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Hoja1!$D$53:$H$53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0.16215442590201334</c:v>
                      </c:pt>
                      <c:pt idx="1">
                        <c:v>0.18497822748418646</c:v>
                      </c:pt>
                      <c:pt idx="2">
                        <c:v>0.12264232585161139</c:v>
                      </c:pt>
                      <c:pt idx="3">
                        <c:v>6.7006322203818192E-2</c:v>
                      </c:pt>
                      <c:pt idx="4">
                        <c:v>-1.6394490947710394E-2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4121-4318-8775-A511F4D2833A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Hoja1!$B$54:$C$54</c15:sqref>
                        </c15:formulaRef>
                      </c:ext>
                    </c:extLst>
                    <c:strCache>
                      <c:ptCount val="2"/>
                      <c:pt idx="0">
                        <c:v>2022</c:v>
                      </c:pt>
                      <c:pt idx="1">
                        <c:v>III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Hoja1!$D$54:$H$54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0.12852294402095099</c:v>
                      </c:pt>
                      <c:pt idx="1">
                        <c:v>4.0773315777691055E-2</c:v>
                      </c:pt>
                      <c:pt idx="2">
                        <c:v>0.17813267423400858</c:v>
                      </c:pt>
                      <c:pt idx="3">
                        <c:v>0.19952444904782474</c:v>
                      </c:pt>
                      <c:pt idx="4">
                        <c:v>9.5551577807584387E-4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4121-4318-8775-A511F4D2833A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Hoja1!$B$55:$C$55</c15:sqref>
                        </c15:formulaRef>
                      </c:ext>
                    </c:extLst>
                    <c:strCache>
                      <c:ptCount val="2"/>
                      <c:pt idx="0">
                        <c:v>2022</c:v>
                      </c:pt>
                      <c:pt idx="1">
                        <c:v>IV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Hoja1!$D$55:$H$55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8.8947014075692943E-2</c:v>
                      </c:pt>
                      <c:pt idx="1">
                        <c:v>-0.11712708501451496</c:v>
                      </c:pt>
                      <c:pt idx="2">
                        <c:v>1.8034242954211743E-2</c:v>
                      </c:pt>
                      <c:pt idx="3">
                        <c:v>6.2227535402750833E-2</c:v>
                      </c:pt>
                      <c:pt idx="4">
                        <c:v>-1.3015551738829734E-3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4121-4318-8775-A511F4D2833A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Hoja1!$B$56:$C$56</c15:sqref>
                        </c15:formulaRef>
                      </c:ext>
                    </c:extLst>
                    <c:strCache>
                      <c:ptCount val="2"/>
                      <c:pt idx="0">
                        <c:v>2023</c:v>
                      </c:pt>
                      <c:pt idx="1">
                        <c:v>I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Hoja1!$D$56:$H$56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4.8535600028799752E-2</c:v>
                      </c:pt>
                      <c:pt idx="1">
                        <c:v>-4.4163893335451787E-2</c:v>
                      </c:pt>
                      <c:pt idx="2">
                        <c:v>5.50261545831221E-3</c:v>
                      </c:pt>
                      <c:pt idx="3">
                        <c:v>8.4592381367079694E-2</c:v>
                      </c:pt>
                      <c:pt idx="4">
                        <c:v>3.0642373422839819E-2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4121-4318-8775-A511F4D2833A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Hoja1!$B$57:$C$57</c15:sqref>
                        </c15:formulaRef>
                      </c:ext>
                    </c:extLst>
                    <c:strCache>
                      <c:ptCount val="2"/>
                      <c:pt idx="0">
                        <c:v>2023</c:v>
                      </c:pt>
                      <c:pt idx="1">
                        <c:v>II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Hoja1!$D$57:$H$57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5.2772094388486845E-3</c:v>
                      </c:pt>
                      <c:pt idx="1">
                        <c:v>-9.0775420422864461E-2</c:v>
                      </c:pt>
                      <c:pt idx="2">
                        <c:v>-8.6939383850901386E-3</c:v>
                      </c:pt>
                      <c:pt idx="3">
                        <c:v>2.790720799632207E-2</c:v>
                      </c:pt>
                      <c:pt idx="4">
                        <c:v>7.9105915143520278E-2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4121-4318-8775-A511F4D2833A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Hoja1!$B$58:$C$58</c15:sqref>
                        </c15:formulaRef>
                      </c:ext>
                    </c:extLst>
                    <c:strCache>
                      <c:ptCount val="2"/>
                      <c:pt idx="0">
                        <c:v>2023</c:v>
                      </c:pt>
                      <c:pt idx="1">
                        <c:v>III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800" b="1" i="0" u="none" strike="noStrike" kern="1200" baseline="0">
                          <a:solidFill>
                            <a:schemeClr val="accent1"/>
                          </a:solidFill>
                          <a:latin typeface="Dosis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Hoja1!$D$58:$H$58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6.8780942586910143E-4</c:v>
                      </c:pt>
                      <c:pt idx="1">
                        <c:v>-7.7530852226986857E-3</c:v>
                      </c:pt>
                      <c:pt idx="2">
                        <c:v>-9.4971790668485712E-2</c:v>
                      </c:pt>
                      <c:pt idx="3">
                        <c:v>-3.5909192971507187E-3</c:v>
                      </c:pt>
                      <c:pt idx="4">
                        <c:v>8.362613029477739E-2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4121-4318-8775-A511F4D2833A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Hoja1!$B$59:$C$59</c15:sqref>
                        </c15:formulaRef>
                      </c:ext>
                    </c:extLst>
                    <c:strCache>
                      <c:ptCount val="2"/>
                      <c:pt idx="0">
                        <c:v>2023</c:v>
                      </c:pt>
                      <c:pt idx="1">
                        <c:v>IV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Hoja1!$D$59:$H$59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-3.7070046690687031E-3</c:v>
                      </c:pt>
                      <c:pt idx="1">
                        <c:v>-4.5201186016149197E-2</c:v>
                      </c:pt>
                      <c:pt idx="2">
                        <c:v>-5.9758579037591186E-2</c:v>
                      </c:pt>
                      <c:pt idx="3">
                        <c:v>2.8802922563726518E-3</c:v>
                      </c:pt>
                      <c:pt idx="4">
                        <c:v>7.9638112744612188E-2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4121-4318-8775-A511F4D2833A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Hoja1!$B$60:$C$60</c15:sqref>
                        </c15:formulaRef>
                      </c:ext>
                    </c:extLst>
                    <c:strCache>
                      <c:ptCount val="2"/>
                      <c:pt idx="0">
                        <c:v>2024</c:v>
                      </c:pt>
                      <c:pt idx="1">
                        <c:v>I</c:v>
                      </c:pt>
                    </c:strCache>
                  </c:strRef>
                </c:tx>
                <c:spPr>
                  <a:solidFill>
                    <a:srgbClr val="4E95D9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200" b="1" i="0" u="none" strike="noStrike" kern="1200" baseline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Dosis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Hoja1!$D$60:$H$60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-2.6451300888927998E-2</c:v>
                      </c:pt>
                      <c:pt idx="1">
                        <c:v>-0.14687942566288548</c:v>
                      </c:pt>
                      <c:pt idx="2">
                        <c:v>-6.3830746301949515E-2</c:v>
                      </c:pt>
                      <c:pt idx="3">
                        <c:v>5.6482600823744677E-2</c:v>
                      </c:pt>
                      <c:pt idx="4">
                        <c:v>4.6897995824152883E-2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0-4121-4318-8775-A511F4D2833A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Hoja1!$B$61:$C$61</c15:sqref>
                        </c15:formulaRef>
                      </c:ext>
                    </c:extLst>
                    <c:strCache>
                      <c:ptCount val="2"/>
                      <c:pt idx="0">
                        <c:v>2024</c:v>
                      </c:pt>
                      <c:pt idx="1">
                        <c:v>II</c:v>
                      </c:pt>
                    </c:strCache>
                  </c:strRef>
                </c:tx>
                <c:spPr>
                  <a:solidFill>
                    <a:srgbClr val="00B05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1200" b="1" i="0" u="none" strike="noStrike" kern="1200" baseline="0">
                          <a:solidFill>
                            <a:srgbClr val="00B050"/>
                          </a:solidFill>
                          <a:latin typeface="Dosis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Hoja1!$D$48:$H$48</c15:sqref>
                        </c15:formulaRef>
                      </c:ext>
                    </c:extLst>
                    <c:strCache>
                      <c:ptCount val="5"/>
                      <c:pt idx="0">
                        <c:v>Área en proceso</c:v>
                      </c:pt>
                      <c:pt idx="1">
                        <c:v>Área iniciada</c:v>
                      </c:pt>
                      <c:pt idx="2">
                        <c:v>Área causada</c:v>
                      </c:pt>
                      <c:pt idx="3">
                        <c:v>Área culminada</c:v>
                      </c:pt>
                      <c:pt idx="4">
                        <c:v>Área paralizada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Hoja1!$D$61:$H$61</c15:sqref>
                        </c15:formulaRef>
                      </c:ext>
                    </c:extLst>
                    <c:numCache>
                      <c:formatCode>0.0%</c:formatCode>
                      <c:ptCount val="5"/>
                      <c:pt idx="0">
                        <c:v>-3.1406019108651817E-2</c:v>
                      </c:pt>
                      <c:pt idx="1">
                        <c:v>-0.1318688248458133</c:v>
                      </c:pt>
                      <c:pt idx="2">
                        <c:v>-2.3999204676062535E-2</c:v>
                      </c:pt>
                      <c:pt idx="3">
                        <c:v>2.5157737842870009E-2</c:v>
                      </c:pt>
                      <c:pt idx="4">
                        <c:v>-1.0870584485530577E-2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4121-4318-8775-A511F4D2833A}"/>
                  </c:ext>
                </c:extLst>
              </c15:ser>
            </c15:filteredBarSeries>
          </c:ext>
        </c:extLst>
      </c:barChart>
      <c:catAx>
        <c:axId val="238364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n-US"/>
          </a:p>
        </c:txPr>
        <c:crossAx val="238378656"/>
        <c:crosses val="autoZero"/>
        <c:auto val="1"/>
        <c:lblAlgn val="ctr"/>
        <c:lblOffset val="100"/>
        <c:noMultiLvlLbl val="0"/>
      </c:catAx>
      <c:valAx>
        <c:axId val="23837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n-US"/>
          </a:p>
        </c:txPr>
        <c:crossAx val="238364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Dosis" pitchFamily="2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7531E-39C6-433F-8E6E-0676A1D3ED05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46BFC-6DA6-4F4A-AD19-CABC0AEE4FC9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464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8D3861A-AA5E-4B48-ED00-7D17F496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4FE011F-0EFF-4FBD-8137-343CA4902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6085F7F-7645-326D-55C1-6008442D6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236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095368A-698E-AD88-D5D2-B6D30192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A7AFDC8-A409-2612-AAC4-D72B0D529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541996A-33FA-A91E-A027-6525BF808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774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1D291C8-193C-A8E6-15B7-C2FC0209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FDC3ED4-4D00-099D-B8CD-2B0D064AE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dirty="0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864CA08-11A3-DD12-A73E-9F3DBB804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9643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5BC99-715E-85F5-93ED-F7B18A648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6B5100-47DB-77C5-DB71-E7B752CC1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913ED8-41AA-CC6A-EE89-A96797DF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E30D69-9B23-F6CB-3F2D-6F6FF5F6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AF3C17-28D0-5B9E-E47A-4DC462B4F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9506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F8286-5E6C-304D-B7FA-C3AC3579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74FAD7-4158-1E5E-C69C-F927594E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3AB00-CAE5-028E-9009-3473D61C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B23570-BC3B-D23A-BA13-09748CB2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E62ABF-DD8B-2C6E-F568-8A694661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227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4E9FF-D469-3F87-4A23-711E6EB8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A5167D-6A98-DB77-8868-2807A2DE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BEAAB0-60E2-F678-B80C-8827BC0C1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A1882B-BB41-1DD6-0B4B-8FC7771B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708B66-BF52-4900-2A34-DD8C01B8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72081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0678A-8A84-22ED-2406-A6E92484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8C17E-9F62-C8E5-4670-C0A2AE038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FCE92C-B065-2C99-0A3E-4BEF16C84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7C2B5D-8EC1-AFFD-4B3A-DD18BC42A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F13D65-F5E8-7A1D-8AE2-4CE368B9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77899A-A4C9-9BDE-E7BC-287C88C3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8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A80C9-EFBC-C0E1-39E7-9F8D09CAD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64352B-08C5-617B-4A4B-A9F09AF9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DC841B-AA41-076E-9488-B4B7E34C4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365C3C-F54A-9DDA-2F23-A96D2A757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2E8BEE-979C-11DC-8290-DBB96BAB4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9A6ED0-F9F1-F785-50F0-39F544C2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89A735-B923-3F53-F5C8-B1403FC2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0224A3-4E11-5D20-9B02-39D04230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554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A488F-F508-9AB5-C125-53D89A6B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FA6CEC-6F89-B8B2-D04E-2C8D5A61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D9721C-4228-48E1-43B3-6C2434C9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6C6FE1-7C2C-282F-E8D8-51F9F1E7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8865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E33555-0103-A537-2DE4-6AB07256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1A141D-23DF-BB94-B607-9B54651D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EC853D-372A-8203-4D24-47652C0B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61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338EE-F93B-502E-E770-64F56CBD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C5B07-8077-F8D1-008E-E9FD74E45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3F5FF9-788C-520F-C1BB-7DB7AA5BB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9633BD-DBF8-0A16-022B-99DAE31B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D74710-9669-7F27-1DCF-B4C5CE37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FB99AF-1F98-E159-B65D-6FA7514EE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9898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C44AE-3EB1-D825-011C-A0DE54DC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EA8D02-3DDF-EDB0-F868-64BB967BD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2E8537-2E04-D21E-9F57-9E56D0BE6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82E302-D3EC-EA9B-161D-031E0553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3A5564-9AA6-21E2-860E-90934F69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4D3130-A3A5-E626-1055-76783221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6233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C506B-69EE-F336-C23D-FD19837C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DAF1BE-BF87-1942-239A-7379EB785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0556DC-FB90-2C25-D910-51D2C209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DEC4B-ACAE-7ABA-D5A6-EED71A60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0D267-3122-1DB7-2FBF-2B4FD14B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250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2AD42A-B848-5598-ADF3-56CD6F44D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E13DA2-DC0A-E565-F711-D6AEFB20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2728E5-1203-4158-3E6A-316C810B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E0F408-924D-D5FF-29B1-D91B0852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7B8E19-831A-2556-5EAE-6FA321AD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2446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8F481E-2F94-58DE-4882-06D8B410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A292DF-6077-F8CF-F81F-07DEE97D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D6554-BBDF-F92B-3843-9303FB380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CACE5-9F11-491D-A68D-48F5300051FE}" type="datetimeFigureOut">
              <a:rPr lang="es-CO" smtClean="0"/>
              <a:t>13/11/2025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C22E6F-FA12-0FA2-B11C-B5F8371DA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D8DD3C-AAEA-0436-8E7C-86134A104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5092B-2588-46DF-AB3F-E1ECB493E12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95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7AC0E0F-57FD-2102-5D34-04E0914D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F2A08300-8810-37C1-B570-9AAD470F3B0B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F76793C9-96C8-6901-0ABD-A0390CEE278D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258C2536-F47C-8282-9E4A-6C67D6F4FD2D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A4B6D078-A1F4-CEB9-45CB-2162092A7DE7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1957BE0-5AAB-24AE-B3F1-52BF09C32E89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D93749-3A32-E0E0-5AA6-D9573DA8957F}"/>
              </a:ext>
            </a:extLst>
          </p:cNvPr>
          <p:cNvSpPr txBox="1"/>
          <p:nvPr/>
        </p:nvSpPr>
        <p:spPr>
          <a:xfrm>
            <a:off x="853508" y="5775503"/>
            <a:ext cx="1135007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Al tercer semestre de 2025 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se han perdido 1,2 millones de metros cuadrados en proceso de vivienda (-5,9 %). 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De manera atípica, los metros cuadrados culminados se encuentran por encima de los iniciados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48CB63-9FBA-B0AE-4EBD-8E3CE3976417}"/>
              </a:ext>
            </a:extLst>
          </p:cNvPr>
          <p:cNvSpPr txBox="1"/>
          <p:nvPr/>
        </p:nvSpPr>
        <p:spPr>
          <a:xfrm>
            <a:off x="934719" y="78280"/>
            <a:ext cx="1118765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Actividad edificadora residencial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Millones de metros cuadrados – </a:t>
            </a:r>
            <a:r>
              <a:rPr lang="es-ES" sz="1400" dirty="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Área en proceso trimestral, </a:t>
            </a: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iniciaciones 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y culminadas acumuladas año móvil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E7D79AE-C685-7DBE-0BE3-BA931B842A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742ED7E-4D62-4B62-89FE-9B8E49F234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0167142"/>
              </p:ext>
            </p:extLst>
          </p:nvPr>
        </p:nvGraphicFramePr>
        <p:xfrm>
          <a:off x="934719" y="709222"/>
          <a:ext cx="11187657" cy="4998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6581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E6CF662-D828-BC82-4664-847B24F1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4EF2ABD4-2045-B37B-AE5F-6A82EDABDF41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5A5FDD76-02FF-23F9-625A-24BF56984CEA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F0E3B054-1BC8-2261-430D-F25263180C8B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D973B24C-33A6-5334-0906-CC8DC9458B03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CF68E0-0188-BCD4-3893-59C51AEA3B38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A3BEE7-1112-0014-DF9A-B0FEF5668730}"/>
              </a:ext>
            </a:extLst>
          </p:cNvPr>
          <p:cNvSpPr txBox="1"/>
          <p:nvPr/>
        </p:nvSpPr>
        <p:spPr>
          <a:xfrm>
            <a:off x="853508" y="5775503"/>
            <a:ext cx="1118765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Durante el tercer trimestre de 2025 se recuperaron 0,4 millones de metros en iniciaciones de </a:t>
            </a:r>
            <a:r>
              <a:rPr lang="es-ES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obra (14,9</a:t>
            </a:r>
            <a:r>
              <a:rPr lang="es-ES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%). Para el acumulado del año móvil la variación es del -7,0%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ea typeface="+mn-ea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3C1901-EA95-90F1-49CC-3E7FC8394EED}"/>
              </a:ext>
            </a:extLst>
          </p:cNvPr>
          <p:cNvSpPr txBox="1"/>
          <p:nvPr/>
        </p:nvSpPr>
        <p:spPr>
          <a:xfrm>
            <a:off x="934719" y="78280"/>
            <a:ext cx="1118765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Iniciaciones residenciales trimestrales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Millones de metros cuadrados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D1836C6-88A2-6FC9-EE58-1A4F67074D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488B943E-A1C3-6395-E038-1BB5B95646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509963"/>
              </p:ext>
            </p:extLst>
          </p:nvPr>
        </p:nvGraphicFramePr>
        <p:xfrm>
          <a:off x="934720" y="709222"/>
          <a:ext cx="11012442" cy="4998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6652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101A594-40EB-F0C8-1965-7A73BFB1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0B19959C-8890-BD05-95F3-1DA093BCB2E5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83FED56F-F8CD-B756-C7A1-C0821F2EF6EC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defTabSz="609690">
                <a:defRPr/>
              </a:pPr>
              <a:endParaRPr lang="es-CO" sz="1200" dirty="0"/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ED2009C7-348A-8294-70BA-400F8109CAAF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90">
                <a:lnSpc>
                  <a:spcPct val="135555"/>
                </a:lnSpc>
                <a:defRPr/>
              </a:pPr>
              <a:endParaRPr sz="12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101;p2">
            <a:extLst>
              <a:ext uri="{FF2B5EF4-FFF2-40B4-BE49-F238E27FC236}">
                <a16:creationId xmlns:a16="http://schemas.microsoft.com/office/drawing/2014/main" id="{D703512D-DA5E-C15C-B5D1-BE7AD9AB3084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 dirty="0"/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B6ADE1C6-A16E-0AF3-D07B-DF0FE259C3D3}"/>
              </a:ext>
            </a:extLst>
          </p:cNvPr>
          <p:cNvSpPr txBox="1"/>
          <p:nvPr/>
        </p:nvSpPr>
        <p:spPr>
          <a:xfrm>
            <a:off x="9483125" y="6566449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 defTabSz="609690">
              <a:lnSpc>
                <a:spcPct val="120009"/>
              </a:lnSpc>
              <a:defRPr/>
            </a:pPr>
            <a:r>
              <a:rPr lang="en-US" sz="1200" dirty="0">
                <a:solidFill>
                  <a:srgbClr val="00227C"/>
                </a:solidFill>
                <a:latin typeface="Dosis"/>
                <a:ea typeface="Dosis"/>
                <a:cs typeface="Dosis"/>
                <a:sym typeface="Dosis"/>
              </a:rPr>
              <a:t>www.camacol.co</a:t>
            </a:r>
            <a:endParaRPr lang="en-US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21050C-0B45-FC8F-6F16-C231B2AADC1A}"/>
              </a:ext>
            </a:extLst>
          </p:cNvPr>
          <p:cNvSpPr/>
          <p:nvPr/>
        </p:nvSpPr>
        <p:spPr>
          <a:xfrm>
            <a:off x="6345383" y="1883219"/>
            <a:ext cx="72967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60">
              <a:defRPr/>
            </a:pPr>
            <a:endParaRPr lang="es-CO" sz="12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27D543E5-4C78-2C5F-E98A-680655CB31FD}"/>
              </a:ext>
            </a:extLst>
          </p:cNvPr>
          <p:cNvSpPr txBox="1">
            <a:spLocks/>
          </p:cNvSpPr>
          <p:nvPr/>
        </p:nvSpPr>
        <p:spPr>
          <a:xfrm>
            <a:off x="2736020" y="101061"/>
            <a:ext cx="7509373" cy="627640"/>
          </a:xfrm>
          <a:prstGeom prst="rect">
            <a:avLst/>
          </a:prstGeom>
          <a:noFill/>
        </p:spPr>
        <p:txBody>
          <a:bodyPr/>
          <a:lstStyle>
            <a:defPPr>
              <a:defRPr lang="es-CO"/>
            </a:defPPr>
            <a:lvl1pPr algn="ctr" defTabSz="914446" fontAlgn="auto">
              <a:spcBef>
                <a:spcPts val="0"/>
              </a:spcBef>
              <a:spcAft>
                <a:spcPts val="0"/>
              </a:spcAft>
              <a:defRPr sz="2000" b="1" kern="0">
                <a:solidFill>
                  <a:srgbClr val="002060"/>
                </a:solidFill>
                <a:latin typeface="Dosis" pitchFamily="2" charset="0"/>
                <a:cs typeface="Arial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9pPr>
          </a:lstStyle>
          <a:p>
            <a:r>
              <a:rPr lang="es-CO" dirty="0"/>
              <a:t>Censo de Edificaciones</a:t>
            </a:r>
          </a:p>
          <a:p>
            <a:r>
              <a:rPr lang="es-CO" sz="1400" b="0" dirty="0">
                <a:solidFill>
                  <a:schemeClr val="tx1"/>
                </a:solidFill>
              </a:rPr>
              <a:t>Destinos residenciales – Área trimestral - Variación anual (%)</a:t>
            </a:r>
          </a:p>
        </p:txBody>
      </p:sp>
      <p:sp>
        <p:nvSpPr>
          <p:cNvPr id="8" name="19 CuadroTexto">
            <a:extLst>
              <a:ext uri="{FF2B5EF4-FFF2-40B4-BE49-F238E27FC236}">
                <a16:creationId xmlns:a16="http://schemas.microsoft.com/office/drawing/2014/main" id="{26E5D587-E83F-DCEF-1BD8-8FF4355909EF}"/>
              </a:ext>
            </a:extLst>
          </p:cNvPr>
          <p:cNvSpPr txBox="1"/>
          <p:nvPr/>
        </p:nvSpPr>
        <p:spPr>
          <a:xfrm>
            <a:off x="1471637" y="5943679"/>
            <a:ext cx="10477164" cy="408623"/>
          </a:xfrm>
          <a:prstGeom prst="roundRect">
            <a:avLst/>
          </a:prstGeom>
          <a:ln w="12700">
            <a:noFill/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s-MX" dirty="0">
                <a:solidFill>
                  <a:prstClr val="black"/>
                </a:solidFill>
                <a:latin typeface="Dosis"/>
              </a:rPr>
              <a:t>Se registran contracciones en el segmento residencial de todos los estados de obra, excepto en área iniciada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EB03AC-1ABE-23E2-490A-63C28CAB804F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D0E59AE0-67A9-62E2-03E9-6171B2EBF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132125"/>
              </p:ext>
            </p:extLst>
          </p:nvPr>
        </p:nvGraphicFramePr>
        <p:xfrm>
          <a:off x="1305383" y="978310"/>
          <a:ext cx="10080000" cy="4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730089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36923b15c676d0562b70891912cfef9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ee7d2c55e47cbf68a8afd0eec465ff3a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Props1.xml><?xml version="1.0" encoding="utf-8"?>
<ds:datastoreItem xmlns:ds="http://schemas.openxmlformats.org/officeDocument/2006/customXml" ds:itemID="{242E41F0-E3D6-47C3-9CC4-2C4CBAAB29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6D4FE4-D13B-4149-87D4-EC9FDE6991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2384bc-84af-4cee-9670-bdd7e3103028"/>
    <ds:schemaRef ds:uri="d07a1b0e-5e0d-4395-b8ed-6b7f4c24b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8813EC-E340-4FEE-928C-F7969A6C077B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62384bc-84af-4cee-9670-bdd7e3103028"/>
    <ds:schemaRef ds:uri="http://schemas.microsoft.com/office/2006/metadata/properties"/>
    <ds:schemaRef ds:uri="http://schemas.openxmlformats.org/package/2006/metadata/core-properties"/>
    <ds:schemaRef ds:uri="d07a1b0e-5e0d-4395-b8ed-6b7f4c24bf1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25a7a3db-b257-488b-8001-443a6e58d714}" enabled="0" method="" siteId="{25a7a3db-b257-488b-8001-443a6e58d7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180</Words>
  <Application>Microsoft Office PowerPoint</Application>
  <PresentationFormat>Panorámica</PresentationFormat>
  <Paragraphs>40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Dosis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Nathaly Castro</dc:creator>
  <cp:lastModifiedBy>Juan Fernando Cardozo Bohorquez</cp:lastModifiedBy>
  <cp:revision>2</cp:revision>
  <dcterms:created xsi:type="dcterms:W3CDTF">2025-02-06T17:02:55Z</dcterms:created>
  <dcterms:modified xsi:type="dcterms:W3CDTF">2025-11-13T20:22:18Z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