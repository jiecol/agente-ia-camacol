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8"/>
  </p:notesMasterIdLst>
  <p:sldIdLst>
    <p:sldId id="15077" r:id="rId5"/>
    <p:sldId id="2147474318" r:id="rId6"/>
    <p:sldId id="2147474319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0070C0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0D166A-2079-4E40-AFF1-3E51F2BCBF42}" v="28" dt="2025-10-31T15:24:08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Paula Moreno" userId="7f06c5a4-f807-4a12-9115-03c525bf8f95" providerId="ADAL" clId="{6594C3AD-2050-44A8-ADA4-AA9C40E1F919}"/>
    <pc:docChg chg="modSld">
      <pc:chgData name="Maria Paula Moreno" userId="7f06c5a4-f807-4a12-9115-03c525bf8f95" providerId="ADAL" clId="{6594C3AD-2050-44A8-ADA4-AA9C40E1F919}" dt="2025-03-31T16:52:57.989" v="95" actId="20577"/>
      <pc:docMkLst>
        <pc:docMk/>
      </pc:docMkLst>
      <pc:sldChg chg="modSp mod">
        <pc:chgData name="Maria Paula Moreno" userId="7f06c5a4-f807-4a12-9115-03c525bf8f95" providerId="ADAL" clId="{6594C3AD-2050-44A8-ADA4-AA9C40E1F919}" dt="2025-03-31T15:50:43.508" v="91" actId="27918"/>
        <pc:sldMkLst>
          <pc:docMk/>
          <pc:sldMk cId="1134146570" sldId="15077"/>
        </pc:sldMkLst>
      </pc:sldChg>
      <pc:sldChg chg="modSp mod">
        <pc:chgData name="Maria Paula Moreno" userId="7f06c5a4-f807-4a12-9115-03c525bf8f95" providerId="ADAL" clId="{6594C3AD-2050-44A8-ADA4-AA9C40E1F919}" dt="2025-03-31T16:52:57.989" v="95" actId="20577"/>
        <pc:sldMkLst>
          <pc:docMk/>
          <pc:sldMk cId="229878400" sldId="2147474317"/>
        </pc:sldMkLst>
      </pc:sldChg>
    </pc:docChg>
  </pc:docChgLst>
  <pc:docChgLst>
    <pc:chgData name="Maria Paula Moreno" userId="7f06c5a4-f807-4a12-9115-03c525bf8f95" providerId="ADAL" clId="{3974B1E1-B829-46A1-BF91-810EB06D88BE}"/>
    <pc:docChg chg="modSld sldOrd">
      <pc:chgData name="Maria Paula Moreno" userId="7f06c5a4-f807-4a12-9115-03c525bf8f95" providerId="ADAL" clId="{3974B1E1-B829-46A1-BF91-810EB06D88BE}" dt="2025-07-31T15:15:50.967" v="125" actId="20577"/>
      <pc:docMkLst>
        <pc:docMk/>
      </pc:docMkLst>
      <pc:sldChg chg="ord">
        <pc:chgData name="Maria Paula Moreno" userId="7f06c5a4-f807-4a12-9115-03c525bf8f95" providerId="ADAL" clId="{3974B1E1-B829-46A1-BF91-810EB06D88BE}" dt="2025-07-31T14:45:48.630" v="1"/>
        <pc:sldMkLst>
          <pc:docMk/>
          <pc:sldMk cId="3475941059" sldId="2147474318"/>
        </pc:sldMkLst>
      </pc:sldChg>
      <pc:sldChg chg="modSp mod">
        <pc:chgData name="Maria Paula Moreno" userId="7f06c5a4-f807-4a12-9115-03c525bf8f95" providerId="ADAL" clId="{3974B1E1-B829-46A1-BF91-810EB06D88BE}" dt="2025-07-31T15:06:29.401" v="53" actId="20577"/>
        <pc:sldMkLst>
          <pc:docMk/>
          <pc:sldMk cId="638723817" sldId="2147474319"/>
        </pc:sldMkLst>
      </pc:sldChg>
      <pc:sldChg chg="modSp mod">
        <pc:chgData name="Maria Paula Moreno" userId="7f06c5a4-f807-4a12-9115-03c525bf8f95" providerId="ADAL" clId="{3974B1E1-B829-46A1-BF91-810EB06D88BE}" dt="2025-07-31T15:15:50.967" v="125" actId="20577"/>
        <pc:sldMkLst>
          <pc:docMk/>
          <pc:sldMk cId="2480674819" sldId="2147474320"/>
        </pc:sldMkLst>
      </pc:sldChg>
    </pc:docChg>
  </pc:docChgLst>
  <pc:docChgLst>
    <pc:chgData name="Maria Paula Moreno" userId="7f06c5a4-f807-4a12-9115-03c525bf8f95" providerId="ADAL" clId="{5360349E-38D6-4A5A-A85E-22BCF9F0CBB5}"/>
    <pc:docChg chg="modSld">
      <pc:chgData name="Maria Paula Moreno" userId="7f06c5a4-f807-4a12-9115-03c525bf8f95" providerId="ADAL" clId="{5360349E-38D6-4A5A-A85E-22BCF9F0CBB5}" dt="2025-05-30T15:59:40.664" v="23" actId="13926"/>
      <pc:docMkLst>
        <pc:docMk/>
      </pc:docMkLst>
    </pc:docChg>
  </pc:docChgLst>
  <pc:docChgLst>
    <pc:chgData name="Maria Paula Moreno" userId="7f06c5a4-f807-4a12-9115-03c525bf8f95" providerId="ADAL" clId="{21A84129-BE14-4C6B-865C-EB0591969F73}"/>
    <pc:docChg chg="addSld delSld modSld">
      <pc:chgData name="Maria Paula Moreno" userId="7f06c5a4-f807-4a12-9115-03c525bf8f95" providerId="ADAL" clId="{21A84129-BE14-4C6B-865C-EB0591969F73}" dt="2025-08-26T15:46:35.992" v="4" actId="47"/>
      <pc:docMkLst>
        <pc:docMk/>
      </pc:docMkLst>
      <pc:sldChg chg="del">
        <pc:chgData name="Maria Paula Moreno" userId="7f06c5a4-f807-4a12-9115-03c525bf8f95" providerId="ADAL" clId="{21A84129-BE14-4C6B-865C-EB0591969F73}" dt="2025-08-26T15:46:33.558" v="3" actId="47"/>
        <pc:sldMkLst>
          <pc:docMk/>
          <pc:sldMk cId="3475941059" sldId="2147474318"/>
        </pc:sldMkLst>
      </pc:sldChg>
      <pc:sldChg chg="del">
        <pc:chgData name="Maria Paula Moreno" userId="7f06c5a4-f807-4a12-9115-03c525bf8f95" providerId="ADAL" clId="{21A84129-BE14-4C6B-865C-EB0591969F73}" dt="2025-08-26T15:46:23.520" v="1" actId="47"/>
        <pc:sldMkLst>
          <pc:docMk/>
          <pc:sldMk cId="2480674819" sldId="2147474320"/>
        </pc:sldMkLst>
      </pc:sldChg>
      <pc:sldChg chg="del">
        <pc:chgData name="Maria Paula Moreno" userId="7f06c5a4-f807-4a12-9115-03c525bf8f95" providerId="ADAL" clId="{21A84129-BE14-4C6B-865C-EB0591969F73}" dt="2025-08-26T15:46:35.992" v="4" actId="47"/>
        <pc:sldMkLst>
          <pc:docMk/>
          <pc:sldMk cId="3400327532" sldId="2147474321"/>
        </pc:sldMkLst>
      </pc:sldChg>
      <pc:sldChg chg="add">
        <pc:chgData name="Maria Paula Moreno" userId="7f06c5a4-f807-4a12-9115-03c525bf8f95" providerId="ADAL" clId="{21A84129-BE14-4C6B-865C-EB0591969F73}" dt="2025-08-26T15:46:21.289" v="0"/>
        <pc:sldMkLst>
          <pc:docMk/>
          <pc:sldMk cId="1448710684" sldId="2147474322"/>
        </pc:sldMkLst>
      </pc:sldChg>
      <pc:sldChg chg="add">
        <pc:chgData name="Maria Paula Moreno" userId="7f06c5a4-f807-4a12-9115-03c525bf8f95" providerId="ADAL" clId="{21A84129-BE14-4C6B-865C-EB0591969F73}" dt="2025-08-26T15:46:30.157" v="2"/>
        <pc:sldMkLst>
          <pc:docMk/>
          <pc:sldMk cId="534591427" sldId="2147474323"/>
        </pc:sldMkLst>
      </pc:sldChg>
    </pc:docChg>
  </pc:docChgLst>
  <pc:docChgLst>
    <pc:chgData name="Maria Paula Moreno" userId="7f06c5a4-f807-4a12-9115-03c525bf8f95" providerId="ADAL" clId="{3EA62AD2-BE45-43CE-8D24-E3E162884F52}"/>
    <pc:docChg chg="modSld">
      <pc:chgData name="Maria Paula Moreno" userId="7f06c5a4-f807-4a12-9115-03c525bf8f95" providerId="ADAL" clId="{3EA62AD2-BE45-43CE-8D24-E3E162884F52}" dt="2025-02-28T15:52:54.956" v="79" actId="20577"/>
      <pc:docMkLst>
        <pc:docMk/>
      </pc:docMkLst>
      <pc:sldChg chg="modSp mod">
        <pc:chgData name="Maria Paula Moreno" userId="7f06c5a4-f807-4a12-9115-03c525bf8f95" providerId="ADAL" clId="{3EA62AD2-BE45-43CE-8D24-E3E162884F52}" dt="2025-02-28T15:16:54.236" v="49" actId="20577"/>
        <pc:sldMkLst>
          <pc:docMk/>
          <pc:sldMk cId="1134146570" sldId="15077"/>
        </pc:sldMkLst>
      </pc:sldChg>
      <pc:sldChg chg="modSp mod">
        <pc:chgData name="Maria Paula Moreno" userId="7f06c5a4-f807-4a12-9115-03c525bf8f95" providerId="ADAL" clId="{3EA62AD2-BE45-43CE-8D24-E3E162884F52}" dt="2025-02-28T15:52:54.956" v="79" actId="20577"/>
        <pc:sldMkLst>
          <pc:docMk/>
          <pc:sldMk cId="229878400" sldId="2147474317"/>
        </pc:sldMkLst>
      </pc:sldChg>
    </pc:docChg>
  </pc:docChgLst>
  <pc:docChgLst>
    <pc:chgData name="Maria Paula Moreno" userId="7f06c5a4-f807-4a12-9115-03c525bf8f95" providerId="ADAL" clId="{AED59630-D74B-4023-A9B2-02C28F26EB88}"/>
    <pc:docChg chg="custSel delSld modSld sldOrd">
      <pc:chgData name="Maria Paula Moreno" userId="7f06c5a4-f807-4a12-9115-03c525bf8f95" providerId="ADAL" clId="{AED59630-D74B-4023-A9B2-02C28F26EB88}" dt="2025-10-31T15:27:56.448" v="89" actId="27918"/>
      <pc:docMkLst>
        <pc:docMk/>
      </pc:docMkLst>
      <pc:sldChg chg="modSp mod">
        <pc:chgData name="Maria Paula Moreno" userId="7f06c5a4-f807-4a12-9115-03c525bf8f95" providerId="ADAL" clId="{AED59630-D74B-4023-A9B2-02C28F26EB88}" dt="2025-10-31T15:14:54.859" v="42" actId="20577"/>
        <pc:sldMkLst>
          <pc:docMk/>
          <pc:sldMk cId="1134146570" sldId="15077"/>
        </pc:sldMkLst>
        <pc:spChg chg="mod">
          <ac:chgData name="Maria Paula Moreno" userId="7f06c5a4-f807-4a12-9115-03c525bf8f95" providerId="ADAL" clId="{AED59630-D74B-4023-A9B2-02C28F26EB88}" dt="2025-10-31T15:14:54.859" v="42" actId="20577"/>
          <ac:spMkLst>
            <pc:docMk/>
            <pc:sldMk cId="1134146570" sldId="15077"/>
            <ac:spMk id="4" creationId="{B9295CC0-666F-928D-4C6E-BEBD70477A73}"/>
          </ac:spMkLst>
        </pc:spChg>
        <pc:graphicFrameChg chg="mod">
          <ac:chgData name="Maria Paula Moreno" userId="7f06c5a4-f807-4a12-9115-03c525bf8f95" providerId="ADAL" clId="{AED59630-D74B-4023-A9B2-02C28F26EB88}" dt="2025-10-31T15:14:42.922" v="28"/>
          <ac:graphicFrameMkLst>
            <pc:docMk/>
            <pc:sldMk cId="1134146570" sldId="15077"/>
            <ac:graphicFrameMk id="7" creationId="{746A58E3-2020-B47B-FB87-5A93CE2DFD89}"/>
          </ac:graphicFrameMkLst>
        </pc:graphicFrameChg>
      </pc:sldChg>
      <pc:sldChg chg="del">
        <pc:chgData name="Maria Paula Moreno" userId="7f06c5a4-f807-4a12-9115-03c525bf8f95" providerId="ADAL" clId="{AED59630-D74B-4023-A9B2-02C28F26EB88}" dt="2025-10-31T15:07:43.413" v="6" actId="47"/>
        <pc:sldMkLst>
          <pc:docMk/>
          <pc:sldMk cId="1402799660" sldId="15246"/>
        </pc:sldMkLst>
      </pc:sldChg>
      <pc:sldChg chg="del">
        <pc:chgData name="Maria Paula Moreno" userId="7f06c5a4-f807-4a12-9115-03c525bf8f95" providerId="ADAL" clId="{AED59630-D74B-4023-A9B2-02C28F26EB88}" dt="2025-10-31T15:07:40.491" v="5" actId="47"/>
        <pc:sldMkLst>
          <pc:docMk/>
          <pc:sldMk cId="376453180" sldId="2147474315"/>
        </pc:sldMkLst>
      </pc:sldChg>
      <pc:sldChg chg="del">
        <pc:chgData name="Maria Paula Moreno" userId="7f06c5a4-f807-4a12-9115-03c525bf8f95" providerId="ADAL" clId="{AED59630-D74B-4023-A9B2-02C28F26EB88}" dt="2025-10-31T15:07:37.093" v="4" actId="47"/>
        <pc:sldMkLst>
          <pc:docMk/>
          <pc:sldMk cId="4012331722" sldId="2147474316"/>
        </pc:sldMkLst>
      </pc:sldChg>
      <pc:sldChg chg="modSp mod">
        <pc:chgData name="Maria Paula Moreno" userId="7f06c5a4-f807-4a12-9115-03c525bf8f95" providerId="ADAL" clId="{AED59630-D74B-4023-A9B2-02C28F26EB88}" dt="2025-10-31T15:27:56.448" v="89" actId="27918"/>
        <pc:sldMkLst>
          <pc:docMk/>
          <pc:sldMk cId="3475941059" sldId="2147474318"/>
        </pc:sldMkLst>
        <pc:spChg chg="mod">
          <ac:chgData name="Maria Paula Moreno" userId="7f06c5a4-f807-4a12-9115-03c525bf8f95" providerId="ADAL" clId="{AED59630-D74B-4023-A9B2-02C28F26EB88}" dt="2025-10-31T15:07:51.365" v="8" actId="20577"/>
          <ac:spMkLst>
            <pc:docMk/>
            <pc:sldMk cId="3475941059" sldId="2147474318"/>
            <ac:spMk id="3" creationId="{83FD6C0F-2C9D-173C-612D-2D0BAEE72E39}"/>
          </ac:spMkLst>
        </pc:spChg>
        <pc:spChg chg="mod">
          <ac:chgData name="Maria Paula Moreno" userId="7f06c5a4-f807-4a12-9115-03c525bf8f95" providerId="ADAL" clId="{AED59630-D74B-4023-A9B2-02C28F26EB88}" dt="2025-10-31T15:22:09.172" v="74" actId="20577"/>
          <ac:spMkLst>
            <pc:docMk/>
            <pc:sldMk cId="3475941059" sldId="2147474318"/>
            <ac:spMk id="4" creationId="{39FAF4C1-573D-71B8-28C5-E0500F16DA73}"/>
          </ac:spMkLst>
        </pc:spChg>
        <pc:graphicFrameChg chg="mod">
          <ac:chgData name="Maria Paula Moreno" userId="7f06c5a4-f807-4a12-9115-03c525bf8f95" providerId="ADAL" clId="{AED59630-D74B-4023-A9B2-02C28F26EB88}" dt="2025-10-31T15:20:49.042" v="56" actId="207"/>
          <ac:graphicFrameMkLst>
            <pc:docMk/>
            <pc:sldMk cId="3475941059" sldId="2147474318"/>
            <ac:graphicFrameMk id="5" creationId="{E4197067-DABE-495C-B506-0E67B7D35B56}"/>
          </ac:graphicFrameMkLst>
        </pc:graphicFrameChg>
      </pc:sldChg>
      <pc:sldChg chg="addSp delSp modSp mod">
        <pc:chgData name="Maria Paula Moreno" userId="7f06c5a4-f807-4a12-9115-03c525bf8f95" providerId="ADAL" clId="{AED59630-D74B-4023-A9B2-02C28F26EB88}" dt="2025-10-31T15:24:08.313" v="88" actId="207"/>
        <pc:sldMkLst>
          <pc:docMk/>
          <pc:sldMk cId="2480674819" sldId="2147474319"/>
        </pc:sldMkLst>
        <pc:spChg chg="mod">
          <ac:chgData name="Maria Paula Moreno" userId="7f06c5a4-f807-4a12-9115-03c525bf8f95" providerId="ADAL" clId="{AED59630-D74B-4023-A9B2-02C28F26EB88}" dt="2025-10-31T15:07:59.096" v="10" actId="20577"/>
          <ac:spMkLst>
            <pc:docMk/>
            <pc:sldMk cId="2480674819" sldId="2147474319"/>
            <ac:spMk id="3" creationId="{D91EA6AB-C9F9-D370-6032-A9F6D4C6ACDC}"/>
          </ac:spMkLst>
        </pc:spChg>
        <pc:spChg chg="del">
          <ac:chgData name="Maria Paula Moreno" userId="7f06c5a4-f807-4a12-9115-03c525bf8f95" providerId="ADAL" clId="{AED59630-D74B-4023-A9B2-02C28F26EB88}" dt="2025-10-31T15:22:14.293" v="75" actId="478"/>
          <ac:spMkLst>
            <pc:docMk/>
            <pc:sldMk cId="2480674819" sldId="2147474319"/>
            <ac:spMk id="4" creationId="{DEAD6652-5430-347B-5F14-9C14EAEEDFA8}"/>
          </ac:spMkLst>
        </pc:spChg>
        <pc:spChg chg="add mod">
          <ac:chgData name="Maria Paula Moreno" userId="7f06c5a4-f807-4a12-9115-03c525bf8f95" providerId="ADAL" clId="{AED59630-D74B-4023-A9B2-02C28F26EB88}" dt="2025-10-31T15:22:15.328" v="76"/>
          <ac:spMkLst>
            <pc:docMk/>
            <pc:sldMk cId="2480674819" sldId="2147474319"/>
            <ac:spMk id="6" creationId="{250E0A87-8B60-F246-74D4-BDF71226B8F0}"/>
          </ac:spMkLst>
        </pc:spChg>
        <pc:graphicFrameChg chg="mod">
          <ac:chgData name="Maria Paula Moreno" userId="7f06c5a4-f807-4a12-9115-03c525bf8f95" providerId="ADAL" clId="{AED59630-D74B-4023-A9B2-02C28F26EB88}" dt="2025-10-31T15:24:08.313" v="88" actId="207"/>
          <ac:graphicFrameMkLst>
            <pc:docMk/>
            <pc:sldMk cId="2480674819" sldId="2147474319"/>
            <ac:graphicFrameMk id="5" creationId="{3EF96C49-9CDD-CA37-FA19-120869D8F622}"/>
          </ac:graphicFrameMkLst>
        </pc:graphicFrameChg>
      </pc:sldChg>
      <pc:sldChg chg="del ord">
        <pc:chgData name="Maria Paula Moreno" userId="7f06c5a4-f807-4a12-9115-03c525bf8f95" providerId="ADAL" clId="{AED59630-D74B-4023-A9B2-02C28F26EB88}" dt="2025-10-31T15:07:29.739" v="2" actId="47"/>
        <pc:sldMkLst>
          <pc:docMk/>
          <pc:sldMk cId="1448710684" sldId="2147474322"/>
        </pc:sldMkLst>
      </pc:sldChg>
      <pc:sldChg chg="del">
        <pc:chgData name="Maria Paula Moreno" userId="7f06c5a4-f807-4a12-9115-03c525bf8f95" providerId="ADAL" clId="{AED59630-D74B-4023-A9B2-02C28F26EB88}" dt="2025-10-31T15:07:30.323" v="3" actId="47"/>
        <pc:sldMkLst>
          <pc:docMk/>
          <pc:sldMk cId="534591427" sldId="2147474323"/>
        </pc:sldMkLst>
      </pc:sldChg>
    </pc:docChg>
  </pc:docChgLst>
  <pc:docChgLst>
    <pc:chgData name="Nathaly Castro" userId="c6661946-9789-44f7-bc4b-28e5d8848f7f" providerId="ADAL" clId="{8F5CE120-D6B3-4210-9751-F470B38E0DF5}"/>
    <pc:docChg chg="custSel modSld sldOrd">
      <pc:chgData name="Nathaly Castro" userId="c6661946-9789-44f7-bc4b-28e5d8848f7f" providerId="ADAL" clId="{8F5CE120-D6B3-4210-9751-F470B38E0DF5}" dt="2025-02-13T20:46:44.821" v="135" actId="404"/>
      <pc:docMkLst>
        <pc:docMk/>
      </pc:docMkLst>
      <pc:sldChg chg="modSp mod ord">
        <pc:chgData name="Nathaly Castro" userId="c6661946-9789-44f7-bc4b-28e5d8848f7f" providerId="ADAL" clId="{8F5CE120-D6B3-4210-9751-F470B38E0DF5}" dt="2025-02-13T20:46:34.558" v="133"/>
        <pc:sldMkLst>
          <pc:docMk/>
          <pc:sldMk cId="1134146570" sldId="15077"/>
        </pc:sldMkLst>
      </pc:sldChg>
      <pc:sldChg chg="modSp">
        <pc:chgData name="Nathaly Castro" userId="c6661946-9789-44f7-bc4b-28e5d8848f7f" providerId="ADAL" clId="{8F5CE120-D6B3-4210-9751-F470B38E0DF5}" dt="2025-02-13T20:46:44.821" v="135" actId="404"/>
        <pc:sldMkLst>
          <pc:docMk/>
          <pc:sldMk cId="376453180" sldId="2147474315"/>
        </pc:sldMkLst>
      </pc:sldChg>
      <pc:sldChg chg="addSp delSp modSp mod ord">
        <pc:chgData name="Nathaly Castro" userId="c6661946-9789-44f7-bc4b-28e5d8848f7f" providerId="ADAL" clId="{8F5CE120-D6B3-4210-9751-F470B38E0DF5}" dt="2025-02-13T20:34:16.967" v="129" actId="20577"/>
        <pc:sldMkLst>
          <pc:docMk/>
          <pc:sldMk cId="4012331722" sldId="2147474316"/>
        </pc:sldMkLst>
      </pc:sldChg>
    </pc:docChg>
  </pc:docChgLst>
  <pc:docChgLst>
    <pc:chgData name="Diego Fernando Montañez Herrera" userId="82695c21-d357-4296-ab2b-5452df8abee9" providerId="ADAL" clId="{675EDAAE-D5DF-4F8D-9DA0-94A314046E20}"/>
    <pc:docChg chg="addSld delSld modSld">
      <pc:chgData name="Diego Fernando Montañez Herrera" userId="82695c21-d357-4296-ab2b-5452df8abee9" providerId="ADAL" clId="{675EDAAE-D5DF-4F8D-9DA0-94A314046E20}" dt="2025-06-25T14:59:51.683" v="11" actId="47"/>
      <pc:docMkLst>
        <pc:docMk/>
      </pc:docMkLst>
      <pc:sldChg chg="del mod">
        <pc:chgData name="Diego Fernando Montañez Herrera" userId="82695c21-d357-4296-ab2b-5452df8abee9" providerId="ADAL" clId="{675EDAAE-D5DF-4F8D-9DA0-94A314046E20}" dt="2025-06-25T14:59:51.683" v="11" actId="47"/>
        <pc:sldMkLst>
          <pc:docMk/>
          <pc:sldMk cId="229878400" sldId="2147474317"/>
        </pc:sldMkLst>
      </pc:sldChg>
      <pc:sldChg chg="add">
        <pc:chgData name="Diego Fernando Montañez Herrera" userId="82695c21-d357-4296-ab2b-5452df8abee9" providerId="ADAL" clId="{675EDAAE-D5DF-4F8D-9DA0-94A314046E20}" dt="2025-06-25T14:59:47.970" v="10"/>
        <pc:sldMkLst>
          <pc:docMk/>
          <pc:sldMk cId="3475941059" sldId="2147474318"/>
        </pc:sldMkLst>
      </pc:sldChg>
    </pc:docChg>
  </pc:docChgLst>
  <pc:docChgLst>
    <pc:chgData name="Nathaly Castro" userId="c6661946-9789-44f7-bc4b-28e5d8848f7f" providerId="ADAL" clId="{496633C0-2CC0-4A5C-A56F-692EEF695D21}"/>
    <pc:docChg chg="modSld">
      <pc:chgData name="Nathaly Castro" userId="c6661946-9789-44f7-bc4b-28e5d8848f7f" providerId="ADAL" clId="{496633C0-2CC0-4A5C-A56F-692EEF695D21}" dt="2025-02-28T16:41:13.061" v="14" actId="27918"/>
      <pc:docMkLst>
        <pc:docMk/>
      </pc:docMkLst>
      <pc:sldChg chg="modSp mod">
        <pc:chgData name="Nathaly Castro" userId="c6661946-9789-44f7-bc4b-28e5d8848f7f" providerId="ADAL" clId="{496633C0-2CC0-4A5C-A56F-692EEF695D21}" dt="2025-02-28T16:23:21.562" v="6"/>
        <pc:sldMkLst>
          <pc:docMk/>
          <pc:sldMk cId="229878400" sldId="2147474317"/>
        </pc:sldMkLst>
      </pc:sldChg>
    </pc:docChg>
  </pc:docChgLst>
  <pc:docChgLst>
    <pc:chgData name="Maria Paula Moreno" userId="7f06c5a4-f807-4a12-9115-03c525bf8f95" providerId="ADAL" clId="{B29F9117-67BD-4864-9DE5-3FE9E861E524}"/>
    <pc:docChg chg="modSld">
      <pc:chgData name="Maria Paula Moreno" userId="7f06c5a4-f807-4a12-9115-03c525bf8f95" providerId="ADAL" clId="{B29F9117-67BD-4864-9DE5-3FE9E861E524}" dt="2025-04-30T15:43:36.487" v="94" actId="20577"/>
      <pc:docMkLst>
        <pc:docMk/>
      </pc:docMkLst>
      <pc:sldChg chg="modSp mod">
        <pc:chgData name="Maria Paula Moreno" userId="7f06c5a4-f807-4a12-9115-03c525bf8f95" providerId="ADAL" clId="{B29F9117-67BD-4864-9DE5-3FE9E861E524}" dt="2025-04-30T15:43:36.487" v="94" actId="20577"/>
        <pc:sldMkLst>
          <pc:docMk/>
          <pc:sldMk cId="229878400" sldId="2147474317"/>
        </pc:sldMkLst>
      </pc:sldChg>
    </pc:docChg>
  </pc:docChgLst>
  <pc:docChgLst>
    <pc:chgData name="Nathaly Castro" userId="c6661946-9789-44f7-bc4b-28e5d8848f7f" providerId="ADAL" clId="{7B85B217-8341-4E1B-8628-12D8BE40C13C}"/>
    <pc:docChg chg="delSld modSld delMainMaster">
      <pc:chgData name="Nathaly Castro" userId="c6661946-9789-44f7-bc4b-28e5d8848f7f" providerId="ADAL" clId="{7B85B217-8341-4E1B-8628-12D8BE40C13C}" dt="2025-01-15T22:19:40.706" v="62" actId="20577"/>
      <pc:docMkLst>
        <pc:docMk/>
      </pc:docMkLst>
      <pc:sldChg chg="del">
        <pc:chgData name="Nathaly Castro" userId="c6661946-9789-44f7-bc4b-28e5d8848f7f" providerId="ADAL" clId="{7B85B217-8341-4E1B-8628-12D8BE40C13C}" dt="2025-01-15T22:18:12.457" v="52" actId="2696"/>
        <pc:sldMkLst>
          <pc:docMk/>
          <pc:sldMk cId="2200078156" sldId="14505"/>
        </pc:sldMkLst>
      </pc:sldChg>
      <pc:sldChg chg="modSp mod">
        <pc:chgData name="Nathaly Castro" userId="c6661946-9789-44f7-bc4b-28e5d8848f7f" providerId="ADAL" clId="{7B85B217-8341-4E1B-8628-12D8BE40C13C}" dt="2025-01-15T22:19:40.706" v="62" actId="20577"/>
        <pc:sldMkLst>
          <pc:docMk/>
          <pc:sldMk cId="1134146570" sldId="15077"/>
        </pc:sldMkLst>
      </pc:sldChg>
      <pc:sldMasterChg chg="del delSldLayout">
        <pc:chgData name="Nathaly Castro" userId="c6661946-9789-44f7-bc4b-28e5d8848f7f" providerId="ADAL" clId="{7B85B217-8341-4E1B-8628-12D8BE40C13C}" dt="2025-01-15T22:18:12.457" v="52" actId="2696"/>
        <pc:sldMasterMkLst>
          <pc:docMk/>
          <pc:sldMasterMk cId="2167084934" sldId="2147483660"/>
        </pc:sldMasterMkLst>
        <pc:sldLayoutChg chg="del">
          <pc:chgData name="Nathaly Castro" userId="c6661946-9789-44f7-bc4b-28e5d8848f7f" providerId="ADAL" clId="{7B85B217-8341-4E1B-8628-12D8BE40C13C}" dt="2025-01-15T22:18:12.457" v="52" actId="2696"/>
          <pc:sldLayoutMkLst>
            <pc:docMk/>
            <pc:sldMasterMk cId="2167084934" sldId="2147483660"/>
            <pc:sldLayoutMk cId="4180841872" sldId="2147483663"/>
          </pc:sldLayoutMkLst>
        </pc:sldLayoutChg>
        <pc:sldLayoutChg chg="del">
          <pc:chgData name="Nathaly Castro" userId="c6661946-9789-44f7-bc4b-28e5d8848f7f" providerId="ADAL" clId="{7B85B217-8341-4E1B-8628-12D8BE40C13C}" dt="2025-01-15T22:18:12.457" v="52" actId="2696"/>
          <pc:sldLayoutMkLst>
            <pc:docMk/>
            <pc:sldMasterMk cId="2167084934" sldId="2147483660"/>
            <pc:sldLayoutMk cId="2695198337" sldId="2147483664"/>
          </pc:sldLayoutMkLst>
        </pc:sldLayoutChg>
        <pc:sldLayoutChg chg="del">
          <pc:chgData name="Nathaly Castro" userId="c6661946-9789-44f7-bc4b-28e5d8848f7f" providerId="ADAL" clId="{7B85B217-8341-4E1B-8628-12D8BE40C13C}" dt="2025-01-15T22:18:12.457" v="52" actId="2696"/>
          <pc:sldLayoutMkLst>
            <pc:docMk/>
            <pc:sldMasterMk cId="2167084934" sldId="2147483660"/>
            <pc:sldLayoutMk cId="3505026053" sldId="2147483665"/>
          </pc:sldLayoutMkLst>
        </pc:sldLayoutChg>
        <pc:sldLayoutChg chg="del">
          <pc:chgData name="Nathaly Castro" userId="c6661946-9789-44f7-bc4b-28e5d8848f7f" providerId="ADAL" clId="{7B85B217-8341-4E1B-8628-12D8BE40C13C}" dt="2025-01-15T22:18:12.457" v="52" actId="2696"/>
          <pc:sldLayoutMkLst>
            <pc:docMk/>
            <pc:sldMasterMk cId="2167084934" sldId="2147483660"/>
            <pc:sldLayoutMk cId="337066689" sldId="2147483666"/>
          </pc:sldLayoutMkLst>
        </pc:sldLayoutChg>
        <pc:sldLayoutChg chg="del">
          <pc:chgData name="Nathaly Castro" userId="c6661946-9789-44f7-bc4b-28e5d8848f7f" providerId="ADAL" clId="{7B85B217-8341-4E1B-8628-12D8BE40C13C}" dt="2025-01-15T22:18:12.457" v="52" actId="2696"/>
          <pc:sldLayoutMkLst>
            <pc:docMk/>
            <pc:sldMasterMk cId="2167084934" sldId="2147483660"/>
            <pc:sldLayoutMk cId="3377884045" sldId="2147483667"/>
          </pc:sldLayoutMkLst>
        </pc:sldLayoutChg>
        <pc:sldLayoutChg chg="del">
          <pc:chgData name="Nathaly Castro" userId="c6661946-9789-44f7-bc4b-28e5d8848f7f" providerId="ADAL" clId="{7B85B217-8341-4E1B-8628-12D8BE40C13C}" dt="2025-01-15T22:18:12.457" v="52" actId="2696"/>
          <pc:sldLayoutMkLst>
            <pc:docMk/>
            <pc:sldMasterMk cId="2167084934" sldId="2147483660"/>
            <pc:sldLayoutMk cId="3198340551" sldId="2147483668"/>
          </pc:sldLayoutMkLst>
        </pc:sldLayoutChg>
        <pc:sldLayoutChg chg="del">
          <pc:chgData name="Nathaly Castro" userId="c6661946-9789-44f7-bc4b-28e5d8848f7f" providerId="ADAL" clId="{7B85B217-8341-4E1B-8628-12D8BE40C13C}" dt="2025-01-15T22:18:12.457" v="52" actId="2696"/>
          <pc:sldLayoutMkLst>
            <pc:docMk/>
            <pc:sldMasterMk cId="2167084934" sldId="2147483660"/>
            <pc:sldLayoutMk cId="2113774564" sldId="2147483669"/>
          </pc:sldLayoutMkLst>
        </pc:sldLayoutChg>
        <pc:sldLayoutChg chg="del">
          <pc:chgData name="Nathaly Castro" userId="c6661946-9789-44f7-bc4b-28e5d8848f7f" providerId="ADAL" clId="{7B85B217-8341-4E1B-8628-12D8BE40C13C}" dt="2025-01-15T22:18:12.457" v="52" actId="2696"/>
          <pc:sldLayoutMkLst>
            <pc:docMk/>
            <pc:sldMasterMk cId="2167084934" sldId="2147483660"/>
            <pc:sldLayoutMk cId="1084253589" sldId="2147483670"/>
          </pc:sldLayoutMkLst>
        </pc:sldLayoutChg>
        <pc:sldLayoutChg chg="del">
          <pc:chgData name="Nathaly Castro" userId="c6661946-9789-44f7-bc4b-28e5d8848f7f" providerId="ADAL" clId="{7B85B217-8341-4E1B-8628-12D8BE40C13C}" dt="2025-01-15T22:18:12.457" v="52" actId="2696"/>
          <pc:sldLayoutMkLst>
            <pc:docMk/>
            <pc:sldMasterMk cId="2167084934" sldId="2147483660"/>
            <pc:sldLayoutMk cId="3115921272" sldId="2147483671"/>
          </pc:sldLayoutMkLst>
        </pc:sldLayoutChg>
        <pc:sldLayoutChg chg="del">
          <pc:chgData name="Nathaly Castro" userId="c6661946-9789-44f7-bc4b-28e5d8848f7f" providerId="ADAL" clId="{7B85B217-8341-4E1B-8628-12D8BE40C13C}" dt="2025-01-15T22:18:12.457" v="52" actId="2696"/>
          <pc:sldLayoutMkLst>
            <pc:docMk/>
            <pc:sldMasterMk cId="2167084934" sldId="2147483660"/>
            <pc:sldLayoutMk cId="2291458600" sldId="2147483672"/>
          </pc:sldLayoutMkLst>
        </pc:sldLayoutChg>
      </pc:sldMasterChg>
    </pc:docChg>
  </pc:docChgLst>
  <pc:docChgLst>
    <pc:chgData name="Diego Fernando Montañez Herrera" userId="82695c21-d357-4296-ab2b-5452df8abee9" providerId="ADAL" clId="{2A909443-055C-4241-9E18-3FD4F1F3A72C}"/>
    <pc:docChg chg="custSel addSld delSld modSld sldOrd">
      <pc:chgData name="Diego Fernando Montañez Herrera" userId="82695c21-d357-4296-ab2b-5452df8abee9" providerId="ADAL" clId="{2A909443-055C-4241-9E18-3FD4F1F3A72C}" dt="2025-08-29T16:28:30.765" v="38"/>
      <pc:docMkLst>
        <pc:docMk/>
      </pc:docMkLst>
      <pc:sldChg chg="addSp delSp modSp add del mod ord">
        <pc:chgData name="Diego Fernando Montañez Herrera" userId="82695c21-d357-4296-ab2b-5452df8abee9" providerId="ADAL" clId="{2A909443-055C-4241-9E18-3FD4F1F3A72C}" dt="2025-08-29T16:28:08.913" v="35"/>
        <pc:sldMkLst>
          <pc:docMk/>
          <pc:sldMk cId="1134146570" sldId="15077"/>
        </pc:sldMkLst>
      </pc:sldChg>
      <pc:sldChg chg="modSp add del mod ord">
        <pc:chgData name="Diego Fernando Montañez Herrera" userId="82695c21-d357-4296-ab2b-5452df8abee9" providerId="ADAL" clId="{2A909443-055C-4241-9E18-3FD4F1F3A72C}" dt="2025-08-29T16:28:25.516" v="37"/>
        <pc:sldMkLst>
          <pc:docMk/>
          <pc:sldMk cId="3475941059" sldId="2147474318"/>
        </pc:sldMkLst>
      </pc:sldChg>
      <pc:sldChg chg="modSp add del mod">
        <pc:chgData name="Diego Fernando Montañez Herrera" userId="82695c21-d357-4296-ab2b-5452df8abee9" providerId="ADAL" clId="{2A909443-055C-4241-9E18-3FD4F1F3A72C}" dt="2025-08-29T16:28:19.121" v="36" actId="47"/>
        <pc:sldMkLst>
          <pc:docMk/>
          <pc:sldMk cId="638723817" sldId="2147474319"/>
        </pc:sldMkLst>
      </pc:sldChg>
      <pc:sldChg chg="add">
        <pc:chgData name="Diego Fernando Montañez Herrera" userId="82695c21-d357-4296-ab2b-5452df8abee9" providerId="ADAL" clId="{2A909443-055C-4241-9E18-3FD4F1F3A72C}" dt="2025-08-29T16:28:30.765" v="38"/>
        <pc:sldMkLst>
          <pc:docMk/>
          <pc:sldMk cId="2480674819" sldId="2147474319"/>
        </pc:sldMkLst>
      </pc:sldChg>
      <pc:sldChg chg="add">
        <pc:chgData name="Diego Fernando Montañez Herrera" userId="82695c21-d357-4296-ab2b-5452df8abee9" providerId="ADAL" clId="{2A909443-055C-4241-9E18-3FD4F1F3A72C}" dt="2025-07-14T20:53:34.079" v="11"/>
        <pc:sldMkLst>
          <pc:docMk/>
          <pc:sldMk cId="2480674819" sldId="2147474320"/>
        </pc:sldMkLst>
      </pc:sldChg>
      <pc:sldChg chg="add">
        <pc:chgData name="Diego Fernando Montañez Herrera" userId="82695c21-d357-4296-ab2b-5452df8abee9" providerId="ADAL" clId="{2A909443-055C-4241-9E18-3FD4F1F3A72C}" dt="2025-07-31T15:22:10.045" v="16"/>
        <pc:sldMkLst>
          <pc:docMk/>
          <pc:sldMk cId="3400327532" sldId="2147474321"/>
        </pc:sldMkLst>
      </pc:sldChg>
      <pc:sldChg chg="modSp mod">
        <pc:chgData name="Diego Fernando Montañez Herrera" userId="82695c21-d357-4296-ab2b-5452df8abee9" providerId="ADAL" clId="{2A909443-055C-4241-9E18-3FD4F1F3A72C}" dt="2025-08-29T14:37:35.401" v="18" actId="20577"/>
        <pc:sldMkLst>
          <pc:docMk/>
          <pc:sldMk cId="1448710684" sldId="2147474322"/>
        </pc:sldMkLst>
      </pc:sldChg>
      <pc:sldChg chg="modSp mod">
        <pc:chgData name="Diego Fernando Montañez Herrera" userId="82695c21-d357-4296-ab2b-5452df8abee9" providerId="ADAL" clId="{2A909443-055C-4241-9E18-3FD4F1F3A72C}" dt="2025-08-29T14:46:03.262" v="32" actId="27918"/>
        <pc:sldMkLst>
          <pc:docMk/>
          <pc:sldMk cId="534591427" sldId="2147474323"/>
        </pc:sldMkLst>
      </pc:sldChg>
    </pc:docChg>
  </pc:docChgLst>
  <pc:docChgLst>
    <pc:chgData name="Nathaly Castro" userId="c6661946-9789-44f7-bc4b-28e5d8848f7f" providerId="ADAL" clId="{2A3BE0D8-3A62-4FDF-9632-26846B61F3EE}"/>
    <pc:docChg chg="undo custSel addSld delSld modSld">
      <pc:chgData name="Nathaly Castro" userId="c6661946-9789-44f7-bc4b-28e5d8848f7f" providerId="ADAL" clId="{2A3BE0D8-3A62-4FDF-9632-26846B61F3EE}" dt="2025-02-28T15:51:37.645" v="95" actId="20577"/>
      <pc:docMkLst>
        <pc:docMk/>
      </pc:docMkLst>
      <pc:sldChg chg="addSp delSp mod">
        <pc:chgData name="Nathaly Castro" userId="c6661946-9789-44f7-bc4b-28e5d8848f7f" providerId="ADAL" clId="{2A3BE0D8-3A62-4FDF-9632-26846B61F3EE}" dt="2025-02-28T15:36:09.713" v="1" actId="22"/>
        <pc:sldMkLst>
          <pc:docMk/>
          <pc:sldMk cId="1134146570" sldId="15077"/>
        </pc:sldMkLst>
      </pc:sldChg>
      <pc:sldChg chg="addSp delSp modSp add mod">
        <pc:chgData name="Nathaly Castro" userId="c6661946-9789-44f7-bc4b-28e5d8848f7f" providerId="ADAL" clId="{2A3BE0D8-3A62-4FDF-9632-26846B61F3EE}" dt="2025-02-28T15:51:37.645" v="95" actId="20577"/>
        <pc:sldMkLst>
          <pc:docMk/>
          <pc:sldMk cId="229878400" sldId="2147474317"/>
        </pc:sldMkLst>
      </pc:sldChg>
      <pc:sldChg chg="new del">
        <pc:chgData name="Nathaly Castro" userId="c6661946-9789-44f7-bc4b-28e5d8848f7f" providerId="ADAL" clId="{2A3BE0D8-3A62-4FDF-9632-26846B61F3EE}" dt="2025-02-28T15:49:55.776" v="90" actId="680"/>
        <pc:sldMkLst>
          <pc:docMk/>
          <pc:sldMk cId="2165320803" sldId="2147474318"/>
        </pc:sldMkLst>
      </pc:sldChg>
    </pc:docChg>
  </pc:docChgLst>
  <pc:docChgLst>
    <pc:chgData name="Nathaly Castro" userId="c6661946-9789-44f7-bc4b-28e5d8848f7f" providerId="ADAL" clId="{EBF871BC-41DB-4ADD-AA7E-40412F630383}"/>
    <pc:docChg chg="modSld">
      <pc:chgData name="Nathaly Castro" userId="c6661946-9789-44f7-bc4b-28e5d8848f7f" providerId="ADAL" clId="{EBF871BC-41DB-4ADD-AA7E-40412F630383}" dt="2025-01-31T16:28:38.325" v="46" actId="1076"/>
      <pc:docMkLst>
        <pc:docMk/>
      </pc:docMkLst>
      <pc:sldChg chg="modSp mod">
        <pc:chgData name="Nathaly Castro" userId="c6661946-9789-44f7-bc4b-28e5d8848f7f" providerId="ADAL" clId="{EBF871BC-41DB-4ADD-AA7E-40412F630383}" dt="2025-01-31T16:28:38.325" v="46" actId="1076"/>
        <pc:sldMkLst>
          <pc:docMk/>
          <pc:sldMk cId="1134146570" sldId="15077"/>
        </pc:sldMkLst>
      </pc:sldChg>
    </pc:docChg>
  </pc:docChgLst>
  <pc:docChgLst>
    <pc:chgData name="Nathaly Castro" userId="c6661946-9789-44f7-bc4b-28e5d8848f7f" providerId="ADAL" clId="{AEB192EE-AA80-4E9A-AB2E-1123B5B2A92E}"/>
    <pc:docChg chg="custSel addSld delSld modSld sldOrd">
      <pc:chgData name="Nathaly Castro" userId="c6661946-9789-44f7-bc4b-28e5d8848f7f" providerId="ADAL" clId="{AEB192EE-AA80-4E9A-AB2E-1123B5B2A92E}" dt="2025-02-13T16:52:32.457" v="198" actId="27918"/>
      <pc:docMkLst>
        <pc:docMk/>
      </pc:docMkLst>
      <pc:sldChg chg="modSp mod ord">
        <pc:chgData name="Nathaly Castro" userId="c6661946-9789-44f7-bc4b-28e5d8848f7f" providerId="ADAL" clId="{AEB192EE-AA80-4E9A-AB2E-1123B5B2A92E}" dt="2025-02-13T16:52:04.157" v="195"/>
        <pc:sldMkLst>
          <pc:docMk/>
          <pc:sldMk cId="1134146570" sldId="15077"/>
        </pc:sldMkLst>
      </pc:sldChg>
      <pc:sldChg chg="add">
        <pc:chgData name="Nathaly Castro" userId="c6661946-9789-44f7-bc4b-28e5d8848f7f" providerId="ADAL" clId="{AEB192EE-AA80-4E9A-AB2E-1123B5B2A92E}" dt="2025-02-13T16:30:56.163" v="0"/>
        <pc:sldMkLst>
          <pc:docMk/>
          <pc:sldMk cId="1402799660" sldId="15246"/>
        </pc:sldMkLst>
      </pc:sldChg>
      <pc:sldChg chg="add del">
        <pc:chgData name="Nathaly Castro" userId="c6661946-9789-44f7-bc4b-28e5d8848f7f" providerId="ADAL" clId="{AEB192EE-AA80-4E9A-AB2E-1123B5B2A92E}" dt="2025-02-13T16:30:58.807" v="1" actId="47"/>
        <pc:sldMkLst>
          <pc:docMk/>
          <pc:sldMk cId="356260564" sldId="15277"/>
        </pc:sldMkLst>
      </pc:sldChg>
      <pc:sldChg chg="add del">
        <pc:chgData name="Nathaly Castro" userId="c6661946-9789-44f7-bc4b-28e5d8848f7f" providerId="ADAL" clId="{AEB192EE-AA80-4E9A-AB2E-1123B5B2A92E}" dt="2025-02-13T16:32:34.919" v="3" actId="47"/>
        <pc:sldMkLst>
          <pc:docMk/>
          <pc:sldMk cId="3299312554" sldId="2147474305"/>
        </pc:sldMkLst>
      </pc:sldChg>
      <pc:sldChg chg="addSp delSp modSp add mod ord">
        <pc:chgData name="Nathaly Castro" userId="c6661946-9789-44f7-bc4b-28e5d8848f7f" providerId="ADAL" clId="{AEB192EE-AA80-4E9A-AB2E-1123B5B2A92E}" dt="2025-02-13T16:52:01.822" v="193"/>
        <pc:sldMkLst>
          <pc:docMk/>
          <pc:sldMk cId="376453180" sldId="2147474315"/>
        </pc:sldMkLst>
      </pc:sldChg>
      <pc:sldChg chg="addSp delSp modSp add mod">
        <pc:chgData name="Nathaly Castro" userId="c6661946-9789-44f7-bc4b-28e5d8848f7f" providerId="ADAL" clId="{AEB192EE-AA80-4E9A-AB2E-1123B5B2A92E}" dt="2025-02-13T16:52:32.457" v="198" actId="27918"/>
        <pc:sldMkLst>
          <pc:docMk/>
          <pc:sldMk cId="4012331722" sldId="214747431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814334649787561E-2"/>
          <c:y val="0.10631426323479824"/>
          <c:w val="0.91235013232739182"/>
          <c:h val="0.737101832842761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Generación de empleo anual del mes</c:v>
                </c:pt>
              </c:strCache>
            </c:strRef>
          </c:tx>
          <c:spPr>
            <a:solidFill>
              <a:srgbClr val="4E95D9"/>
            </a:solidFill>
            <a:ln>
              <a:noFill/>
            </a:ln>
            <a:effectLst/>
          </c:spPr>
          <c:invertIfNegative val="0"/>
          <c:dPt>
            <c:idx val="6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F54-4FCC-9551-3E992860B940}"/>
              </c:ext>
            </c:extLst>
          </c:dPt>
          <c:dPt>
            <c:idx val="6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F54-4FCC-9551-3E992860B940}"/>
              </c:ext>
            </c:extLst>
          </c:dPt>
          <c:dPt>
            <c:idx val="6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F54-4FCC-9551-3E992860B940}"/>
              </c:ext>
            </c:extLst>
          </c:dPt>
          <c:dPt>
            <c:idx val="66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C5CC-4C8D-86CD-3EF804DF1385}"/>
              </c:ext>
            </c:extLst>
          </c:dPt>
          <c:dPt>
            <c:idx val="67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9B74-43C0-A84F-22EBE4012C32}"/>
              </c:ext>
            </c:extLst>
          </c:dPt>
          <c:dPt>
            <c:idx val="68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C38B-49DA-A6DD-CE38B19EF2DE}"/>
              </c:ext>
            </c:extLst>
          </c:dPt>
          <c:dPt>
            <c:idx val="7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B33A-4F47-956F-BB2E63841BB5}"/>
              </c:ext>
            </c:extLst>
          </c:dPt>
          <c:dPt>
            <c:idx val="7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2-24A2-4D14-838D-1938B3BD9978}"/>
              </c:ext>
            </c:extLst>
          </c:dPt>
          <c:dPt>
            <c:idx val="76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9626-436A-BB40-3A9A32762C99}"/>
              </c:ext>
            </c:extLst>
          </c:dPt>
          <c:dLbls>
            <c:dLbl>
              <c:idx val="6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38B-49DA-A6DD-CE38B19EF2DE}"/>
                </c:ext>
              </c:extLst>
            </c:dLbl>
            <c:dLbl>
              <c:idx val="7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B33A-4F47-956F-BB2E63841BB5}"/>
                </c:ext>
              </c:extLst>
            </c:dLbl>
            <c:dLbl>
              <c:idx val="7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4BF5-40D5-A0EE-83F7B7F325D8}"/>
                </c:ext>
              </c:extLst>
            </c:dLbl>
            <c:dLbl>
              <c:idx val="7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24A2-4D14-838D-1938B3BD9978}"/>
                </c:ext>
              </c:extLst>
            </c:dLbl>
            <c:dLbl>
              <c:idx val="7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626-436A-BB40-3A9A32762C99}"/>
                </c:ext>
              </c:extLst>
            </c:dLbl>
            <c:dLbl>
              <c:idx val="7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7911-49DB-86F2-71622FD6D19B}"/>
                </c:ext>
              </c:extLst>
            </c:dLbl>
            <c:dLbl>
              <c:idx val="8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EBAB-4622-BAE4-3E42D54E39B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0070C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Hoja1!$A$2:$A$82</c:f>
              <c:numCache>
                <c:formatCode>mmm\-yy</c:formatCode>
                <c:ptCount val="81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  <c:pt idx="60">
                  <c:v>45292</c:v>
                </c:pt>
                <c:pt idx="61">
                  <c:v>45323</c:v>
                </c:pt>
                <c:pt idx="62">
                  <c:v>45352</c:v>
                </c:pt>
                <c:pt idx="63">
                  <c:v>45383</c:v>
                </c:pt>
                <c:pt idx="64">
                  <c:v>45413</c:v>
                </c:pt>
                <c:pt idx="65">
                  <c:v>45444</c:v>
                </c:pt>
                <c:pt idx="66">
                  <c:v>45474</c:v>
                </c:pt>
                <c:pt idx="67">
                  <c:v>45505</c:v>
                </c:pt>
                <c:pt idx="68">
                  <c:v>45536</c:v>
                </c:pt>
                <c:pt idx="69">
                  <c:v>45566</c:v>
                </c:pt>
                <c:pt idx="70">
                  <c:v>45597</c:v>
                </c:pt>
                <c:pt idx="71">
                  <c:v>45627</c:v>
                </c:pt>
                <c:pt idx="72">
                  <c:v>45658</c:v>
                </c:pt>
                <c:pt idx="73">
                  <c:v>45689</c:v>
                </c:pt>
                <c:pt idx="74">
                  <c:v>45717</c:v>
                </c:pt>
                <c:pt idx="75">
                  <c:v>45748</c:v>
                </c:pt>
                <c:pt idx="76">
                  <c:v>45778</c:v>
                </c:pt>
                <c:pt idx="77">
                  <c:v>45809</c:v>
                </c:pt>
                <c:pt idx="78">
                  <c:v>45839</c:v>
                </c:pt>
                <c:pt idx="79">
                  <c:v>45870</c:v>
                </c:pt>
                <c:pt idx="80">
                  <c:v>45901</c:v>
                </c:pt>
              </c:numCache>
            </c:numRef>
          </c:cat>
          <c:val>
            <c:numRef>
              <c:f>Hoja1!$B$2:$B$82</c:f>
              <c:numCache>
                <c:formatCode>0</c:formatCode>
                <c:ptCount val="81"/>
                <c:pt idx="0">
                  <c:v>79.711999999999989</c:v>
                </c:pt>
                <c:pt idx="1">
                  <c:v>-23.897000000000162</c:v>
                </c:pt>
                <c:pt idx="2">
                  <c:v>89.44399999999996</c:v>
                </c:pt>
                <c:pt idx="3">
                  <c:v>70.785000000000082</c:v>
                </c:pt>
                <c:pt idx="4">
                  <c:v>-75.667000000000144</c:v>
                </c:pt>
                <c:pt idx="5">
                  <c:v>157.596</c:v>
                </c:pt>
                <c:pt idx="6">
                  <c:v>-9.0199999999999818</c:v>
                </c:pt>
                <c:pt idx="7">
                  <c:v>87.006000000000085</c:v>
                </c:pt>
                <c:pt idx="8">
                  <c:v>7.0480000000000018</c:v>
                </c:pt>
                <c:pt idx="9">
                  <c:v>-12.710000000000036</c:v>
                </c:pt>
                <c:pt idx="10">
                  <c:v>73.198000000000093</c:v>
                </c:pt>
                <c:pt idx="11">
                  <c:v>123.73500000000013</c:v>
                </c:pt>
                <c:pt idx="12">
                  <c:v>-77.421000000000049</c:v>
                </c:pt>
                <c:pt idx="13">
                  <c:v>183.56900000000019</c:v>
                </c:pt>
                <c:pt idx="14">
                  <c:v>-89.564000000000078</c:v>
                </c:pt>
                <c:pt idx="15">
                  <c:v>-608.78200000000004</c:v>
                </c:pt>
                <c:pt idx="16">
                  <c:v>-433.37</c:v>
                </c:pt>
                <c:pt idx="17">
                  <c:v>-266.19200000000001</c:v>
                </c:pt>
                <c:pt idx="18">
                  <c:v>-122.61500000000001</c:v>
                </c:pt>
                <c:pt idx="19">
                  <c:v>-157.37699999999995</c:v>
                </c:pt>
                <c:pt idx="20">
                  <c:v>-162.81000000000017</c:v>
                </c:pt>
                <c:pt idx="21">
                  <c:v>-42.878999999999905</c:v>
                </c:pt>
                <c:pt idx="22">
                  <c:v>-75.782000000000153</c:v>
                </c:pt>
                <c:pt idx="23">
                  <c:v>-175.48900000000003</c:v>
                </c:pt>
                <c:pt idx="24">
                  <c:v>44.478000000000065</c:v>
                </c:pt>
                <c:pt idx="25">
                  <c:v>-143.27600000000007</c:v>
                </c:pt>
                <c:pt idx="26">
                  <c:v>386.19900000000007</c:v>
                </c:pt>
                <c:pt idx="27">
                  <c:v>657.53899999999987</c:v>
                </c:pt>
                <c:pt idx="28">
                  <c:v>414.66099999999994</c:v>
                </c:pt>
                <c:pt idx="29">
                  <c:v>194.18200000000002</c:v>
                </c:pt>
                <c:pt idx="30">
                  <c:v>190.28199999999993</c:v>
                </c:pt>
                <c:pt idx="31">
                  <c:v>317.5809999999999</c:v>
                </c:pt>
                <c:pt idx="32">
                  <c:v>82.287000000000035</c:v>
                </c:pt>
                <c:pt idx="33">
                  <c:v>61.958000000000084</c:v>
                </c:pt>
                <c:pt idx="34">
                  <c:v>148.49900000000002</c:v>
                </c:pt>
                <c:pt idx="35">
                  <c:v>44.881999999999834</c:v>
                </c:pt>
                <c:pt idx="36">
                  <c:v>138.09500000000003</c:v>
                </c:pt>
                <c:pt idx="37">
                  <c:v>222.72399999999993</c:v>
                </c:pt>
                <c:pt idx="38">
                  <c:v>-198.96199999999999</c:v>
                </c:pt>
                <c:pt idx="39">
                  <c:v>14.424000000000206</c:v>
                </c:pt>
                <c:pt idx="40">
                  <c:v>150.29300000000012</c:v>
                </c:pt>
                <c:pt idx="41">
                  <c:v>177.41000000000008</c:v>
                </c:pt>
                <c:pt idx="42">
                  <c:v>0.82899999999995089</c:v>
                </c:pt>
                <c:pt idx="43">
                  <c:v>117.04700000000003</c:v>
                </c:pt>
                <c:pt idx="44">
                  <c:v>15.976000000000113</c:v>
                </c:pt>
                <c:pt idx="45">
                  <c:v>9.875</c:v>
                </c:pt>
                <c:pt idx="46">
                  <c:v>-95.307999999999993</c:v>
                </c:pt>
                <c:pt idx="47">
                  <c:v>136.46400000000017</c:v>
                </c:pt>
                <c:pt idx="48">
                  <c:v>-148.39400000000001</c:v>
                </c:pt>
                <c:pt idx="49">
                  <c:v>-27.45699999999988</c:v>
                </c:pt>
                <c:pt idx="50">
                  <c:v>117.39300000000003</c:v>
                </c:pt>
                <c:pt idx="51">
                  <c:v>68.250999999999976</c:v>
                </c:pt>
                <c:pt idx="52">
                  <c:v>-82.143000000000029</c:v>
                </c:pt>
                <c:pt idx="53">
                  <c:v>1.9689999999998236</c:v>
                </c:pt>
                <c:pt idx="54">
                  <c:v>233.99512771560467</c:v>
                </c:pt>
                <c:pt idx="55">
                  <c:v>-51.484674242261235</c:v>
                </c:pt>
                <c:pt idx="56">
                  <c:v>38.21825409946814</c:v>
                </c:pt>
                <c:pt idx="57">
                  <c:v>40.777153629394888</c:v>
                </c:pt>
                <c:pt idx="58">
                  <c:v>121.47465229575369</c:v>
                </c:pt>
                <c:pt idx="59">
                  <c:v>-88.114557252986742</c:v>
                </c:pt>
                <c:pt idx="60">
                  <c:v>51.360720448656366</c:v>
                </c:pt>
                <c:pt idx="61">
                  <c:v>-50.144852097426565</c:v>
                </c:pt>
                <c:pt idx="62">
                  <c:v>-73.412883051595827</c:v>
                </c:pt>
                <c:pt idx="63">
                  <c:v>-2.8068665044177123</c:v>
                </c:pt>
                <c:pt idx="64">
                  <c:v>160.11976355780621</c:v>
                </c:pt>
                <c:pt idx="65">
                  <c:v>-129.49092955598712</c:v>
                </c:pt>
                <c:pt idx="66">
                  <c:v>-118.65766576238002</c:v>
                </c:pt>
                <c:pt idx="67">
                  <c:v>-83.904433991726364</c:v>
                </c:pt>
                <c:pt idx="68">
                  <c:v>-31.512244833618524</c:v>
                </c:pt>
                <c:pt idx="69">
                  <c:v>79.204838245356996</c:v>
                </c:pt>
                <c:pt idx="70">
                  <c:v>-145.90215702031446</c:v>
                </c:pt>
                <c:pt idx="71">
                  <c:v>73.273943799475092</c:v>
                </c:pt>
                <c:pt idx="72">
                  <c:v>43.030361750158363</c:v>
                </c:pt>
                <c:pt idx="73">
                  <c:v>218.659050646688</c:v>
                </c:pt>
                <c:pt idx="74">
                  <c:v>125.07620741032542</c:v>
                </c:pt>
                <c:pt idx="75">
                  <c:v>-34.349693496019654</c:v>
                </c:pt>
                <c:pt idx="76">
                  <c:v>-41.764970364632745</c:v>
                </c:pt>
                <c:pt idx="77">
                  <c:v>35.239029869230762</c:v>
                </c:pt>
                <c:pt idx="78">
                  <c:v>75.793000000000006</c:v>
                </c:pt>
                <c:pt idx="79">
                  <c:v>178.16931380674214</c:v>
                </c:pt>
                <c:pt idx="80">
                  <c:v>66.275743976782906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F54-4FCC-9551-3E992860B9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3"/>
        <c:overlap val="-27"/>
        <c:axId val="1333477424"/>
        <c:axId val="1464542799"/>
      </c:barChart>
      <c:lineChart>
        <c:grouping val="standard"/>
        <c:varyColors val="0"/>
        <c:ser>
          <c:idx val="1"/>
          <c:order val="1"/>
          <c:tx>
            <c:strRef>
              <c:f>Hoja1!$C$1</c:f>
              <c:strCache>
                <c:ptCount val="1"/>
                <c:pt idx="0">
                  <c:v>Promedio (enero-diciembre de cada año)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Pt>
            <c:idx val="11"/>
            <c:marker>
              <c:symbol val="none"/>
            </c:marker>
            <c:bubble3D val="0"/>
            <c:spPr>
              <a:ln w="28575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8-AF54-4FCC-9551-3E992860B940}"/>
              </c:ext>
            </c:extLst>
          </c:dPt>
          <c:dPt>
            <c:idx val="12"/>
            <c:marker>
              <c:symbol val="none"/>
            </c:marker>
            <c:bubble3D val="0"/>
            <c:spPr>
              <a:ln w="28575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A-AF54-4FCC-9551-3E992860B940}"/>
              </c:ext>
            </c:extLst>
          </c:dPt>
          <c:dPt>
            <c:idx val="23"/>
            <c:marker>
              <c:symbol val="none"/>
            </c:marker>
            <c:bubble3D val="0"/>
            <c:spPr>
              <a:ln w="28575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C-AF54-4FCC-9551-3E992860B940}"/>
              </c:ext>
            </c:extLst>
          </c:dPt>
          <c:dPt>
            <c:idx val="24"/>
            <c:marker>
              <c:symbol val="none"/>
            </c:marker>
            <c:bubble3D val="0"/>
            <c:spPr>
              <a:ln w="28575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E-AF54-4FCC-9551-3E992860B940}"/>
              </c:ext>
            </c:extLst>
          </c:dPt>
          <c:dPt>
            <c:idx val="35"/>
            <c:marker>
              <c:symbol val="none"/>
            </c:marker>
            <c:bubble3D val="0"/>
            <c:spPr>
              <a:ln w="28575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0-AF54-4FCC-9551-3E992860B940}"/>
              </c:ext>
            </c:extLst>
          </c:dPt>
          <c:dPt>
            <c:idx val="36"/>
            <c:marker>
              <c:symbol val="none"/>
            </c:marker>
            <c:bubble3D val="0"/>
            <c:spPr>
              <a:ln w="28575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2-AF54-4FCC-9551-3E992860B940}"/>
              </c:ext>
            </c:extLst>
          </c:dPt>
          <c:dPt>
            <c:idx val="47"/>
            <c:marker>
              <c:symbol val="none"/>
            </c:marker>
            <c:bubble3D val="0"/>
            <c:spPr>
              <a:ln w="28575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4-AF54-4FCC-9551-3E992860B940}"/>
              </c:ext>
            </c:extLst>
          </c:dPt>
          <c:dPt>
            <c:idx val="48"/>
            <c:marker>
              <c:symbol val="none"/>
            </c:marker>
            <c:bubble3D val="0"/>
            <c:spPr>
              <a:ln w="28575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6-AF54-4FCC-9551-3E992860B940}"/>
              </c:ext>
            </c:extLst>
          </c:dPt>
          <c:dPt>
            <c:idx val="60"/>
            <c:marker>
              <c:symbol val="none"/>
            </c:marker>
            <c:bubble3D val="0"/>
            <c:spPr>
              <a:ln w="28575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A-9B74-43C0-A84F-22EBE4012C32}"/>
              </c:ext>
            </c:extLst>
          </c:dPt>
          <c:dPt>
            <c:idx val="61"/>
            <c:marker>
              <c:symbol val="none"/>
            </c:marker>
            <c:bubble3D val="0"/>
            <c:spPr>
              <a:ln w="28575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9-9B74-43C0-A84F-22EBE4012C32}"/>
              </c:ext>
            </c:extLst>
          </c:dPt>
          <c:dLbls>
            <c:dLbl>
              <c:idx val="3"/>
              <c:layout>
                <c:manualLayout>
                  <c:x val="1.9404696987350332E-3"/>
                  <c:y val="-4.01601957784024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AF54-4FCC-9551-3E992860B940}"/>
                </c:ext>
              </c:extLst>
            </c:dLbl>
            <c:dLbl>
              <c:idx val="16"/>
              <c:layout>
                <c:manualLayout>
                  <c:x val="1.880746549711319E-2"/>
                  <c:y val="3.31146823593947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AF54-4FCC-9551-3E992860B940}"/>
                </c:ext>
              </c:extLst>
            </c:dLbl>
            <c:dLbl>
              <c:idx val="28"/>
              <c:layout>
                <c:manualLayout>
                  <c:x val="4.5573675209555102E-3"/>
                  <c:y val="-3.45236666908795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AF54-4FCC-9551-3E992860B940}"/>
                </c:ext>
              </c:extLst>
            </c:dLbl>
            <c:dLbl>
              <c:idx val="39"/>
              <c:layout>
                <c:manualLayout>
                  <c:x val="3.2821738909701595E-2"/>
                  <c:y val="-3.45236666908795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AF54-4FCC-9551-3E992860B940}"/>
                </c:ext>
              </c:extLst>
            </c:dLbl>
            <c:dLbl>
              <c:idx val="51"/>
              <c:layout>
                <c:manualLayout>
                  <c:x val="7.7058141529559006E-3"/>
                  <c:y val="-3.26448236617052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AF54-4FCC-9551-3E992860B940}"/>
                </c:ext>
              </c:extLst>
            </c:dLbl>
            <c:dLbl>
              <c:idx val="63"/>
              <c:layout>
                <c:manualLayout>
                  <c:x val="-3.0741119456650853E-2"/>
                  <c:y val="7.50458829058349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AF54-4FCC-9551-3E992860B940}"/>
                </c:ext>
              </c:extLst>
            </c:dLbl>
            <c:dLbl>
              <c:idx val="7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D42F-4DA2-A2BB-99BBE2BDE4F8}"/>
                </c:ext>
              </c:extLst>
            </c:dLbl>
            <c:dLbl>
              <c:idx val="76"/>
              <c:layout>
                <c:manualLayout>
                  <c:x val="-1.449318357978774E-2"/>
                  <c:y val="-7.126409798356839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7911-49DB-86F2-71622FD6D19B}"/>
                </c:ext>
              </c:extLst>
            </c:dLbl>
            <c:numFmt formatCode="#,##0" sourceLinked="0"/>
            <c:spPr>
              <a:solidFill>
                <a:schemeClr val="bg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Hoja1!$A$2:$A$82</c:f>
              <c:numCache>
                <c:formatCode>mmm\-yy</c:formatCode>
                <c:ptCount val="81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  <c:pt idx="60">
                  <c:v>45292</c:v>
                </c:pt>
                <c:pt idx="61">
                  <c:v>45323</c:v>
                </c:pt>
                <c:pt idx="62">
                  <c:v>45352</c:v>
                </c:pt>
                <c:pt idx="63">
                  <c:v>45383</c:v>
                </c:pt>
                <c:pt idx="64">
                  <c:v>45413</c:v>
                </c:pt>
                <c:pt idx="65">
                  <c:v>45444</c:v>
                </c:pt>
                <c:pt idx="66">
                  <c:v>45474</c:v>
                </c:pt>
                <c:pt idx="67">
                  <c:v>45505</c:v>
                </c:pt>
                <c:pt idx="68">
                  <c:v>45536</c:v>
                </c:pt>
                <c:pt idx="69">
                  <c:v>45566</c:v>
                </c:pt>
                <c:pt idx="70">
                  <c:v>45597</c:v>
                </c:pt>
                <c:pt idx="71">
                  <c:v>45627</c:v>
                </c:pt>
                <c:pt idx="72">
                  <c:v>45658</c:v>
                </c:pt>
                <c:pt idx="73">
                  <c:v>45689</c:v>
                </c:pt>
                <c:pt idx="74">
                  <c:v>45717</c:v>
                </c:pt>
                <c:pt idx="75">
                  <c:v>45748</c:v>
                </c:pt>
                <c:pt idx="76">
                  <c:v>45778</c:v>
                </c:pt>
                <c:pt idx="77">
                  <c:v>45809</c:v>
                </c:pt>
                <c:pt idx="78">
                  <c:v>45839</c:v>
                </c:pt>
                <c:pt idx="79">
                  <c:v>45870</c:v>
                </c:pt>
                <c:pt idx="80">
                  <c:v>45901</c:v>
                </c:pt>
              </c:numCache>
            </c:numRef>
          </c:cat>
          <c:val>
            <c:numRef>
              <c:f>Hoja1!$C$2:$C$82</c:f>
              <c:numCache>
                <c:formatCode>_-* #,##0.000_-;\-* #,##0.000_-;_-* "-"??_-;_-@_-</c:formatCode>
                <c:ptCount val="81"/>
                <c:pt idx="1">
                  <c:v>47.269166666666671</c:v>
                </c:pt>
                <c:pt idx="2">
                  <c:v>47.269166666666671</c:v>
                </c:pt>
                <c:pt idx="3">
                  <c:v>47.269166666666671</c:v>
                </c:pt>
                <c:pt idx="4">
                  <c:v>47.269166666666671</c:v>
                </c:pt>
                <c:pt idx="5">
                  <c:v>47.269166666666671</c:v>
                </c:pt>
                <c:pt idx="6">
                  <c:v>47.269166666666671</c:v>
                </c:pt>
                <c:pt idx="7">
                  <c:v>47.269166666666671</c:v>
                </c:pt>
                <c:pt idx="8">
                  <c:v>47.269166666666671</c:v>
                </c:pt>
                <c:pt idx="9">
                  <c:v>47.269166666666671</c:v>
                </c:pt>
                <c:pt idx="10">
                  <c:v>47.269166666666671</c:v>
                </c:pt>
                <c:pt idx="11">
                  <c:v>47.269166666666671</c:v>
                </c:pt>
                <c:pt idx="13">
                  <c:v>-169.05933333333334</c:v>
                </c:pt>
                <c:pt idx="14">
                  <c:v>-169.05933333333334</c:v>
                </c:pt>
                <c:pt idx="15">
                  <c:v>-169.05933333333334</c:v>
                </c:pt>
                <c:pt idx="16">
                  <c:v>-169.05933333333334</c:v>
                </c:pt>
                <c:pt idx="17">
                  <c:v>-169.05933333333334</c:v>
                </c:pt>
                <c:pt idx="18">
                  <c:v>-169.05933333333334</c:v>
                </c:pt>
                <c:pt idx="19">
                  <c:v>-169.05933333333334</c:v>
                </c:pt>
                <c:pt idx="20">
                  <c:v>-169.05933333333334</c:v>
                </c:pt>
                <c:pt idx="21">
                  <c:v>-169.05933333333334</c:v>
                </c:pt>
                <c:pt idx="22">
                  <c:v>-169.05933333333334</c:v>
                </c:pt>
                <c:pt idx="23">
                  <c:v>-169.05933333333334</c:v>
                </c:pt>
                <c:pt idx="25">
                  <c:v>199.93933333333334</c:v>
                </c:pt>
                <c:pt idx="26">
                  <c:v>199.93933333333334</c:v>
                </c:pt>
                <c:pt idx="27">
                  <c:v>199.93933333333334</c:v>
                </c:pt>
                <c:pt idx="28">
                  <c:v>199.93933333333334</c:v>
                </c:pt>
                <c:pt idx="29">
                  <c:v>199.93933333333334</c:v>
                </c:pt>
                <c:pt idx="30">
                  <c:v>199.93933333333334</c:v>
                </c:pt>
                <c:pt idx="31">
                  <c:v>199.93933333333334</c:v>
                </c:pt>
                <c:pt idx="32">
                  <c:v>199.93933333333334</c:v>
                </c:pt>
                <c:pt idx="33">
                  <c:v>199.93933333333334</c:v>
                </c:pt>
                <c:pt idx="34">
                  <c:v>199.93933333333334</c:v>
                </c:pt>
                <c:pt idx="35">
                  <c:v>199.93933333333334</c:v>
                </c:pt>
                <c:pt idx="37">
                  <c:v>57.405583333333389</c:v>
                </c:pt>
                <c:pt idx="38">
                  <c:v>57.405583333333389</c:v>
                </c:pt>
                <c:pt idx="39">
                  <c:v>57.405583333333389</c:v>
                </c:pt>
                <c:pt idx="40">
                  <c:v>57.405583333333389</c:v>
                </c:pt>
                <c:pt idx="41">
                  <c:v>57.405583333333389</c:v>
                </c:pt>
                <c:pt idx="42">
                  <c:v>57.405583333333389</c:v>
                </c:pt>
                <c:pt idx="43">
                  <c:v>57.405583333333389</c:v>
                </c:pt>
                <c:pt idx="44">
                  <c:v>57.405583333333389</c:v>
                </c:pt>
                <c:pt idx="45">
                  <c:v>57.405583333333389</c:v>
                </c:pt>
                <c:pt idx="46">
                  <c:v>57.405583333333389</c:v>
                </c:pt>
                <c:pt idx="47">
                  <c:v>57.405583333333389</c:v>
                </c:pt>
                <c:pt idx="49">
                  <c:v>18.707079687081109</c:v>
                </c:pt>
                <c:pt idx="50">
                  <c:v>18.707079687081109</c:v>
                </c:pt>
                <c:pt idx="51">
                  <c:v>18.707079687081109</c:v>
                </c:pt>
                <c:pt idx="52">
                  <c:v>18.707079687081109</c:v>
                </c:pt>
                <c:pt idx="53">
                  <c:v>18.707079687081109</c:v>
                </c:pt>
                <c:pt idx="54">
                  <c:v>18.707079687081109</c:v>
                </c:pt>
                <c:pt idx="55">
                  <c:v>18.707079687081109</c:v>
                </c:pt>
                <c:pt idx="56">
                  <c:v>18.707079687081109</c:v>
                </c:pt>
                <c:pt idx="57">
                  <c:v>18.707079687081109</c:v>
                </c:pt>
                <c:pt idx="58">
                  <c:v>18.707079687081109</c:v>
                </c:pt>
                <c:pt idx="59">
                  <c:v>18.707079687081109</c:v>
                </c:pt>
                <c:pt idx="61">
                  <c:v>-22.656063897180996</c:v>
                </c:pt>
                <c:pt idx="62">
                  <c:v>-22.656063897180996</c:v>
                </c:pt>
                <c:pt idx="63">
                  <c:v>-22.656063897180996</c:v>
                </c:pt>
                <c:pt idx="64">
                  <c:v>-22.656063897180996</c:v>
                </c:pt>
                <c:pt idx="65">
                  <c:v>-22.656063897180996</c:v>
                </c:pt>
                <c:pt idx="66">
                  <c:v>-22.656063897180996</c:v>
                </c:pt>
                <c:pt idx="67">
                  <c:v>-22.656063897180996</c:v>
                </c:pt>
                <c:pt idx="68">
                  <c:v>-22.656063897180996</c:v>
                </c:pt>
                <c:pt idx="69">
                  <c:v>-22.656063897180996</c:v>
                </c:pt>
                <c:pt idx="70">
                  <c:v>-22.656063897180996</c:v>
                </c:pt>
                <c:pt idx="71">
                  <c:v>-22.656063897180996</c:v>
                </c:pt>
                <c:pt idx="73" formatCode="_-* #,##0_-;\-* #,##0_-;_-* &quot;-&quot;??_-;_-@_-">
                  <c:v>74.01422706658613</c:v>
                </c:pt>
                <c:pt idx="74" formatCode="_-* #,##0_-;\-* #,##0_-;_-* &quot;-&quot;??_-;_-@_-">
                  <c:v>74.01422706658613</c:v>
                </c:pt>
                <c:pt idx="75" formatCode="_-* #,##0_-;\-* #,##0_-;_-* &quot;-&quot;??_-;_-@_-">
                  <c:v>74.01422706658613</c:v>
                </c:pt>
                <c:pt idx="76" formatCode="_-* #,##0_-;\-* #,##0_-;_-* &quot;-&quot;??_-;_-@_-">
                  <c:v>74.01422706658613</c:v>
                </c:pt>
                <c:pt idx="77" formatCode="_-* #,##0_-;\-* #,##0_-;_-* &quot;-&quot;??_-;_-@_-">
                  <c:v>74.01422706658613</c:v>
                </c:pt>
                <c:pt idx="78" formatCode="_-* #,##0_-;\-* #,##0_-;_-* &quot;-&quot;??_-;_-@_-">
                  <c:v>74.01422706658613</c:v>
                </c:pt>
                <c:pt idx="79" formatCode="_-* #,##0_-;\-* #,##0_-;_-* &quot;-&quot;??_-;_-@_-">
                  <c:v>74.01422706658613</c:v>
                </c:pt>
                <c:pt idx="80" formatCode="_-* #,##0_-;\-* #,##0_-;_-* &quot;-&quot;??_-;_-@_-">
                  <c:v>74.01422706658613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D-AF54-4FCC-9551-3E992860B9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3477424"/>
        <c:axId val="1464542799"/>
      </c:lineChart>
      <c:dateAx>
        <c:axId val="1333477424"/>
        <c:scaling>
          <c:orientation val="minMax"/>
          <c:min val="43647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464542799"/>
        <c:crosses val="autoZero"/>
        <c:auto val="1"/>
        <c:lblOffset val="100"/>
        <c:baseTimeUnit val="months"/>
        <c:majorUnit val="2"/>
        <c:majorTimeUnit val="months"/>
      </c:dateAx>
      <c:valAx>
        <c:axId val="1464542799"/>
        <c:scaling>
          <c:orientation val="minMax"/>
          <c:max val="700"/>
          <c:min val="-7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333477424"/>
        <c:crosses val="autoZero"/>
        <c:crossBetween val="between"/>
        <c:majorUnit val="350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</c:legendEntry>
      <c:layout>
        <c:manualLayout>
          <c:xMode val="edge"/>
          <c:yMode val="edge"/>
          <c:x val="0.11521693813544065"/>
          <c:y val="0"/>
          <c:w val="0.83695471730293636"/>
          <c:h val="8.95980607979420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Dosis" pitchFamily="2" charset="0"/>
        </a:defRPr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'Empleo 2'!$I$3</c:f>
              <c:strCache>
                <c:ptCount val="1"/>
                <c:pt idx="0">
                  <c:v>Variación</c:v>
                </c:pt>
              </c:strCache>
            </c:strRef>
          </c:tx>
          <c:spPr>
            <a:solidFill>
              <a:srgbClr val="002060"/>
            </a:solidFill>
            <a:ln>
              <a:solidFill>
                <a:srgbClr val="002060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6152-4DAC-B8A6-0E3EB1C34C9B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126-4A83-9DE0-35E3D69B30CE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336-4ED5-93E8-CCECD8437A8B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C336-4ED5-93E8-CCECD8437A8B}"/>
              </c:ext>
            </c:extLst>
          </c:dPt>
          <c:dPt>
            <c:idx val="5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</c:dPt>
          <c:dPt>
            <c:idx val="6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CD0-4F3B-99CF-1B5D92AC8D58}"/>
              </c:ext>
            </c:extLst>
          </c:dPt>
          <c:dPt>
            <c:idx val="7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CD0-4F3B-99CF-1B5D92AC8D58}"/>
              </c:ext>
            </c:extLst>
          </c:dPt>
          <c:dPt>
            <c:idx val="8"/>
            <c:invertIfNegative val="0"/>
            <c:bubble3D val="0"/>
            <c:spPr>
              <a:solidFill>
                <a:srgbClr val="00B0F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126-4A83-9DE0-35E3D69B30CE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CFA7-416C-9B74-996A9581954A}"/>
              </c:ext>
            </c:extLst>
          </c:dPt>
          <c:dPt>
            <c:idx val="10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</c:dPt>
          <c:dPt>
            <c:idx val="11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3CD0-4F3B-99CF-1B5D92AC8D58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F0"/>
              </a:solidFill>
              <a:ln>
                <a:solidFill>
                  <a:srgbClr val="002060"/>
                </a:solidFill>
              </a:ln>
              <a:effectLst/>
            </c:spPr>
          </c:dPt>
          <c:dPt>
            <c:idx val="13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126-4A83-9DE0-35E3D69B30C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'Empleo 2'!$H$4:$H$18</c:f>
              <c:strCache>
                <c:ptCount val="15"/>
                <c:pt idx="0">
                  <c:v>Actividades profesionales</c:v>
                </c:pt>
                <c:pt idx="1">
                  <c:v>Servicios públicos</c:v>
                </c:pt>
                <c:pt idx="2">
                  <c:v>Comercio</c:v>
                </c:pt>
                <c:pt idx="3">
                  <c:v>No informa</c:v>
                </c:pt>
                <c:pt idx="4">
                  <c:v>Actividades artísticas</c:v>
                </c:pt>
                <c:pt idx="5">
                  <c:v> Total</c:v>
                </c:pt>
                <c:pt idx="6">
                  <c:v>Transporte y almacenamiento</c:v>
                </c:pt>
                <c:pt idx="7">
                  <c:v>Agricultura</c:v>
                </c:pt>
                <c:pt idx="8">
                  <c:v>Construcción</c:v>
                </c:pt>
                <c:pt idx="9">
                  <c:v>Administración pública </c:v>
                </c:pt>
                <c:pt idx="10">
                  <c:v>Alojamiento y servicios de comida</c:v>
                </c:pt>
                <c:pt idx="11">
                  <c:v>Industrias manufactureras</c:v>
                </c:pt>
                <c:pt idx="12">
                  <c:v>Actividades inmobiliarias</c:v>
                </c:pt>
                <c:pt idx="13">
                  <c:v>Información y comunicaciones</c:v>
                </c:pt>
                <c:pt idx="14">
                  <c:v>Actividades financieras</c:v>
                </c:pt>
              </c:strCache>
            </c:strRef>
          </c:cat>
          <c:val>
            <c:numRef>
              <c:f>'Empleo 2'!$I$4:$I$18</c:f>
              <c:numCache>
                <c:formatCode>0.0%</c:formatCode>
                <c:ptCount val="15"/>
                <c:pt idx="0">
                  <c:v>-0.11009575627706225</c:v>
                </c:pt>
                <c:pt idx="1">
                  <c:v>-0.10910771041198053</c:v>
                </c:pt>
                <c:pt idx="2">
                  <c:v>-4.8291821652614031E-3</c:v>
                </c:pt>
                <c:pt idx="3">
                  <c:v>0</c:v>
                </c:pt>
                <c:pt idx="4">
                  <c:v>4.6902694232417996E-3</c:v>
                </c:pt>
                <c:pt idx="5">
                  <c:v>3.0738023680283222E-2</c:v>
                </c:pt>
                <c:pt idx="6">
                  <c:v>3.7025749280226838E-2</c:v>
                </c:pt>
                <c:pt idx="7">
                  <c:v>3.7535324278223037E-2</c:v>
                </c:pt>
                <c:pt idx="8">
                  <c:v>4.4333558248053073E-2</c:v>
                </c:pt>
                <c:pt idx="9">
                  <c:v>6.6852033846722003E-2</c:v>
                </c:pt>
                <c:pt idx="10">
                  <c:v>9.5532359568522018E-2</c:v>
                </c:pt>
                <c:pt idx="11">
                  <c:v>0.1006409485595321</c:v>
                </c:pt>
                <c:pt idx="12">
                  <c:v>0.10581711035300012</c:v>
                </c:pt>
                <c:pt idx="13">
                  <c:v>0.1227577493809644</c:v>
                </c:pt>
                <c:pt idx="14">
                  <c:v>0.24945951811946387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8F-4780-BD11-9F917D4FA2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734284367"/>
        <c:axId val="734285327"/>
      </c:barChart>
      <c:catAx>
        <c:axId val="734284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734285327"/>
        <c:crosses val="autoZero"/>
        <c:auto val="1"/>
        <c:lblAlgn val="ctr"/>
        <c:lblOffset val="100"/>
        <c:noMultiLvlLbl val="0"/>
      </c:catAx>
      <c:valAx>
        <c:axId val="7342853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73428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'Empleo 2'!$I$3</c:f>
              <c:strCache>
                <c:ptCount val="1"/>
                <c:pt idx="0">
                  <c:v>Variación</c:v>
                </c:pt>
              </c:strCache>
            </c:strRef>
          </c:tx>
          <c:spPr>
            <a:solidFill>
              <a:srgbClr val="002060"/>
            </a:solidFill>
            <a:ln>
              <a:solidFill>
                <a:srgbClr val="002060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6152-4DAC-B8A6-0E3EB1C34C9B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126-4A83-9DE0-35E3D69B30CE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336-4ED5-93E8-CCECD8437A8B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C336-4ED5-93E8-CCECD8437A8B}"/>
              </c:ext>
            </c:extLst>
          </c:dPt>
          <c:dPt>
            <c:idx val="5"/>
            <c:invertIfNegative val="0"/>
            <c:bubble3D val="0"/>
            <c:spPr>
              <a:solidFill>
                <a:srgbClr val="00B0F0"/>
              </a:solidFill>
              <a:ln>
                <a:solidFill>
                  <a:srgbClr val="002060"/>
                </a:solidFill>
              </a:ln>
              <a:effectLst/>
            </c:spPr>
          </c:dPt>
          <c:dPt>
            <c:idx val="6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CD0-4F3B-99CF-1B5D92AC8D58}"/>
              </c:ext>
            </c:extLst>
          </c:dPt>
          <c:dPt>
            <c:idx val="7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CD0-4F3B-99CF-1B5D92AC8D58}"/>
              </c:ext>
            </c:extLst>
          </c:dPt>
          <c:dPt>
            <c:idx val="8"/>
            <c:invertIfNegative val="0"/>
            <c:bubble3D val="0"/>
            <c:spPr>
              <a:solidFill>
                <a:srgbClr val="00B0F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126-4A83-9DE0-35E3D69B30CE}"/>
              </c:ext>
            </c:extLst>
          </c:dPt>
          <c:dPt>
            <c:idx val="10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</c:dPt>
          <c:dPt>
            <c:idx val="11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3CD0-4F3B-99CF-1B5D92AC8D58}"/>
              </c:ext>
            </c:extLst>
          </c:dPt>
          <c:dPt>
            <c:idx val="12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</c:dPt>
          <c:dPt>
            <c:idx val="13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126-4A83-9DE0-35E3D69B30CE}"/>
              </c:ext>
            </c:extLst>
          </c:dPt>
          <c:dPt>
            <c:idx val="14"/>
            <c:invertIfNegative val="0"/>
            <c:bubble3D val="0"/>
            <c:spPr>
              <a:solidFill>
                <a:srgbClr val="002060"/>
              </a:solidFill>
              <a:ln>
                <a:solidFill>
                  <a:srgbClr val="002060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'Empleo 2'!$H$4:$H$18</c:f>
              <c:strCache>
                <c:ptCount val="15"/>
                <c:pt idx="0">
                  <c:v>Actividades profesionales</c:v>
                </c:pt>
                <c:pt idx="1">
                  <c:v>Servicios públicos</c:v>
                </c:pt>
                <c:pt idx="2">
                  <c:v>Comercio</c:v>
                </c:pt>
                <c:pt idx="3">
                  <c:v>No informa</c:v>
                </c:pt>
                <c:pt idx="4">
                  <c:v>Actividades artísticas</c:v>
                </c:pt>
                <c:pt idx="5">
                  <c:v>Actividades inmobiliarias</c:v>
                </c:pt>
                <c:pt idx="6">
                  <c:v>Información y comunicaciones</c:v>
                </c:pt>
                <c:pt idx="7">
                  <c:v>Transporte y almacenamiento</c:v>
                </c:pt>
                <c:pt idx="8">
                  <c:v>Construcción</c:v>
                </c:pt>
                <c:pt idx="9">
                  <c:v>Actividades financieras</c:v>
                </c:pt>
                <c:pt idx="10">
                  <c:v>Agricultura</c:v>
                </c:pt>
                <c:pt idx="11">
                  <c:v>Alojamiento y servicios de comida</c:v>
                </c:pt>
                <c:pt idx="12">
                  <c:v>Administración pública </c:v>
                </c:pt>
                <c:pt idx="13">
                  <c:v>Industrias manufactureras</c:v>
                </c:pt>
                <c:pt idx="14">
                  <c:v> Total</c:v>
                </c:pt>
              </c:strCache>
            </c:strRef>
          </c:cat>
          <c:val>
            <c:numRef>
              <c:f>'Empleo 2'!$I$4:$I$18</c:f>
              <c:numCache>
                <c:formatCode>#,##0</c:formatCode>
                <c:ptCount val="15"/>
                <c:pt idx="0">
                  <c:v>-211.68543434122944</c:v>
                </c:pt>
                <c:pt idx="1">
                  <c:v>-79.158594023020896</c:v>
                </c:pt>
                <c:pt idx="2">
                  <c:v>-19.595557419877423</c:v>
                </c:pt>
                <c:pt idx="3">
                  <c:v>-0.15423311509528981</c:v>
                </c:pt>
                <c:pt idx="4">
                  <c:v>9.3676398643581251</c:v>
                </c:pt>
                <c:pt idx="5">
                  <c:v>26.993095347117617</c:v>
                </c:pt>
                <c:pt idx="6">
                  <c:v>46.636954032457538</c:v>
                </c:pt>
                <c:pt idx="7">
                  <c:v>66.19606007189077</c:v>
                </c:pt>
                <c:pt idx="8">
                  <c:v>66.275743976780404</c:v>
                </c:pt>
                <c:pt idx="9">
                  <c:v>86.469706433440592</c:v>
                </c:pt>
                <c:pt idx="10">
                  <c:v>121.9518766510696</c:v>
                </c:pt>
                <c:pt idx="11">
                  <c:v>167.9637604875827</c:v>
                </c:pt>
                <c:pt idx="12">
                  <c:v>187.80413204859451</c:v>
                </c:pt>
                <c:pt idx="13">
                  <c:v>244.46625461545955</c:v>
                </c:pt>
                <c:pt idx="14">
                  <c:v>713.53140462973897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8F-4780-BD11-9F917D4FA2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734284367"/>
        <c:axId val="734285327"/>
      </c:barChart>
      <c:catAx>
        <c:axId val="734284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734285327"/>
        <c:crosses val="autoZero"/>
        <c:auto val="1"/>
        <c:lblAlgn val="ctr"/>
        <c:lblOffset val="100"/>
        <c:noMultiLvlLbl val="0"/>
      </c:catAx>
      <c:valAx>
        <c:axId val="7342853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73428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F1BC33-6AEE-4B89-A5AC-BBC03CC67EF1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B63FE-7995-4727-8D6F-8D6FFD78CF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064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4F0B09E-94D6-C46C-C73C-9F4B2367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A9F78D1-6046-4008-205A-A669F91371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B05C3237-877C-4608-E395-372D85034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9512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2751BA7C-7D52-A03B-EDC2-D8974489B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F1AFCD2-3FAE-586B-AB22-EAC90184A2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E692A3B-D571-50FC-BD06-F4B7F4A688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4944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06D4B1B-3BE1-76E3-D668-20599312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9AE869C-02C5-CA53-B491-3F37C7198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03354A6-F2EF-300D-1DA2-55B4A17024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7562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DE7B4-1177-8B12-7421-1E097B71F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A302C3-4D2C-F2D0-08B1-057A362ED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3AD4A-3829-354A-DA24-3BCCBAA1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FB66BA-6D5E-99B8-EFD9-D245F776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E0DE37-85D3-917E-CF1B-E3128F7BA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454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FF609-0BC1-6734-1386-A87154A2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097543-B8E6-932A-0977-08D15E6C3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3D9F70-48D3-0E59-077D-445C06F0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83320D-B26E-A16F-3C3F-E750E7D3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5EC084-2EA4-BADD-8A47-BFA2898E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568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6BAA8-CD93-2121-DCE9-E7D46909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7F0188-D1AF-03DB-69ED-372151698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B6D7D-078A-5795-1B9D-446F3223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CE760E-C749-4BA3-E3A2-0E4152B12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82ED12-2CAC-A123-95C7-AE343446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623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92F4E-9635-8E14-1F57-9903C3A0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A3E32E-2BCE-35CB-A6EF-93A6108E0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80F746-A486-526A-6769-1A50F3532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6D9092-C580-4291-A4E9-7BE00259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4088CA-BCE1-941C-1106-13C541EC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8198F7-7FB9-4CA8-11A9-EAA448A8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204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AABC8-CEBD-F018-6E8A-CA28CBC1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9037FA-34EA-1710-E61F-C21AE7398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940C00-D6B9-94EE-2E36-316E9535D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313F7B-988D-DB9F-CF30-A20D8094F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5AA9E8-3367-03C7-305A-2F801889A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CC76B09-F790-65C3-52B8-948D2CE4B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28E238A-DC0A-108B-C1BE-B70EFBEC2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BCDDAA7-B29F-092F-4222-23ACF06A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3115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420C3-E660-71F4-355B-DF4B5441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0EB493-0A83-C268-78DC-0F37D5B1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A2CAF7-65EB-15C6-237F-52F337F5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B788FC-2384-3285-8028-5FBD7682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604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E0D069-ADDE-5C61-E160-EADDD707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EAFD67-35C8-D0A5-1C70-2F99A626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262AA3-14FC-344A-F5C5-D52D09B1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1130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E0F95-CAC8-DF77-E4E6-87FD33612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8C58EB-955D-2C1E-C0CF-481710C3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66C536-F7F8-A40F-DC34-29F4C7B0D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C5F1AA-42E9-7AF5-9E5C-DD312C47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A5D3C9-F4D6-878F-4F19-E3075DB9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19D988-91B2-1818-3A9E-C53B65E4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220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13263-2E5B-54B5-78CB-86F0463B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6AA091-6787-2AAC-8C90-CCB3CCB7E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81275E-133A-0891-23B7-628BF1F3E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5E5181-DD43-323D-09A5-47F14D58B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7F7CA6-3BD4-752E-5B9C-7DEEC2EC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4461DF-645C-CAD4-E642-11F34267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055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3CFAB-CEED-7652-9DF6-FBA27677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BE15FF-ED81-E1D3-1487-E357D0E21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59AE5D-65A8-5092-0216-6A4284C06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2835BD-48C2-5912-FC89-5B2CEC47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EF9ECD-546A-1A72-9A9E-846795A9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491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0C4EE3-8FAF-B38D-A17B-63984ABF9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07EEAF-FC1D-3A1B-FFF2-47C27AB49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003979-D145-098D-E8DF-4D67B7F1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045B01-677C-FD7A-4FFD-7FC5F0F5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35612-B3BC-236D-463A-A8918457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2273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71854B-D013-8220-051B-0EC14606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497E48-B49B-12F7-3D1F-0DC77F812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36B671-959B-7791-CB83-FAF8024E0F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5CB60-D9A9-4070-85F8-B971D825C08D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6E00F2-3476-04F9-1941-3C623B129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0C646D-D95B-2E56-88C3-6065EB391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3446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8B19415C-7B02-3CB4-D602-5AFC2F0B8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D6077225-0E8E-4A00-2960-8477E7B71196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F1C623A5-BF64-244D-3608-9C73B896CF88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54DB6B39-ED79-2761-4273-4AEFB463CD1B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57AA2FD5-7CC3-1749-5CE1-DFD3259C9653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81F57EA-42A5-9D25-0C7E-0AA3D1A4B0A9}"/>
              </a:ext>
            </a:extLst>
          </p:cNvPr>
          <p:cNvSpPr txBox="1"/>
          <p:nvPr/>
        </p:nvSpPr>
        <p:spPr>
          <a:xfrm>
            <a:off x="833120" y="660570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- Cálculos Camacol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295CC0-666F-928D-4C6E-BEBD70477A73}"/>
              </a:ext>
            </a:extLst>
          </p:cNvPr>
          <p:cNvSpPr txBox="1"/>
          <p:nvPr/>
        </p:nvSpPr>
        <p:spPr>
          <a:xfrm>
            <a:off x="934721" y="5876487"/>
            <a:ext cx="11157176" cy="4205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En </a:t>
            </a:r>
            <a:r>
              <a:rPr lang="es-ES" sz="2133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septiembre </a:t>
            </a:r>
            <a:r>
              <a:rPr kumimoji="0" lang="es-E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de 2025 el sector </a:t>
            </a:r>
            <a:r>
              <a:rPr lang="es-ES" sz="2133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registró </a:t>
            </a:r>
            <a:r>
              <a:rPr lang="es-MX" sz="2133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un aumento de 66 mil puestos de trabajo</a:t>
            </a:r>
            <a:endParaRPr kumimoji="0" lang="es-E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ea typeface="+mn-ea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C947ABE-3DA2-23DC-C7EB-5697D0A78AFE}"/>
              </a:ext>
            </a:extLst>
          </p:cNvPr>
          <p:cNvSpPr txBox="1"/>
          <p:nvPr/>
        </p:nvSpPr>
        <p:spPr>
          <a:xfrm>
            <a:off x="2276234" y="184974"/>
            <a:ext cx="847414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100" b="1" kern="0">
                <a:solidFill>
                  <a:srgbClr val="002060"/>
                </a:solidFill>
                <a:latin typeface="Dosis" pitchFamily="2" charset="0"/>
                <a:cs typeface="Arial"/>
                <a:sym typeface="Arial"/>
              </a:rPr>
              <a:t>Generación anual de empleo en la construcción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Miles de personas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746A58E3-2020-B47B-FB87-5A93CE2DFD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8281593"/>
              </p:ext>
            </p:extLst>
          </p:nvPr>
        </p:nvGraphicFramePr>
        <p:xfrm>
          <a:off x="939072" y="866993"/>
          <a:ext cx="11157176" cy="5009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Google Shape;101;p2">
            <a:extLst>
              <a:ext uri="{FF2B5EF4-FFF2-40B4-BE49-F238E27FC236}">
                <a16:creationId xmlns:a16="http://schemas.microsoft.com/office/drawing/2014/main" id="{33BCBEEA-9240-8146-0904-325F6B4502F1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90">
              <a:defRPr/>
            </a:pPr>
            <a:endParaRPr lang="es-CO" sz="1200"/>
          </a:p>
        </p:txBody>
      </p:sp>
    </p:spTree>
    <p:extLst>
      <p:ext uri="{BB962C8B-B14F-4D97-AF65-F5344CB8AC3E}">
        <p14:creationId xmlns:p14="http://schemas.microsoft.com/office/powerpoint/2010/main" val="1134146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EA8D2CE7-3F49-5E6B-2C33-9D455BC0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C237ECA3-4698-CE31-173A-8F1B667E89D3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6AF2A386-0DE2-7483-205A-13B80EC8FE11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C57614D5-F940-7B5A-57A8-2F3AE3236785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BEF2A622-CBE4-07C8-D6BE-B5D10E2C6B1D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6A78728-C1A4-D06E-2D02-180AA12C2F44}"/>
              </a:ext>
            </a:extLst>
          </p:cNvPr>
          <p:cNvSpPr txBox="1"/>
          <p:nvPr/>
        </p:nvSpPr>
        <p:spPr>
          <a:xfrm>
            <a:off x="833120" y="660570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- Cálculos Camacol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9FAF4C1-573D-71B8-28C5-E0500F16DA73}"/>
              </a:ext>
            </a:extLst>
          </p:cNvPr>
          <p:cNvSpPr txBox="1"/>
          <p:nvPr/>
        </p:nvSpPr>
        <p:spPr>
          <a:xfrm>
            <a:off x="934720" y="5974442"/>
            <a:ext cx="11157176" cy="4205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ctr" defTabSz="914446">
              <a:defRPr/>
            </a:pPr>
            <a:r>
              <a:rPr kumimoji="0" lang="es-E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En </a:t>
            </a:r>
            <a:r>
              <a:rPr lang="es-ES" sz="2133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septiembre</a:t>
            </a:r>
            <a:r>
              <a:rPr kumimoji="0" lang="es-E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 de 2025 la construcción ocupó a </a:t>
            </a:r>
            <a:r>
              <a:rPr lang="es-ES" sz="2133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1.561.209 trabajadores, 4,4% más que hace un año</a:t>
            </a:r>
            <a:endParaRPr kumimoji="0" lang="es-E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ea typeface="+mn-ea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FD6C0F-2C9D-173C-612D-2D0BAEE72E39}"/>
              </a:ext>
            </a:extLst>
          </p:cNvPr>
          <p:cNvSpPr txBox="1"/>
          <p:nvPr/>
        </p:nvSpPr>
        <p:spPr>
          <a:xfrm>
            <a:off x="2276234" y="-84"/>
            <a:ext cx="847414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 b="1" kern="0" dirty="0">
                <a:solidFill>
                  <a:srgbClr val="002060"/>
                </a:solidFill>
                <a:latin typeface="Dosis" pitchFamily="2" charset="0"/>
                <a:cs typeface="Arial"/>
                <a:sym typeface="Arial"/>
              </a:rPr>
              <a:t>Variación anual de los ocupados 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Porcentaje %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E4197067-DABE-495C-B506-0E67B7D35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3923967"/>
              </p:ext>
            </p:extLst>
          </p:nvPr>
        </p:nvGraphicFramePr>
        <p:xfrm>
          <a:off x="1525843" y="762268"/>
          <a:ext cx="9974930" cy="5001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Google Shape;101;p2">
            <a:extLst>
              <a:ext uri="{FF2B5EF4-FFF2-40B4-BE49-F238E27FC236}">
                <a16:creationId xmlns:a16="http://schemas.microsoft.com/office/drawing/2014/main" id="{193AC4CC-C75F-8BF1-8EF7-C8691718F5C0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90">
              <a:defRPr/>
            </a:pPr>
            <a:endParaRPr lang="es-CO" sz="1200"/>
          </a:p>
        </p:txBody>
      </p:sp>
    </p:spTree>
    <p:extLst>
      <p:ext uri="{BB962C8B-B14F-4D97-AF65-F5344CB8AC3E}">
        <p14:creationId xmlns:p14="http://schemas.microsoft.com/office/powerpoint/2010/main" val="347594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3B7136D8-37AF-F7D1-11E2-C5F2092B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33730815-0C7D-1FC3-CE73-575690039FE3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2733742A-E241-139F-86EE-7FA9730BC722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BDDFDB5A-E6F4-CD14-6CCB-A647D0B185AB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0B391B7F-1000-50CF-CF54-204E716F694D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2737A92-A1DC-64F6-A841-905E7104F007}"/>
              </a:ext>
            </a:extLst>
          </p:cNvPr>
          <p:cNvSpPr txBox="1"/>
          <p:nvPr/>
        </p:nvSpPr>
        <p:spPr>
          <a:xfrm>
            <a:off x="833120" y="6605701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- Cálculos Camacol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91EA6AB-C9F9-D370-6032-A9F6D4C6ACDC}"/>
              </a:ext>
            </a:extLst>
          </p:cNvPr>
          <p:cNvSpPr txBox="1"/>
          <p:nvPr/>
        </p:nvSpPr>
        <p:spPr>
          <a:xfrm>
            <a:off x="2276234" y="-84"/>
            <a:ext cx="847414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100" b="1" kern="0" dirty="0">
                <a:solidFill>
                  <a:srgbClr val="002060"/>
                </a:solidFill>
                <a:latin typeface="Dosis" pitchFamily="2" charset="0"/>
                <a:cs typeface="Arial"/>
                <a:sym typeface="Arial"/>
              </a:rPr>
              <a:t>Variación absoluta de los ocupados 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Miles de personas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3EF96C49-9CDD-CA37-FA19-120869D8F6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811451"/>
              </p:ext>
            </p:extLst>
          </p:nvPr>
        </p:nvGraphicFramePr>
        <p:xfrm>
          <a:off x="1525843" y="762268"/>
          <a:ext cx="9974930" cy="5001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Google Shape;101;p2">
            <a:extLst>
              <a:ext uri="{FF2B5EF4-FFF2-40B4-BE49-F238E27FC236}">
                <a16:creationId xmlns:a16="http://schemas.microsoft.com/office/drawing/2014/main" id="{A77C83E7-2D10-0415-4F56-9BBB76761FF1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90">
              <a:defRPr/>
            </a:pPr>
            <a:endParaRPr lang="es-CO" sz="120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0E0A87-8B60-F246-74D4-BDF71226B8F0}"/>
              </a:ext>
            </a:extLst>
          </p:cNvPr>
          <p:cNvSpPr txBox="1"/>
          <p:nvPr/>
        </p:nvSpPr>
        <p:spPr>
          <a:xfrm>
            <a:off x="934720" y="5974442"/>
            <a:ext cx="11157176" cy="4205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ctr" defTabSz="914446">
              <a:defRPr/>
            </a:pPr>
            <a:r>
              <a:rPr kumimoji="0" lang="es-E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En </a:t>
            </a:r>
            <a:r>
              <a:rPr lang="es-ES" sz="2133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septiembre</a:t>
            </a:r>
            <a:r>
              <a:rPr kumimoji="0" lang="es-E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Arial"/>
                <a:sym typeface="Arial"/>
              </a:rPr>
              <a:t> de 2025 la construcción ocupó a </a:t>
            </a:r>
            <a:r>
              <a:rPr lang="es-ES" sz="2133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1.561.209 trabajadores, 4,4% más que hace un año</a:t>
            </a:r>
            <a:endParaRPr kumimoji="0" lang="es-E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0674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62384bc-84af-4cee-9670-bdd7e3103028">
      <Terms xmlns="http://schemas.microsoft.com/office/infopath/2007/PartnerControls"/>
    </lcf76f155ced4ddcb4097134ff3c332f>
    <TaxCatchAll xmlns="d07a1b0e-5e0d-4395-b8ed-6b7f4c24bf1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9C3C2A87D08D409B3F8E77471845A6" ma:contentTypeVersion="17" ma:contentTypeDescription="Create a new document." ma:contentTypeScope="" ma:versionID="36923b15c676d0562b70891912cfef9b">
  <xsd:schema xmlns:xsd="http://www.w3.org/2001/XMLSchema" xmlns:xs="http://www.w3.org/2001/XMLSchema" xmlns:p="http://schemas.microsoft.com/office/2006/metadata/properties" xmlns:ns1="http://schemas.microsoft.com/sharepoint/v3" xmlns:ns2="d62384bc-84af-4cee-9670-bdd7e3103028" xmlns:ns3="d07a1b0e-5e0d-4395-b8ed-6b7f4c24bf15" targetNamespace="http://schemas.microsoft.com/office/2006/metadata/properties" ma:root="true" ma:fieldsID="ee7d2c55e47cbf68a8afd0eec465ff3a" ns1:_="" ns2:_="" ns3:_="">
    <xsd:import namespace="http://schemas.microsoft.com/sharepoint/v3"/>
    <xsd:import namespace="d62384bc-84af-4cee-9670-bdd7e3103028"/>
    <xsd:import namespace="d07a1b0e-5e0d-4395-b8ed-6b7f4c24b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2384bc-84af-4cee-9670-bdd7e3103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acb3148-5304-4beb-92c5-86c952aca7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a1b0e-5e0d-4395-b8ed-6b7f4c24bf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98bf23e-96a5-4ebc-af27-c0a9078782cb}" ma:internalName="TaxCatchAll" ma:showField="CatchAllData" ma:web="d07a1b0e-5e0d-4395-b8ed-6b7f4c24b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F27AAF-9C06-40A4-8C75-37FE2DFF1057}">
  <ds:schemaRefs>
    <ds:schemaRef ds:uri="http://purl.org/dc/dcmitype/"/>
    <ds:schemaRef ds:uri="http://schemas.microsoft.com/office/2006/metadata/properties"/>
    <ds:schemaRef ds:uri="http://www.w3.org/XML/1998/namespace"/>
    <ds:schemaRef ds:uri="http://schemas.microsoft.com/sharepoint/v3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d07a1b0e-5e0d-4395-b8ed-6b7f4c24bf15"/>
    <ds:schemaRef ds:uri="d62384bc-84af-4cee-9670-bdd7e3103028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D64743A-37CA-488D-A99E-5E61B9DD81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18F79F-FC2C-43F0-AFCE-C660A49FBE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62384bc-84af-4cee-9670-bdd7e3103028"/>
    <ds:schemaRef ds:uri="d07a1b0e-5e0d-4395-b8ed-6b7f4c24bf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117</Words>
  <Application>Microsoft Office PowerPoint</Application>
  <PresentationFormat>Panorámica</PresentationFormat>
  <Paragraphs>23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Dosis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Nathaly Castro</dc:creator>
  <cp:lastModifiedBy>Maria Paula Moreno</cp:lastModifiedBy>
  <cp:revision>1</cp:revision>
  <dcterms:created xsi:type="dcterms:W3CDTF">2024-04-30T15:17:29Z</dcterms:created>
  <dcterms:modified xsi:type="dcterms:W3CDTF">2025-10-31T15:28:07Z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0x010100BE9C3C2A87D08D409B3F8E77471845A6</vt:lpwstr>
  </property>
  <property fmtid="{D5CDD505-2E9C-101B-9397-08002B2CF9AE}" pid="3" name="MediaServiceImageTags">
    <vt:lpwstr/>
  </property>
</Properties>
</file>