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theme/themeOverride1.xml" ContentType="application/vnd.openxmlformats-officedocument.themeOverr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  <p:sldMasterId id="2147483660" r:id="rId5"/>
  </p:sldMasterIdLst>
  <p:notesMasterIdLst>
    <p:notesMasterId r:id="rId7"/>
  </p:notesMasterIdLst>
  <p:sldIdLst>
    <p:sldId id="15250" r:id="rId6"/>
  </p:sldIdLst>
  <p:sldSz cx="12192000" cy="6858000"/>
  <p:notesSz cx="7102475" cy="9388475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59B2DA06-9A58-58F1-FC34-FA4FF37E05B3}" name="Diego Fernando Montañez Herrera" initials="DM" userId="S::dmontanez@camacol.org.co::82695c21-d357-4296-ab2b-5452df8abee9" providerId="AD"/>
  <p188:author id="{DF6C9B09-5A4C-5D3F-6F68-5271C6F0ED91}" name="Maria Paula Moreno" initials="MM" userId="S::mpmoreno@camacol.org.co::7f06c5a4-f807-4a12-9115-03c525bf8f95" providerId="AD"/>
  <p188:author id="{F2F4BE36-0DEC-3D40-5F59-B14AB562BD62}" name="Nikolas Buitrago" initials="NB" userId="S::nbuitrago@camacol.org.co::600a14df-701f-4e65-9aae-8fb58f1f99d7" providerId="AD"/>
  <p188:author id="{CD1CC745-D565-FA99-590A-FEB525016888}" name="Adriana Ivonne Cardenas" initials="AIC" userId="S::acardenas@camacol.org.co::3c795534-a2b8-4e77-9797-05fc6d0a2ea9" providerId="AD"/>
  <p188:author id="{125EA46C-DEDF-4FE6-7729-2C9684504E36}" name="Jorge Alberto Torres Vallejo" initials="JT" userId="S::jtorres@camacol.org.co::7a88b552-1338-42e7-b29c-e7e192b520df" providerId="AD"/>
  <p188:author id="{969D5FA2-1976-B9E3-61E3-C82C80A6DC3D}" name="Nathaly Castro" initials="NC" userId="S::ncastro@camacol.org.co::c6661946-9789-44f7-bc4b-28e5d8848f7f" providerId="AD"/>
  <p188:author id="{0A562DCC-3543-8E64-0075-1C15D843FCDF}" name="Luis Alberto Guerrero Peñara" initials="LG" userId="S::lguerrero@camacol.org.co::3e221ada-7810-417d-860c-2cae4e7a580e" providerId="AD"/>
  <p188:author id="{819E1EF5-C01E-4DC2-BCAB-FE6A7CE7E9EF}" name="Paula Alexandra Peñuela" initials="PAP" userId="S::ppenuela@camacol.org.co::3ac7a49f-4470-4c2e-abbb-faefeb6401fb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54A54"/>
    <a:srgbClr val="7030A0"/>
    <a:srgbClr val="00B050"/>
    <a:srgbClr val="558ED5"/>
    <a:srgbClr val="D34C4C"/>
    <a:srgbClr val="DA7442"/>
    <a:srgbClr val="002060"/>
    <a:srgbClr val="000000"/>
    <a:srgbClr val="D2DFEE"/>
    <a:srgbClr val="DBDBD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6010450-9E8F-4160-877B-539200E1DEE1}" v="25" dt="2025-05-09T16:44:01.86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Estilo claro 2 - Acento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3B4B98B0-60AC-42C2-AFA5-B58CD77FA1E5}" styleName="Estilo claro 1 - Acento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D7B26C5-4107-4FEC-AEDC-1716B250A1EF}" styleName="Estilo claro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21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notesMaster" Target="notesMasters/notesMaster1.xml"/><Relationship Id="rId12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tableStyles" Target="tableStyles.xml"/><Relationship Id="rId5" Type="http://schemas.openxmlformats.org/officeDocument/2006/relationships/slideMaster" Target="slideMasters/slideMaster2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Relationship Id="rId14" Type="http://schemas.microsoft.com/office/2018/10/relationships/authors" Target="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iego Fernando Montañez Herrera" userId="82695c21-d357-4296-ab2b-5452df8abee9" providerId="ADAL" clId="{D8BF9E2F-53B3-485B-82EF-904E7BA696DB}"/>
    <pc:docChg chg="modSld">
      <pc:chgData name="Diego Fernando Montañez Herrera" userId="82695c21-d357-4296-ab2b-5452df8abee9" providerId="ADAL" clId="{D8BF9E2F-53B3-485B-82EF-904E7BA696DB}" dt="2025-02-11T04:02:20.776" v="29" actId="27918"/>
      <pc:docMkLst>
        <pc:docMk/>
      </pc:docMkLst>
      <pc:sldChg chg="mod">
        <pc:chgData name="Diego Fernando Montañez Herrera" userId="82695c21-d357-4296-ab2b-5452df8abee9" providerId="ADAL" clId="{D8BF9E2F-53B3-485B-82EF-904E7BA696DB}" dt="2025-02-11T04:02:20.776" v="29" actId="27918"/>
        <pc:sldMkLst>
          <pc:docMk/>
          <pc:sldMk cId="628343083" sldId="15250"/>
        </pc:sldMkLst>
      </pc:sldChg>
    </pc:docChg>
  </pc:docChgLst>
  <pc:docChgLst>
    <pc:chgData name="Diego Fernando Montañez Herrera" userId="82695c21-d357-4296-ab2b-5452df8abee9" providerId="ADAL" clId="{FD770B88-24EF-4569-B47D-427C078D7C52}"/>
    <pc:docChg chg="modSld">
      <pc:chgData name="Diego Fernando Montañez Herrera" userId="82695c21-d357-4296-ab2b-5452df8abee9" providerId="ADAL" clId="{FD770B88-24EF-4569-B47D-427C078D7C52}" dt="2025-03-10T13:44:24.182" v="67" actId="113"/>
      <pc:docMkLst>
        <pc:docMk/>
      </pc:docMkLst>
      <pc:sldChg chg="modSp mod">
        <pc:chgData name="Diego Fernando Montañez Herrera" userId="82695c21-d357-4296-ab2b-5452df8abee9" providerId="ADAL" clId="{FD770B88-24EF-4569-B47D-427C078D7C52}" dt="2025-03-10T13:44:24.182" v="67" actId="113"/>
        <pc:sldMkLst>
          <pc:docMk/>
          <pc:sldMk cId="628343083" sldId="15250"/>
        </pc:sldMkLst>
        <pc:graphicFrameChg chg="mod">
          <ac:chgData name="Diego Fernando Montañez Herrera" userId="82695c21-d357-4296-ab2b-5452df8abee9" providerId="ADAL" clId="{FD770B88-24EF-4569-B47D-427C078D7C52}" dt="2025-03-10T13:44:24.182" v="67" actId="113"/>
          <ac:graphicFrameMkLst>
            <pc:docMk/>
            <pc:sldMk cId="628343083" sldId="15250"/>
            <ac:graphicFrameMk id="2" creationId="{86581706-AEF1-BBF5-5E2B-1D283F0D7283}"/>
          </ac:graphicFrameMkLst>
        </pc:graphicFrameChg>
      </pc:sldChg>
    </pc:docChg>
  </pc:docChgLst>
  <pc:docChgLst>
    <pc:chgData name="Diego Fernando Montañez Herrera" userId="82695c21-d357-4296-ab2b-5452df8abee9" providerId="ADAL" clId="{06010450-9E8F-4160-877B-539200E1DEE1}"/>
    <pc:docChg chg="modSld">
      <pc:chgData name="Diego Fernando Montañez Herrera" userId="82695c21-d357-4296-ab2b-5452df8abee9" providerId="ADAL" clId="{06010450-9E8F-4160-877B-539200E1DEE1}" dt="2025-05-09T16:43:33.758" v="23"/>
      <pc:docMkLst>
        <pc:docMk/>
      </pc:docMkLst>
      <pc:sldChg chg="modSp mod">
        <pc:chgData name="Diego Fernando Montañez Herrera" userId="82695c21-d357-4296-ab2b-5452df8abee9" providerId="ADAL" clId="{06010450-9E8F-4160-877B-539200E1DEE1}" dt="2025-05-09T16:43:33.758" v="23"/>
        <pc:sldMkLst>
          <pc:docMk/>
          <pc:sldMk cId="628343083" sldId="15250"/>
        </pc:sldMkLst>
        <pc:graphicFrameChg chg="mod">
          <ac:chgData name="Diego Fernando Montañez Herrera" userId="82695c21-d357-4296-ab2b-5452df8abee9" providerId="ADAL" clId="{06010450-9E8F-4160-877B-539200E1DEE1}" dt="2025-05-09T16:43:33.758" v="23"/>
          <ac:graphicFrameMkLst>
            <pc:docMk/>
            <pc:sldMk cId="628343083" sldId="15250"/>
            <ac:graphicFrameMk id="2" creationId="{86581706-AEF1-BBF5-5E2B-1D283F0D7283}"/>
          </ac:graphicFrameMkLst>
        </pc:graphicFrame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.xml"/><Relationship Id="rId2" Type="http://schemas.microsoft.com/office/2011/relationships/chartColorStyle" Target="colors1.xml"/><Relationship Id="rId1" Type="http://schemas.microsoft.com/office/2011/relationships/chartStyle" Target="style1.xml"/><Relationship Id="rId4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3.9530071017643387E-2"/>
          <c:y val="7.9417838631949234E-2"/>
          <c:w val="0.91936523201136533"/>
          <c:h val="0.84910082770126083"/>
        </c:manualLayout>
      </c:layout>
      <c:lineChart>
        <c:grouping val="standard"/>
        <c:varyColors val="0"/>
        <c:ser>
          <c:idx val="0"/>
          <c:order val="0"/>
          <c:tx>
            <c:strRef>
              <c:f>'Inflación países'!$D$3</c:f>
              <c:strCache>
                <c:ptCount val="1"/>
                <c:pt idx="0">
                  <c:v>Colombia</c:v>
                </c:pt>
              </c:strCache>
            </c:strRef>
          </c:tx>
          <c:spPr>
            <a:ln w="28575" cap="rnd">
              <a:solidFill>
                <a:srgbClr val="00B050"/>
              </a:solidFill>
              <a:prstDash val="solid"/>
              <a:round/>
            </a:ln>
            <a:effectLst/>
          </c:spPr>
          <c:marker>
            <c:symbol val="none"/>
          </c:marker>
          <c:dLbls>
            <c:dLbl>
              <c:idx val="6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BF0F-4D7E-924E-B84D65C283CC}"/>
                </c:ext>
              </c:extLst>
            </c:dLbl>
            <c:dLbl>
              <c:idx val="63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6CF9-4FD1-83AC-A4D958D09DD2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rgbClr val="00B050"/>
                    </a:solidFill>
                    <a:latin typeface="Dosis" pitchFamily="2" charset="0"/>
                    <a:ea typeface="+mn-ea"/>
                    <a:cs typeface="+mn-cs"/>
                  </a:defRPr>
                </a:pPr>
                <a:endParaRPr lang="es-CO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'Inflación países'!$C$4:$C$67</c:f>
              <c:numCache>
                <c:formatCode>mmm\-yy</c:formatCode>
                <c:ptCount val="64"/>
                <c:pt idx="0">
                  <c:v>43831</c:v>
                </c:pt>
                <c:pt idx="1">
                  <c:v>43862</c:v>
                </c:pt>
                <c:pt idx="2">
                  <c:v>43891</c:v>
                </c:pt>
                <c:pt idx="3">
                  <c:v>43922</c:v>
                </c:pt>
                <c:pt idx="4">
                  <c:v>43952</c:v>
                </c:pt>
                <c:pt idx="5">
                  <c:v>43983</c:v>
                </c:pt>
                <c:pt idx="6">
                  <c:v>44013</c:v>
                </c:pt>
                <c:pt idx="7">
                  <c:v>44044</c:v>
                </c:pt>
                <c:pt idx="8">
                  <c:v>44075</c:v>
                </c:pt>
                <c:pt idx="9">
                  <c:v>44105</c:v>
                </c:pt>
                <c:pt idx="10">
                  <c:v>44136</c:v>
                </c:pt>
                <c:pt idx="11">
                  <c:v>44166</c:v>
                </c:pt>
                <c:pt idx="12">
                  <c:v>44197</c:v>
                </c:pt>
                <c:pt idx="13">
                  <c:v>44228</c:v>
                </c:pt>
                <c:pt idx="14">
                  <c:v>44256</c:v>
                </c:pt>
                <c:pt idx="15">
                  <c:v>44287</c:v>
                </c:pt>
                <c:pt idx="16">
                  <c:v>44317</c:v>
                </c:pt>
                <c:pt idx="17">
                  <c:v>44348</c:v>
                </c:pt>
                <c:pt idx="18">
                  <c:v>44378</c:v>
                </c:pt>
                <c:pt idx="19">
                  <c:v>44409</c:v>
                </c:pt>
                <c:pt idx="20">
                  <c:v>44440</c:v>
                </c:pt>
                <c:pt idx="21">
                  <c:v>44470</c:v>
                </c:pt>
                <c:pt idx="22">
                  <c:v>44501</c:v>
                </c:pt>
                <c:pt idx="23">
                  <c:v>44531</c:v>
                </c:pt>
                <c:pt idx="24">
                  <c:v>44562</c:v>
                </c:pt>
                <c:pt idx="25">
                  <c:v>44593</c:v>
                </c:pt>
                <c:pt idx="26">
                  <c:v>44621</c:v>
                </c:pt>
                <c:pt idx="27">
                  <c:v>44652</c:v>
                </c:pt>
                <c:pt idx="28">
                  <c:v>44682</c:v>
                </c:pt>
                <c:pt idx="29">
                  <c:v>44713</c:v>
                </c:pt>
                <c:pt idx="30">
                  <c:v>44743</c:v>
                </c:pt>
                <c:pt idx="31">
                  <c:v>44774</c:v>
                </c:pt>
                <c:pt idx="32">
                  <c:v>44805</c:v>
                </c:pt>
                <c:pt idx="33">
                  <c:v>44835</c:v>
                </c:pt>
                <c:pt idx="34">
                  <c:v>44866</c:v>
                </c:pt>
                <c:pt idx="35">
                  <c:v>44896</c:v>
                </c:pt>
                <c:pt idx="36">
                  <c:v>44927</c:v>
                </c:pt>
                <c:pt idx="37">
                  <c:v>44958</c:v>
                </c:pt>
                <c:pt idx="38">
                  <c:v>44986</c:v>
                </c:pt>
                <c:pt idx="39">
                  <c:v>45017</c:v>
                </c:pt>
                <c:pt idx="40">
                  <c:v>45047</c:v>
                </c:pt>
                <c:pt idx="41">
                  <c:v>45078</c:v>
                </c:pt>
                <c:pt idx="42">
                  <c:v>45108</c:v>
                </c:pt>
                <c:pt idx="43">
                  <c:v>45139</c:v>
                </c:pt>
                <c:pt idx="44">
                  <c:v>45170</c:v>
                </c:pt>
                <c:pt idx="45">
                  <c:v>45200</c:v>
                </c:pt>
                <c:pt idx="46">
                  <c:v>45231</c:v>
                </c:pt>
                <c:pt idx="47">
                  <c:v>45261</c:v>
                </c:pt>
                <c:pt idx="48">
                  <c:v>45292</c:v>
                </c:pt>
                <c:pt idx="49">
                  <c:v>45323</c:v>
                </c:pt>
                <c:pt idx="50">
                  <c:v>45352</c:v>
                </c:pt>
                <c:pt idx="51">
                  <c:v>45383</c:v>
                </c:pt>
                <c:pt idx="52">
                  <c:v>45413</c:v>
                </c:pt>
                <c:pt idx="53">
                  <c:v>45444</c:v>
                </c:pt>
                <c:pt idx="54">
                  <c:v>45474</c:v>
                </c:pt>
                <c:pt idx="55">
                  <c:v>45505</c:v>
                </c:pt>
                <c:pt idx="56">
                  <c:v>45536</c:v>
                </c:pt>
                <c:pt idx="57">
                  <c:v>45566</c:v>
                </c:pt>
                <c:pt idx="58">
                  <c:v>45597</c:v>
                </c:pt>
                <c:pt idx="59">
                  <c:v>45627</c:v>
                </c:pt>
                <c:pt idx="60">
                  <c:v>45658</c:v>
                </c:pt>
                <c:pt idx="61">
                  <c:v>45689</c:v>
                </c:pt>
                <c:pt idx="62">
                  <c:v>45717</c:v>
                </c:pt>
                <c:pt idx="63">
                  <c:v>45748</c:v>
                </c:pt>
              </c:numCache>
            </c:numRef>
          </c:cat>
          <c:val>
            <c:numRef>
              <c:f>'Inflación países'!$D$4:$D$67</c:f>
              <c:numCache>
                <c:formatCode>0.0%</c:formatCode>
                <c:ptCount val="64"/>
                <c:pt idx="0">
                  <c:v>3.6182902584493082E-2</c:v>
                </c:pt>
                <c:pt idx="1">
                  <c:v>3.7161494366475534E-2</c:v>
                </c:pt>
                <c:pt idx="2">
                  <c:v>3.8476677819326843E-2</c:v>
                </c:pt>
                <c:pt idx="3">
                  <c:v>3.5056795926361017E-2</c:v>
                </c:pt>
                <c:pt idx="4">
                  <c:v>2.8504490433424401E-2</c:v>
                </c:pt>
                <c:pt idx="5">
                  <c:v>2.2003699737124016E-2</c:v>
                </c:pt>
                <c:pt idx="6">
                  <c:v>1.9720225374004308E-2</c:v>
                </c:pt>
                <c:pt idx="7">
                  <c:v>1.8732408036494119E-2</c:v>
                </c:pt>
                <c:pt idx="8">
                  <c:v>1.96591129188457E-2</c:v>
                </c:pt>
                <c:pt idx="9">
                  <c:v>1.740307454316925E-2</c:v>
                </c:pt>
                <c:pt idx="10">
                  <c:v>1.4873478848754118E-2</c:v>
                </c:pt>
                <c:pt idx="11">
                  <c:v>1.6184971098265999E-2</c:v>
                </c:pt>
                <c:pt idx="12">
                  <c:v>1.602072141212596E-2</c:v>
                </c:pt>
                <c:pt idx="13">
                  <c:v>1.5627977892128886E-2</c:v>
                </c:pt>
                <c:pt idx="14">
                  <c:v>1.5066805647683257E-2</c:v>
                </c:pt>
                <c:pt idx="15">
                  <c:v>1.948912015137183E-2</c:v>
                </c:pt>
                <c:pt idx="16">
                  <c:v>3.302961275626437E-2</c:v>
                </c:pt>
                <c:pt idx="17">
                  <c:v>3.6296084595598854E-2</c:v>
                </c:pt>
                <c:pt idx="18">
                  <c:v>3.9725635895970335E-2</c:v>
                </c:pt>
                <c:pt idx="19">
                  <c:v>4.4397865853658569E-2</c:v>
                </c:pt>
                <c:pt idx="20">
                  <c:v>4.511349605850512E-2</c:v>
                </c:pt>
                <c:pt idx="21">
                  <c:v>4.5899458329373699E-2</c:v>
                </c:pt>
                <c:pt idx="22">
                  <c:v>5.253140464408057E-2</c:v>
                </c:pt>
                <c:pt idx="23">
                  <c:v>5.6219188471748227E-2</c:v>
                </c:pt>
                <c:pt idx="24">
                  <c:v>6.9398545935228206E-2</c:v>
                </c:pt>
                <c:pt idx="25">
                  <c:v>8.0033777444173504E-2</c:v>
                </c:pt>
                <c:pt idx="26">
                  <c:v>8.53248693054518E-2</c:v>
                </c:pt>
                <c:pt idx="27">
                  <c:v>9.2334818114327977E-2</c:v>
                </c:pt>
                <c:pt idx="28">
                  <c:v>9.0591694230062414E-2</c:v>
                </c:pt>
                <c:pt idx="29">
                  <c:v>9.6800882515168274E-2</c:v>
                </c:pt>
                <c:pt idx="30">
                  <c:v>0.1019791094007696</c:v>
                </c:pt>
                <c:pt idx="31">
                  <c:v>0.10837438423645307</c:v>
                </c:pt>
                <c:pt idx="32">
                  <c:v>0.11441294074881858</c:v>
                </c:pt>
                <c:pt idx="33">
                  <c:v>0.12220606941668177</c:v>
                </c:pt>
                <c:pt idx="34">
                  <c:v>0.12531645569620253</c:v>
                </c:pt>
                <c:pt idx="35">
                  <c:v>0.13122699937169013</c:v>
                </c:pt>
                <c:pt idx="36">
                  <c:v>0.13250000000000001</c:v>
                </c:pt>
                <c:pt idx="37">
                  <c:v>0.1328</c:v>
                </c:pt>
                <c:pt idx="38">
                  <c:v>0.13339999999999999</c:v>
                </c:pt>
                <c:pt idx="39">
                  <c:v>0.12820000000000001</c:v>
                </c:pt>
                <c:pt idx="40">
                  <c:v>0.12359999999999999</c:v>
                </c:pt>
                <c:pt idx="41">
                  <c:v>0.12130000000000001</c:v>
                </c:pt>
                <c:pt idx="42">
                  <c:v>0.11779999999999999</c:v>
                </c:pt>
                <c:pt idx="43">
                  <c:v>0.1143</c:v>
                </c:pt>
                <c:pt idx="44">
                  <c:v>0.1099</c:v>
                </c:pt>
                <c:pt idx="45">
                  <c:v>0.1048</c:v>
                </c:pt>
                <c:pt idx="46">
                  <c:v>0.10199999999999999</c:v>
                </c:pt>
                <c:pt idx="47">
                  <c:v>9.2799999999999994E-2</c:v>
                </c:pt>
                <c:pt idx="48">
                  <c:v>8.3495751149917918E-2</c:v>
                </c:pt>
                <c:pt idx="49">
                  <c:v>7.7377300613497013E-2</c:v>
                </c:pt>
                <c:pt idx="50">
                  <c:v>7.3689003566820732E-2</c:v>
                </c:pt>
                <c:pt idx="51">
                  <c:v>7.1599999999999997E-2</c:v>
                </c:pt>
                <c:pt idx="52">
                  <c:v>7.1599999999999997E-2</c:v>
                </c:pt>
                <c:pt idx="53" formatCode="0.00%">
                  <c:v>7.1800000000000003E-2</c:v>
                </c:pt>
                <c:pt idx="54">
                  <c:v>6.8599999999999994E-2</c:v>
                </c:pt>
                <c:pt idx="55">
                  <c:v>6.1199999999999997E-2</c:v>
                </c:pt>
                <c:pt idx="56">
                  <c:v>5.8099999999999999E-2</c:v>
                </c:pt>
                <c:pt idx="57">
                  <c:v>5.4100000000000002E-2</c:v>
                </c:pt>
                <c:pt idx="58">
                  <c:v>5.2000000000000005E-2</c:v>
                </c:pt>
                <c:pt idx="59">
                  <c:v>5.1999999999999998E-2</c:v>
                </c:pt>
                <c:pt idx="60">
                  <c:v>5.2200000000000003E-2</c:v>
                </c:pt>
                <c:pt idx="61">
                  <c:v>5.28E-2</c:v>
                </c:pt>
                <c:pt idx="62">
                  <c:v>5.0900000000000001E-2</c:v>
                </c:pt>
                <c:pt idx="63">
                  <c:v>5.16E-2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931D-4A98-8F7E-5083D7697C4F}"/>
            </c:ext>
          </c:extLst>
        </c:ser>
        <c:ser>
          <c:idx val="1"/>
          <c:order val="1"/>
          <c:tx>
            <c:strRef>
              <c:f>'Inflación países'!$E$3</c:f>
              <c:strCache>
                <c:ptCount val="1"/>
                <c:pt idx="0">
                  <c:v>México</c:v>
                </c:pt>
              </c:strCache>
            </c:strRef>
          </c:tx>
          <c:spPr>
            <a:ln w="25400" cap="rnd">
              <a:solidFill>
                <a:srgbClr val="0070C0">
                  <a:alpha val="86000"/>
                </a:srgbClr>
              </a:solidFill>
              <a:prstDash val="solid"/>
              <a:round/>
            </a:ln>
            <a:effectLst/>
          </c:spPr>
          <c:marker>
            <c:symbol val="none"/>
          </c:marker>
          <c:dLbls>
            <c:dLbl>
              <c:idx val="63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6CF9-4FD1-83AC-A4D958D09DD2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Dosis" pitchFamily="2" charset="0"/>
                    <a:ea typeface="+mn-ea"/>
                    <a:cs typeface="+mn-cs"/>
                  </a:defRPr>
                </a:pPr>
                <a:endParaRPr lang="es-CO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'Inflación países'!$C$4:$C$67</c:f>
              <c:numCache>
                <c:formatCode>mmm\-yy</c:formatCode>
                <c:ptCount val="64"/>
                <c:pt idx="0">
                  <c:v>43831</c:v>
                </c:pt>
                <c:pt idx="1">
                  <c:v>43862</c:v>
                </c:pt>
                <c:pt idx="2">
                  <c:v>43891</c:v>
                </c:pt>
                <c:pt idx="3">
                  <c:v>43922</c:v>
                </c:pt>
                <c:pt idx="4">
                  <c:v>43952</c:v>
                </c:pt>
                <c:pt idx="5">
                  <c:v>43983</c:v>
                </c:pt>
                <c:pt idx="6">
                  <c:v>44013</c:v>
                </c:pt>
                <c:pt idx="7">
                  <c:v>44044</c:v>
                </c:pt>
                <c:pt idx="8">
                  <c:v>44075</c:v>
                </c:pt>
                <c:pt idx="9">
                  <c:v>44105</c:v>
                </c:pt>
                <c:pt idx="10">
                  <c:v>44136</c:v>
                </c:pt>
                <c:pt idx="11">
                  <c:v>44166</c:v>
                </c:pt>
                <c:pt idx="12">
                  <c:v>44197</c:v>
                </c:pt>
                <c:pt idx="13">
                  <c:v>44228</c:v>
                </c:pt>
                <c:pt idx="14">
                  <c:v>44256</c:v>
                </c:pt>
                <c:pt idx="15">
                  <c:v>44287</c:v>
                </c:pt>
                <c:pt idx="16">
                  <c:v>44317</c:v>
                </c:pt>
                <c:pt idx="17">
                  <c:v>44348</c:v>
                </c:pt>
                <c:pt idx="18">
                  <c:v>44378</c:v>
                </c:pt>
                <c:pt idx="19">
                  <c:v>44409</c:v>
                </c:pt>
                <c:pt idx="20">
                  <c:v>44440</c:v>
                </c:pt>
                <c:pt idx="21">
                  <c:v>44470</c:v>
                </c:pt>
                <c:pt idx="22">
                  <c:v>44501</c:v>
                </c:pt>
                <c:pt idx="23">
                  <c:v>44531</c:v>
                </c:pt>
                <c:pt idx="24">
                  <c:v>44562</c:v>
                </c:pt>
                <c:pt idx="25">
                  <c:v>44593</c:v>
                </c:pt>
                <c:pt idx="26">
                  <c:v>44621</c:v>
                </c:pt>
                <c:pt idx="27">
                  <c:v>44652</c:v>
                </c:pt>
                <c:pt idx="28">
                  <c:v>44682</c:v>
                </c:pt>
                <c:pt idx="29">
                  <c:v>44713</c:v>
                </c:pt>
                <c:pt idx="30">
                  <c:v>44743</c:v>
                </c:pt>
                <c:pt idx="31">
                  <c:v>44774</c:v>
                </c:pt>
                <c:pt idx="32">
                  <c:v>44805</c:v>
                </c:pt>
                <c:pt idx="33">
                  <c:v>44835</c:v>
                </c:pt>
                <c:pt idx="34">
                  <c:v>44866</c:v>
                </c:pt>
                <c:pt idx="35">
                  <c:v>44896</c:v>
                </c:pt>
                <c:pt idx="36">
                  <c:v>44927</c:v>
                </c:pt>
                <c:pt idx="37">
                  <c:v>44958</c:v>
                </c:pt>
                <c:pt idx="38">
                  <c:v>44986</c:v>
                </c:pt>
                <c:pt idx="39">
                  <c:v>45017</c:v>
                </c:pt>
                <c:pt idx="40">
                  <c:v>45047</c:v>
                </c:pt>
                <c:pt idx="41">
                  <c:v>45078</c:v>
                </c:pt>
                <c:pt idx="42">
                  <c:v>45108</c:v>
                </c:pt>
                <c:pt idx="43">
                  <c:v>45139</c:v>
                </c:pt>
                <c:pt idx="44">
                  <c:v>45170</c:v>
                </c:pt>
                <c:pt idx="45">
                  <c:v>45200</c:v>
                </c:pt>
                <c:pt idx="46">
                  <c:v>45231</c:v>
                </c:pt>
                <c:pt idx="47">
                  <c:v>45261</c:v>
                </c:pt>
                <c:pt idx="48">
                  <c:v>45292</c:v>
                </c:pt>
                <c:pt idx="49">
                  <c:v>45323</c:v>
                </c:pt>
                <c:pt idx="50">
                  <c:v>45352</c:v>
                </c:pt>
                <c:pt idx="51">
                  <c:v>45383</c:v>
                </c:pt>
                <c:pt idx="52">
                  <c:v>45413</c:v>
                </c:pt>
                <c:pt idx="53">
                  <c:v>45444</c:v>
                </c:pt>
                <c:pt idx="54">
                  <c:v>45474</c:v>
                </c:pt>
                <c:pt idx="55">
                  <c:v>45505</c:v>
                </c:pt>
                <c:pt idx="56">
                  <c:v>45536</c:v>
                </c:pt>
                <c:pt idx="57">
                  <c:v>45566</c:v>
                </c:pt>
                <c:pt idx="58">
                  <c:v>45597</c:v>
                </c:pt>
                <c:pt idx="59">
                  <c:v>45627</c:v>
                </c:pt>
                <c:pt idx="60">
                  <c:v>45658</c:v>
                </c:pt>
                <c:pt idx="61">
                  <c:v>45689</c:v>
                </c:pt>
                <c:pt idx="62">
                  <c:v>45717</c:v>
                </c:pt>
                <c:pt idx="63">
                  <c:v>45748</c:v>
                </c:pt>
              </c:numCache>
            </c:numRef>
          </c:cat>
          <c:val>
            <c:numRef>
              <c:f>'Inflación países'!$E$4:$E$67</c:f>
              <c:numCache>
                <c:formatCode>0.0%</c:formatCode>
                <c:ptCount val="64"/>
                <c:pt idx="0">
                  <c:v>3.2383520192419635E-2</c:v>
                </c:pt>
                <c:pt idx="1">
                  <c:v>3.6961941811620269E-2</c:v>
                </c:pt>
                <c:pt idx="2">
                  <c:v>3.249062584560658E-2</c:v>
                </c:pt>
                <c:pt idx="3">
                  <c:v>2.1481488636253765E-2</c:v>
                </c:pt>
                <c:pt idx="4">
                  <c:v>2.8372710276752588E-2</c:v>
                </c:pt>
                <c:pt idx="5">
                  <c:v>3.3340109778410065E-2</c:v>
                </c:pt>
                <c:pt idx="6">
                  <c:v>3.6234050556000374E-2</c:v>
                </c:pt>
                <c:pt idx="7">
                  <c:v>4.0484228802932343E-2</c:v>
                </c:pt>
                <c:pt idx="8">
                  <c:v>4.0137769140482282E-2</c:v>
                </c:pt>
                <c:pt idx="9">
                  <c:v>4.0869640106025562E-2</c:v>
                </c:pt>
                <c:pt idx="10">
                  <c:v>3.3318778121618209E-2</c:v>
                </c:pt>
                <c:pt idx="11">
                  <c:v>3.1500745747352177E-2</c:v>
                </c:pt>
                <c:pt idx="12">
                  <c:v>3.5350925812845713E-2</c:v>
                </c:pt>
                <c:pt idx="13">
                  <c:v>3.759039751517923E-2</c:v>
                </c:pt>
                <c:pt idx="14">
                  <c:v>4.6668788258859228E-2</c:v>
                </c:pt>
                <c:pt idx="15">
                  <c:v>6.0848186846957697E-2</c:v>
                </c:pt>
                <c:pt idx="16">
                  <c:v>5.8938226484052558E-2</c:v>
                </c:pt>
                <c:pt idx="17">
                  <c:v>5.8786056228511629E-2</c:v>
                </c:pt>
                <c:pt idx="18">
                  <c:v>5.8058151222962762E-2</c:v>
                </c:pt>
                <c:pt idx="19">
                  <c:v>5.5920717179489543E-2</c:v>
                </c:pt>
                <c:pt idx="20">
                  <c:v>6.0001479919344236E-2</c:v>
                </c:pt>
                <c:pt idx="21">
                  <c:v>6.2395425377387959E-2</c:v>
                </c:pt>
                <c:pt idx="22">
                  <c:v>7.3748805761740366E-2</c:v>
                </c:pt>
                <c:pt idx="23">
                  <c:v>7.3551079426380284E-2</c:v>
                </c:pt>
                <c:pt idx="24">
                  <c:v>7.0701388258778808E-2</c:v>
                </c:pt>
                <c:pt idx="25">
                  <c:v>7.2799733109722542E-2</c:v>
                </c:pt>
                <c:pt idx="26">
                  <c:v>7.453677207039644E-2</c:v>
                </c:pt>
                <c:pt idx="27">
                  <c:v>7.6825028968713793E-2</c:v>
                </c:pt>
                <c:pt idx="28">
                  <c:v>7.6526209982298532E-2</c:v>
                </c:pt>
                <c:pt idx="29">
                  <c:v>7.9863384593604536E-2</c:v>
                </c:pt>
                <c:pt idx="30">
                  <c:v>8.1508066360549414E-2</c:v>
                </c:pt>
                <c:pt idx="31">
                  <c:v>8.6954231380433455E-2</c:v>
                </c:pt>
                <c:pt idx="32">
                  <c:v>8.6997495658851065E-2</c:v>
                </c:pt>
                <c:pt idx="33">
                  <c:v>8.4068154481182988E-2</c:v>
                </c:pt>
                <c:pt idx="34">
                  <c:v>7.7966188699907679E-2</c:v>
                </c:pt>
                <c:pt idx="35">
                  <c:v>7.8170286766460872E-2</c:v>
                </c:pt>
                <c:pt idx="36">
                  <c:v>7.9100354231284253E-2</c:v>
                </c:pt>
                <c:pt idx="37">
                  <c:v>7.6188635160235663E-2</c:v>
                </c:pt>
                <c:pt idx="38">
                  <c:v>6.8500902970231037E-2</c:v>
                </c:pt>
                <c:pt idx="39">
                  <c:v>6.2528454005910117E-2</c:v>
                </c:pt>
                <c:pt idx="40">
                  <c:v>5.8353026722414159E-2</c:v>
                </c:pt>
                <c:pt idx="41">
                  <c:v>5.0555537347186208E-2</c:v>
                </c:pt>
                <c:pt idx="42">
                  <c:v>4.78576308683345E-2</c:v>
                </c:pt>
                <c:pt idx="43">
                  <c:v>4.6380136184098752E-2</c:v>
                </c:pt>
                <c:pt idx="44">
                  <c:v>4.4544878021369305E-2</c:v>
                </c:pt>
                <c:pt idx="45">
                  <c:v>4.2570005428015145E-2</c:v>
                </c:pt>
                <c:pt idx="46">
                  <c:v>4.3239124741065282E-2</c:v>
                </c:pt>
                <c:pt idx="47">
                  <c:v>4.6608896408861566E-2</c:v>
                </c:pt>
                <c:pt idx="48">
                  <c:v>4.8839291323741874E-2</c:v>
                </c:pt>
                <c:pt idx="49">
                  <c:v>4.4007622260750168E-2</c:v>
                </c:pt>
                <c:pt idx="50">
                  <c:v>4.4201261780512535E-2</c:v>
                </c:pt>
                <c:pt idx="51">
                  <c:v>4.6532100371602603E-2</c:v>
                </c:pt>
                <c:pt idx="52">
                  <c:v>4.6867680584616211E-2</c:v>
                </c:pt>
                <c:pt idx="53">
                  <c:v>0.05</c:v>
                </c:pt>
                <c:pt idx="54">
                  <c:v>5.6000000000000001E-2</c:v>
                </c:pt>
                <c:pt idx="55">
                  <c:v>5.9900000000000002E-2</c:v>
                </c:pt>
                <c:pt idx="56">
                  <c:v>4.58E-2</c:v>
                </c:pt>
                <c:pt idx="57">
                  <c:v>4.7600000000000003E-2</c:v>
                </c:pt>
                <c:pt idx="58">
                  <c:v>4.5499999999999999E-2</c:v>
                </c:pt>
                <c:pt idx="59">
                  <c:v>4.2099999999999999E-2</c:v>
                </c:pt>
                <c:pt idx="60">
                  <c:v>3.5900000000000001E-2</c:v>
                </c:pt>
                <c:pt idx="61">
                  <c:v>3.7999999999999999E-2</c:v>
                </c:pt>
                <c:pt idx="62">
                  <c:v>3.7999999999999999E-2</c:v>
                </c:pt>
                <c:pt idx="63">
                  <c:v>3.9E-2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931D-4A98-8F7E-5083D7697C4F}"/>
            </c:ext>
          </c:extLst>
        </c:ser>
        <c:ser>
          <c:idx val="2"/>
          <c:order val="2"/>
          <c:tx>
            <c:strRef>
              <c:f>'Inflación países'!$F$3</c:f>
              <c:strCache>
                <c:ptCount val="1"/>
                <c:pt idx="0">
                  <c:v>Brasil</c:v>
                </c:pt>
              </c:strCache>
            </c:strRef>
          </c:tx>
          <c:spPr>
            <a:ln w="25400" cap="rnd">
              <a:solidFill>
                <a:srgbClr val="FF0000">
                  <a:alpha val="80000"/>
                </a:srgbClr>
              </a:solidFill>
              <a:prstDash val="solid"/>
              <a:round/>
            </a:ln>
            <a:effectLst/>
          </c:spPr>
          <c:marker>
            <c:symbol val="none"/>
          </c:marker>
          <c:cat>
            <c:numRef>
              <c:f>'Inflación países'!$C$4:$C$67</c:f>
              <c:numCache>
                <c:formatCode>mmm\-yy</c:formatCode>
                <c:ptCount val="64"/>
                <c:pt idx="0">
                  <c:v>43831</c:v>
                </c:pt>
                <c:pt idx="1">
                  <c:v>43862</c:v>
                </c:pt>
                <c:pt idx="2">
                  <c:v>43891</c:v>
                </c:pt>
                <c:pt idx="3">
                  <c:v>43922</c:v>
                </c:pt>
                <c:pt idx="4">
                  <c:v>43952</c:v>
                </c:pt>
                <c:pt idx="5">
                  <c:v>43983</c:v>
                </c:pt>
                <c:pt idx="6">
                  <c:v>44013</c:v>
                </c:pt>
                <c:pt idx="7">
                  <c:v>44044</c:v>
                </c:pt>
                <c:pt idx="8">
                  <c:v>44075</c:v>
                </c:pt>
                <c:pt idx="9">
                  <c:v>44105</c:v>
                </c:pt>
                <c:pt idx="10">
                  <c:v>44136</c:v>
                </c:pt>
                <c:pt idx="11">
                  <c:v>44166</c:v>
                </c:pt>
                <c:pt idx="12">
                  <c:v>44197</c:v>
                </c:pt>
                <c:pt idx="13">
                  <c:v>44228</c:v>
                </c:pt>
                <c:pt idx="14">
                  <c:v>44256</c:v>
                </c:pt>
                <c:pt idx="15">
                  <c:v>44287</c:v>
                </c:pt>
                <c:pt idx="16">
                  <c:v>44317</c:v>
                </c:pt>
                <c:pt idx="17">
                  <c:v>44348</c:v>
                </c:pt>
                <c:pt idx="18">
                  <c:v>44378</c:v>
                </c:pt>
                <c:pt idx="19">
                  <c:v>44409</c:v>
                </c:pt>
                <c:pt idx="20">
                  <c:v>44440</c:v>
                </c:pt>
                <c:pt idx="21">
                  <c:v>44470</c:v>
                </c:pt>
                <c:pt idx="22">
                  <c:v>44501</c:v>
                </c:pt>
                <c:pt idx="23">
                  <c:v>44531</c:v>
                </c:pt>
                <c:pt idx="24">
                  <c:v>44562</c:v>
                </c:pt>
                <c:pt idx="25">
                  <c:v>44593</c:v>
                </c:pt>
                <c:pt idx="26">
                  <c:v>44621</c:v>
                </c:pt>
                <c:pt idx="27">
                  <c:v>44652</c:v>
                </c:pt>
                <c:pt idx="28">
                  <c:v>44682</c:v>
                </c:pt>
                <c:pt idx="29">
                  <c:v>44713</c:v>
                </c:pt>
                <c:pt idx="30">
                  <c:v>44743</c:v>
                </c:pt>
                <c:pt idx="31">
                  <c:v>44774</c:v>
                </c:pt>
                <c:pt idx="32">
                  <c:v>44805</c:v>
                </c:pt>
                <c:pt idx="33">
                  <c:v>44835</c:v>
                </c:pt>
                <c:pt idx="34">
                  <c:v>44866</c:v>
                </c:pt>
                <c:pt idx="35">
                  <c:v>44896</c:v>
                </c:pt>
                <c:pt idx="36">
                  <c:v>44927</c:v>
                </c:pt>
                <c:pt idx="37">
                  <c:v>44958</c:v>
                </c:pt>
                <c:pt idx="38">
                  <c:v>44986</c:v>
                </c:pt>
                <c:pt idx="39">
                  <c:v>45017</c:v>
                </c:pt>
                <c:pt idx="40">
                  <c:v>45047</c:v>
                </c:pt>
                <c:pt idx="41">
                  <c:v>45078</c:v>
                </c:pt>
                <c:pt idx="42">
                  <c:v>45108</c:v>
                </c:pt>
                <c:pt idx="43">
                  <c:v>45139</c:v>
                </c:pt>
                <c:pt idx="44">
                  <c:v>45170</c:v>
                </c:pt>
                <c:pt idx="45">
                  <c:v>45200</c:v>
                </c:pt>
                <c:pt idx="46">
                  <c:v>45231</c:v>
                </c:pt>
                <c:pt idx="47">
                  <c:v>45261</c:v>
                </c:pt>
                <c:pt idx="48">
                  <c:v>45292</c:v>
                </c:pt>
                <c:pt idx="49">
                  <c:v>45323</c:v>
                </c:pt>
                <c:pt idx="50">
                  <c:v>45352</c:v>
                </c:pt>
                <c:pt idx="51">
                  <c:v>45383</c:v>
                </c:pt>
                <c:pt idx="52">
                  <c:v>45413</c:v>
                </c:pt>
                <c:pt idx="53">
                  <c:v>45444</c:v>
                </c:pt>
                <c:pt idx="54">
                  <c:v>45474</c:v>
                </c:pt>
                <c:pt idx="55">
                  <c:v>45505</c:v>
                </c:pt>
                <c:pt idx="56">
                  <c:v>45536</c:v>
                </c:pt>
                <c:pt idx="57">
                  <c:v>45566</c:v>
                </c:pt>
                <c:pt idx="58">
                  <c:v>45597</c:v>
                </c:pt>
                <c:pt idx="59">
                  <c:v>45627</c:v>
                </c:pt>
                <c:pt idx="60">
                  <c:v>45658</c:v>
                </c:pt>
                <c:pt idx="61">
                  <c:v>45689</c:v>
                </c:pt>
                <c:pt idx="62">
                  <c:v>45717</c:v>
                </c:pt>
                <c:pt idx="63">
                  <c:v>45748</c:v>
                </c:pt>
              </c:numCache>
            </c:numRef>
          </c:cat>
          <c:val>
            <c:numRef>
              <c:f>'Inflación países'!$F$4:$F$67</c:f>
              <c:numCache>
                <c:formatCode>0.0%</c:formatCode>
                <c:ptCount val="64"/>
                <c:pt idx="0">
                  <c:v>4.1893962541805996E-2</c:v>
                </c:pt>
                <c:pt idx="1">
                  <c:v>4.0046324763554075E-2</c:v>
                </c:pt>
                <c:pt idx="2">
                  <c:v>3.2999682686586818E-2</c:v>
                </c:pt>
                <c:pt idx="3">
                  <c:v>2.3975877210280716E-2</c:v>
                </c:pt>
                <c:pt idx="4">
                  <c:v>1.874545985688969E-2</c:v>
                </c:pt>
                <c:pt idx="5">
                  <c:v>2.1327151109360676E-2</c:v>
                </c:pt>
                <c:pt idx="6">
                  <c:v>2.3056401100701063E-2</c:v>
                </c:pt>
                <c:pt idx="7">
                  <c:v>2.4370787958115203E-2</c:v>
                </c:pt>
                <c:pt idx="8">
                  <c:v>3.1331734319758997E-2</c:v>
                </c:pt>
                <c:pt idx="9">
                  <c:v>3.9180648178428923E-2</c:v>
                </c:pt>
                <c:pt idx="10">
                  <c:v>4.3107725645864514E-2</c:v>
                </c:pt>
                <c:pt idx="11">
                  <c:v>4.5151428847143515E-2</c:v>
                </c:pt>
                <c:pt idx="12">
                  <c:v>4.5590608038779346E-2</c:v>
                </c:pt>
                <c:pt idx="13">
                  <c:v>5.195280531663049E-2</c:v>
                </c:pt>
                <c:pt idx="14">
                  <c:v>6.0257419689520697E-2</c:v>
                </c:pt>
                <c:pt idx="15">
                  <c:v>6.6851456912599971E-2</c:v>
                </c:pt>
                <c:pt idx="16">
                  <c:v>7.980960094351186E-2</c:v>
                </c:pt>
                <c:pt idx="17">
                  <c:v>8.2717525681391679E-2</c:v>
                </c:pt>
                <c:pt idx="18">
                  <c:v>8.9190528371830391E-2</c:v>
                </c:pt>
                <c:pt idx="19">
                  <c:v>9.6035998893265306E-2</c:v>
                </c:pt>
                <c:pt idx="20">
                  <c:v>0.10169914207302067</c:v>
                </c:pt>
                <c:pt idx="21">
                  <c:v>0.10595913335635321</c:v>
                </c:pt>
                <c:pt idx="22">
                  <c:v>0.1066168550921518</c:v>
                </c:pt>
                <c:pt idx="23">
                  <c:v>9.9847221076552639E-2</c:v>
                </c:pt>
                <c:pt idx="24">
                  <c:v>0.10302882364457067</c:v>
                </c:pt>
                <c:pt idx="25">
                  <c:v>0.10466925940822902</c:v>
                </c:pt>
                <c:pt idx="26">
                  <c:v>0.11299315936227083</c:v>
                </c:pt>
                <c:pt idx="27">
                  <c:v>0.12131481133436783</c:v>
                </c:pt>
                <c:pt idx="28">
                  <c:v>0.11731130698672532</c:v>
                </c:pt>
                <c:pt idx="29">
                  <c:v>0.11886729638678339</c:v>
                </c:pt>
                <c:pt idx="30">
                  <c:v>0.10069235228686479</c:v>
                </c:pt>
                <c:pt idx="31">
                  <c:v>8.4117520789140476E-2</c:v>
                </c:pt>
                <c:pt idx="32">
                  <c:v>7.8008910527059383E-2</c:v>
                </c:pt>
                <c:pt idx="33">
                  <c:v>6.1533719887022498E-2</c:v>
                </c:pt>
                <c:pt idx="34">
                  <c:v>5.9004882802429659E-2</c:v>
                </c:pt>
                <c:pt idx="35">
                  <c:v>5.7848419538450768E-2</c:v>
                </c:pt>
                <c:pt idx="36">
                  <c:v>5.7743202583703246E-2</c:v>
                </c:pt>
                <c:pt idx="37">
                  <c:v>5.5963019113952628E-2</c:v>
                </c:pt>
                <c:pt idx="38">
                  <c:v>4.6484948733775067E-2</c:v>
                </c:pt>
                <c:pt idx="39">
                  <c:v>4.1847058031483808E-2</c:v>
                </c:pt>
                <c:pt idx="40">
                  <c:v>3.935832198528022E-2</c:v>
                </c:pt>
                <c:pt idx="41">
                  <c:v>3.1615014902675487E-2</c:v>
                </c:pt>
                <c:pt idx="42">
                  <c:v>3.9924438397987094E-2</c:v>
                </c:pt>
                <c:pt idx="43">
                  <c:v>4.9124622471582224E-2</c:v>
                </c:pt>
                <c:pt idx="44">
                  <c:v>4.5682817940340126E-2</c:v>
                </c:pt>
                <c:pt idx="45">
                  <c:v>5.1319099399436796E-2</c:v>
                </c:pt>
                <c:pt idx="46">
                  <c:v>4.6835370052575431E-2</c:v>
                </c:pt>
                <c:pt idx="47">
                  <c:v>4.6211139051287153E-2</c:v>
                </c:pt>
                <c:pt idx="48">
                  <c:v>4.5066374555674527E-2</c:v>
                </c:pt>
                <c:pt idx="49">
                  <c:v>4.4962738171912875E-2</c:v>
                </c:pt>
                <c:pt idx="50">
                  <c:v>3.9277804840130548E-2</c:v>
                </c:pt>
                <c:pt idx="51">
                  <c:v>3.6880164968459361E-2</c:v>
                </c:pt>
                <c:pt idx="52">
                  <c:v>3.9E-2</c:v>
                </c:pt>
                <c:pt idx="53">
                  <c:v>4.2299999999999997E-2</c:v>
                </c:pt>
                <c:pt idx="54">
                  <c:v>4.4999999999999998E-2</c:v>
                </c:pt>
                <c:pt idx="55">
                  <c:v>4.24E-2</c:v>
                </c:pt>
                <c:pt idx="56">
                  <c:v>4.4199999999999996E-2</c:v>
                </c:pt>
                <c:pt idx="57">
                  <c:v>4.7599999999999996E-2</c:v>
                </c:pt>
                <c:pt idx="58">
                  <c:v>4.87E-2</c:v>
                </c:pt>
                <c:pt idx="59">
                  <c:v>4.8000000000000001E-2</c:v>
                </c:pt>
                <c:pt idx="60">
                  <c:v>4.5999999999999999E-2</c:v>
                </c:pt>
                <c:pt idx="61">
                  <c:v>5.0999999999999997E-2</c:v>
                </c:pt>
                <c:pt idx="62">
                  <c:v>5.5E-2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2-931D-4A98-8F7E-5083D7697C4F}"/>
            </c:ext>
          </c:extLst>
        </c:ser>
        <c:ser>
          <c:idx val="3"/>
          <c:order val="3"/>
          <c:tx>
            <c:strRef>
              <c:f>'Inflación países'!$K$3</c:f>
              <c:strCache>
                <c:ptCount val="1"/>
                <c:pt idx="0">
                  <c:v>Chile</c:v>
                </c:pt>
              </c:strCache>
            </c:strRef>
          </c:tx>
          <c:spPr>
            <a:ln w="25400" cap="rnd">
              <a:solidFill>
                <a:srgbClr val="FFC000">
                  <a:alpha val="80000"/>
                </a:srgbClr>
              </a:solidFill>
              <a:round/>
            </a:ln>
            <a:effectLst/>
          </c:spPr>
          <c:marker>
            <c:symbol val="none"/>
          </c:marker>
          <c:dLbls>
            <c:dLbl>
              <c:idx val="63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6CF9-4FD1-83AC-A4D958D09DD2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rgbClr val="FFC000"/>
                    </a:solidFill>
                    <a:latin typeface="Dosis" pitchFamily="2" charset="0"/>
                    <a:ea typeface="+mn-ea"/>
                    <a:cs typeface="+mn-cs"/>
                  </a:defRPr>
                </a:pPr>
                <a:endParaRPr lang="es-CO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'Inflación países'!$C$4:$C$67</c:f>
              <c:numCache>
                <c:formatCode>mmm\-yy</c:formatCode>
                <c:ptCount val="64"/>
                <c:pt idx="0">
                  <c:v>43831</c:v>
                </c:pt>
                <c:pt idx="1">
                  <c:v>43862</c:v>
                </c:pt>
                <c:pt idx="2">
                  <c:v>43891</c:v>
                </c:pt>
                <c:pt idx="3">
                  <c:v>43922</c:v>
                </c:pt>
                <c:pt idx="4">
                  <c:v>43952</c:v>
                </c:pt>
                <c:pt idx="5">
                  <c:v>43983</c:v>
                </c:pt>
                <c:pt idx="6">
                  <c:v>44013</c:v>
                </c:pt>
                <c:pt idx="7">
                  <c:v>44044</c:v>
                </c:pt>
                <c:pt idx="8">
                  <c:v>44075</c:v>
                </c:pt>
                <c:pt idx="9">
                  <c:v>44105</c:v>
                </c:pt>
                <c:pt idx="10">
                  <c:v>44136</c:v>
                </c:pt>
                <c:pt idx="11">
                  <c:v>44166</c:v>
                </c:pt>
                <c:pt idx="12">
                  <c:v>44197</c:v>
                </c:pt>
                <c:pt idx="13">
                  <c:v>44228</c:v>
                </c:pt>
                <c:pt idx="14">
                  <c:v>44256</c:v>
                </c:pt>
                <c:pt idx="15">
                  <c:v>44287</c:v>
                </c:pt>
                <c:pt idx="16">
                  <c:v>44317</c:v>
                </c:pt>
                <c:pt idx="17">
                  <c:v>44348</c:v>
                </c:pt>
                <c:pt idx="18">
                  <c:v>44378</c:v>
                </c:pt>
                <c:pt idx="19">
                  <c:v>44409</c:v>
                </c:pt>
                <c:pt idx="20">
                  <c:v>44440</c:v>
                </c:pt>
                <c:pt idx="21">
                  <c:v>44470</c:v>
                </c:pt>
                <c:pt idx="22">
                  <c:v>44501</c:v>
                </c:pt>
                <c:pt idx="23">
                  <c:v>44531</c:v>
                </c:pt>
                <c:pt idx="24">
                  <c:v>44562</c:v>
                </c:pt>
                <c:pt idx="25">
                  <c:v>44593</c:v>
                </c:pt>
                <c:pt idx="26">
                  <c:v>44621</c:v>
                </c:pt>
                <c:pt idx="27">
                  <c:v>44652</c:v>
                </c:pt>
                <c:pt idx="28">
                  <c:v>44682</c:v>
                </c:pt>
                <c:pt idx="29">
                  <c:v>44713</c:v>
                </c:pt>
                <c:pt idx="30">
                  <c:v>44743</c:v>
                </c:pt>
                <c:pt idx="31">
                  <c:v>44774</c:v>
                </c:pt>
                <c:pt idx="32">
                  <c:v>44805</c:v>
                </c:pt>
                <c:pt idx="33">
                  <c:v>44835</c:v>
                </c:pt>
                <c:pt idx="34">
                  <c:v>44866</c:v>
                </c:pt>
                <c:pt idx="35">
                  <c:v>44896</c:v>
                </c:pt>
                <c:pt idx="36">
                  <c:v>44927</c:v>
                </c:pt>
                <c:pt idx="37">
                  <c:v>44958</c:v>
                </c:pt>
                <c:pt idx="38">
                  <c:v>44986</c:v>
                </c:pt>
                <c:pt idx="39">
                  <c:v>45017</c:v>
                </c:pt>
                <c:pt idx="40">
                  <c:v>45047</c:v>
                </c:pt>
                <c:pt idx="41">
                  <c:v>45078</c:v>
                </c:pt>
                <c:pt idx="42">
                  <c:v>45108</c:v>
                </c:pt>
                <c:pt idx="43">
                  <c:v>45139</c:v>
                </c:pt>
                <c:pt idx="44">
                  <c:v>45170</c:v>
                </c:pt>
                <c:pt idx="45">
                  <c:v>45200</c:v>
                </c:pt>
                <c:pt idx="46">
                  <c:v>45231</c:v>
                </c:pt>
                <c:pt idx="47">
                  <c:v>45261</c:v>
                </c:pt>
                <c:pt idx="48">
                  <c:v>45292</c:v>
                </c:pt>
                <c:pt idx="49">
                  <c:v>45323</c:v>
                </c:pt>
                <c:pt idx="50">
                  <c:v>45352</c:v>
                </c:pt>
                <c:pt idx="51">
                  <c:v>45383</c:v>
                </c:pt>
                <c:pt idx="52">
                  <c:v>45413</c:v>
                </c:pt>
                <c:pt idx="53">
                  <c:v>45444</c:v>
                </c:pt>
                <c:pt idx="54">
                  <c:v>45474</c:v>
                </c:pt>
                <c:pt idx="55">
                  <c:v>45505</c:v>
                </c:pt>
                <c:pt idx="56">
                  <c:v>45536</c:v>
                </c:pt>
                <c:pt idx="57">
                  <c:v>45566</c:v>
                </c:pt>
                <c:pt idx="58">
                  <c:v>45597</c:v>
                </c:pt>
                <c:pt idx="59">
                  <c:v>45627</c:v>
                </c:pt>
                <c:pt idx="60">
                  <c:v>45658</c:v>
                </c:pt>
                <c:pt idx="61">
                  <c:v>45689</c:v>
                </c:pt>
                <c:pt idx="62">
                  <c:v>45717</c:v>
                </c:pt>
                <c:pt idx="63">
                  <c:v>45748</c:v>
                </c:pt>
              </c:numCache>
            </c:numRef>
          </c:cat>
          <c:val>
            <c:numRef>
              <c:f>'Inflación países'!$K$4:$K$67</c:f>
              <c:numCache>
                <c:formatCode>0.0%</c:formatCode>
                <c:ptCount val="64"/>
                <c:pt idx="0">
                  <c:v>3.4640198601657346E-2</c:v>
                </c:pt>
                <c:pt idx="1">
                  <c:v>3.8892747191852095E-2</c:v>
                </c:pt>
                <c:pt idx="2">
                  <c:v>3.7424706270633878E-2</c:v>
                </c:pt>
                <c:pt idx="3">
                  <c:v>3.4173724607316158E-2</c:v>
                </c:pt>
                <c:pt idx="4">
                  <c:v>2.7508565802038198E-2</c:v>
                </c:pt>
                <c:pt idx="5">
                  <c:v>2.6320939242031827E-2</c:v>
                </c:pt>
                <c:pt idx="6">
                  <c:v>2.4992677977051736E-2</c:v>
                </c:pt>
                <c:pt idx="7">
                  <c:v>2.4459169768847877E-2</c:v>
                </c:pt>
                <c:pt idx="8">
                  <c:v>3.0887654697621558E-2</c:v>
                </c:pt>
                <c:pt idx="9">
                  <c:v>2.9477143089714053E-2</c:v>
                </c:pt>
                <c:pt idx="10">
                  <c:v>2.7329792456560531E-2</c:v>
                </c:pt>
                <c:pt idx="11">
                  <c:v>2.9712521710072881E-2</c:v>
                </c:pt>
                <c:pt idx="12">
                  <c:v>3.1178050620856324E-2</c:v>
                </c:pt>
                <c:pt idx="13">
                  <c:v>2.8459555024199057E-2</c:v>
                </c:pt>
                <c:pt idx="14">
                  <c:v>2.8840662446109278E-2</c:v>
                </c:pt>
                <c:pt idx="15">
                  <c:v>3.3234929964132132E-2</c:v>
                </c:pt>
                <c:pt idx="16">
                  <c:v>3.6490091479947973E-2</c:v>
                </c:pt>
                <c:pt idx="17">
                  <c:v>3.8039851324913609E-2</c:v>
                </c:pt>
                <c:pt idx="18">
                  <c:v>4.5432898352461448E-2</c:v>
                </c:pt>
                <c:pt idx="19">
                  <c:v>4.775040429257249E-2</c:v>
                </c:pt>
                <c:pt idx="20">
                  <c:v>5.3402646486113259E-2</c:v>
                </c:pt>
                <c:pt idx="21">
                  <c:v>6.0270371747388918E-2</c:v>
                </c:pt>
                <c:pt idx="22">
                  <c:v>6.7023876559660467E-2</c:v>
                </c:pt>
                <c:pt idx="23">
                  <c:v>7.1669477211016019E-2</c:v>
                </c:pt>
                <c:pt idx="24">
                  <c:v>7.7030421489841405E-2</c:v>
                </c:pt>
                <c:pt idx="25">
                  <c:v>7.8094530640332005E-2</c:v>
                </c:pt>
                <c:pt idx="26">
                  <c:v>9.4088259703645649E-2</c:v>
                </c:pt>
                <c:pt idx="27">
                  <c:v>0.10516129029329435</c:v>
                </c:pt>
                <c:pt idx="28">
                  <c:v>0.11545178785114252</c:v>
                </c:pt>
                <c:pt idx="29">
                  <c:v>0.12490815580383163</c:v>
                </c:pt>
                <c:pt idx="30">
                  <c:v>0.13119533523641591</c:v>
                </c:pt>
                <c:pt idx="31">
                  <c:v>0.14089877447339916</c:v>
                </c:pt>
                <c:pt idx="32">
                  <c:v>0.13728129201208583</c:v>
                </c:pt>
                <c:pt idx="33">
                  <c:v>0.12812112625021044</c:v>
                </c:pt>
                <c:pt idx="34">
                  <c:v>0.1333803189585876</c:v>
                </c:pt>
                <c:pt idx="35">
                  <c:v>0.12789579510857307</c:v>
                </c:pt>
                <c:pt idx="36">
                  <c:v>0.12334801752718527</c:v>
                </c:pt>
                <c:pt idx="37">
                  <c:v>0.11946597755307686</c:v>
                </c:pt>
                <c:pt idx="38">
                  <c:v>0.11094199228059876</c:v>
                </c:pt>
                <c:pt idx="39">
                  <c:v>9.9074305746248648E-2</c:v>
                </c:pt>
                <c:pt idx="40">
                  <c:v>8.7268232326458861E-2</c:v>
                </c:pt>
                <c:pt idx="41">
                  <c:v>7.5604180270436805E-2</c:v>
                </c:pt>
                <c:pt idx="42">
                  <c:v>6.4755154697218043E-2</c:v>
                </c:pt>
                <c:pt idx="43">
                  <c:v>5.3155088690106878E-2</c:v>
                </c:pt>
                <c:pt idx="44">
                  <c:v>5.1203156246267811E-2</c:v>
                </c:pt>
                <c:pt idx="45">
                  <c:v>5.031002301602272E-2</c:v>
                </c:pt>
                <c:pt idx="46">
                  <c:v>4.7959580000140445E-2</c:v>
                </c:pt>
                <c:pt idx="47">
                  <c:v>3.9373740193201279E-2</c:v>
                </c:pt>
                <c:pt idx="48">
                  <c:v>3.8359861632717651E-2</c:v>
                </c:pt>
                <c:pt idx="49">
                  <c:v>4.5127582153406065E-2</c:v>
                </c:pt>
                <c:pt idx="50">
                  <c:v>3.7750814614559092E-2</c:v>
                </c:pt>
                <c:pt idx="51">
                  <c:v>3.9961914378581209E-2</c:v>
                </c:pt>
                <c:pt idx="52">
                  <c:v>4.1596904371585364E-2</c:v>
                </c:pt>
                <c:pt idx="53">
                  <c:v>4.2000000000000003E-2</c:v>
                </c:pt>
                <c:pt idx="54">
                  <c:v>4.5999999999999999E-2</c:v>
                </c:pt>
                <c:pt idx="55">
                  <c:v>4.7E-2</c:v>
                </c:pt>
                <c:pt idx="56">
                  <c:v>4.0999999999999995E-2</c:v>
                </c:pt>
                <c:pt idx="57">
                  <c:v>4.7E-2</c:v>
                </c:pt>
                <c:pt idx="58">
                  <c:v>4.2000000000000003E-2</c:v>
                </c:pt>
                <c:pt idx="59">
                  <c:v>4.4999999999999998E-2</c:v>
                </c:pt>
                <c:pt idx="60">
                  <c:v>4.9000000000000002E-2</c:v>
                </c:pt>
                <c:pt idx="61">
                  <c:v>4.7E-2</c:v>
                </c:pt>
                <c:pt idx="62">
                  <c:v>4.9000000000000002E-2</c:v>
                </c:pt>
                <c:pt idx="63">
                  <c:v>4.4999999999999998E-2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1836-4AC9-AEBE-4A76756116C7}"/>
            </c:ext>
          </c:extLst>
        </c:ser>
        <c:ser>
          <c:idx val="8"/>
          <c:order val="4"/>
          <c:tx>
            <c:strRef>
              <c:f>'Inflación países'!$L$3</c:f>
              <c:strCache>
                <c:ptCount val="1"/>
                <c:pt idx="0">
                  <c:v>Uruguay</c:v>
                </c:pt>
              </c:strCache>
            </c:strRef>
          </c:tx>
          <c:spPr>
            <a:ln w="25400" cap="rnd">
              <a:solidFill>
                <a:srgbClr val="E97132">
                  <a:lumMod val="75000"/>
                  <a:alpha val="80000"/>
                </a:srgbClr>
              </a:solidFill>
              <a:round/>
            </a:ln>
            <a:effectLst/>
          </c:spPr>
          <c:marker>
            <c:symbol val="none"/>
          </c:marker>
          <c:dLbls>
            <c:dLbl>
              <c:idx val="61"/>
              <c:layout>
                <c:manualLayout>
                  <c:x val="-0.15552300398192859"/>
                  <c:y val="-0.4778525892058890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BF0F-4D7E-924E-B84D65C283CC}"/>
                </c:ext>
              </c:extLst>
            </c:dLbl>
            <c:dLbl>
              <c:idx val="63"/>
              <c:layout>
                <c:manualLayout>
                  <c:x val="-1.7820138346503809E-16"/>
                  <c:y val="-1.1886880328504702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6CF9-4FD1-83AC-A4D958D09DD2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accent2">
                        <a:lumMod val="50000"/>
                      </a:schemeClr>
                    </a:solidFill>
                    <a:latin typeface="Dosis" pitchFamily="2" charset="0"/>
                    <a:ea typeface="+mn-ea"/>
                    <a:cs typeface="+mn-cs"/>
                  </a:defRPr>
                </a:pPr>
                <a:endParaRPr lang="es-CO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'Inflación países'!$C$4:$C$67</c:f>
              <c:numCache>
                <c:formatCode>mmm\-yy</c:formatCode>
                <c:ptCount val="64"/>
                <c:pt idx="0">
                  <c:v>43831</c:v>
                </c:pt>
                <c:pt idx="1">
                  <c:v>43862</c:v>
                </c:pt>
                <c:pt idx="2">
                  <c:v>43891</c:v>
                </c:pt>
                <c:pt idx="3">
                  <c:v>43922</c:v>
                </c:pt>
                <c:pt idx="4">
                  <c:v>43952</c:v>
                </c:pt>
                <c:pt idx="5">
                  <c:v>43983</c:v>
                </c:pt>
                <c:pt idx="6">
                  <c:v>44013</c:v>
                </c:pt>
                <c:pt idx="7">
                  <c:v>44044</c:v>
                </c:pt>
                <c:pt idx="8">
                  <c:v>44075</c:v>
                </c:pt>
                <c:pt idx="9">
                  <c:v>44105</c:v>
                </c:pt>
                <c:pt idx="10">
                  <c:v>44136</c:v>
                </c:pt>
                <c:pt idx="11">
                  <c:v>44166</c:v>
                </c:pt>
                <c:pt idx="12">
                  <c:v>44197</c:v>
                </c:pt>
                <c:pt idx="13">
                  <c:v>44228</c:v>
                </c:pt>
                <c:pt idx="14">
                  <c:v>44256</c:v>
                </c:pt>
                <c:pt idx="15">
                  <c:v>44287</c:v>
                </c:pt>
                <c:pt idx="16">
                  <c:v>44317</c:v>
                </c:pt>
                <c:pt idx="17">
                  <c:v>44348</c:v>
                </c:pt>
                <c:pt idx="18">
                  <c:v>44378</c:v>
                </c:pt>
                <c:pt idx="19">
                  <c:v>44409</c:v>
                </c:pt>
                <c:pt idx="20">
                  <c:v>44440</c:v>
                </c:pt>
                <c:pt idx="21">
                  <c:v>44470</c:v>
                </c:pt>
                <c:pt idx="22">
                  <c:v>44501</c:v>
                </c:pt>
                <c:pt idx="23">
                  <c:v>44531</c:v>
                </c:pt>
                <c:pt idx="24">
                  <c:v>44562</c:v>
                </c:pt>
                <c:pt idx="25">
                  <c:v>44593</c:v>
                </c:pt>
                <c:pt idx="26">
                  <c:v>44621</c:v>
                </c:pt>
                <c:pt idx="27">
                  <c:v>44652</c:v>
                </c:pt>
                <c:pt idx="28">
                  <c:v>44682</c:v>
                </c:pt>
                <c:pt idx="29">
                  <c:v>44713</c:v>
                </c:pt>
                <c:pt idx="30">
                  <c:v>44743</c:v>
                </c:pt>
                <c:pt idx="31">
                  <c:v>44774</c:v>
                </c:pt>
                <c:pt idx="32">
                  <c:v>44805</c:v>
                </c:pt>
                <c:pt idx="33">
                  <c:v>44835</c:v>
                </c:pt>
                <c:pt idx="34">
                  <c:v>44866</c:v>
                </c:pt>
                <c:pt idx="35">
                  <c:v>44896</c:v>
                </c:pt>
                <c:pt idx="36">
                  <c:v>44927</c:v>
                </c:pt>
                <c:pt idx="37">
                  <c:v>44958</c:v>
                </c:pt>
                <c:pt idx="38">
                  <c:v>44986</c:v>
                </c:pt>
                <c:pt idx="39">
                  <c:v>45017</c:v>
                </c:pt>
                <c:pt idx="40">
                  <c:v>45047</c:v>
                </c:pt>
                <c:pt idx="41">
                  <c:v>45078</c:v>
                </c:pt>
                <c:pt idx="42">
                  <c:v>45108</c:v>
                </c:pt>
                <c:pt idx="43">
                  <c:v>45139</c:v>
                </c:pt>
                <c:pt idx="44">
                  <c:v>45170</c:v>
                </c:pt>
                <c:pt idx="45">
                  <c:v>45200</c:v>
                </c:pt>
                <c:pt idx="46">
                  <c:v>45231</c:v>
                </c:pt>
                <c:pt idx="47">
                  <c:v>45261</c:v>
                </c:pt>
                <c:pt idx="48">
                  <c:v>45292</c:v>
                </c:pt>
                <c:pt idx="49">
                  <c:v>45323</c:v>
                </c:pt>
                <c:pt idx="50">
                  <c:v>45352</c:v>
                </c:pt>
                <c:pt idx="51">
                  <c:v>45383</c:v>
                </c:pt>
                <c:pt idx="52">
                  <c:v>45413</c:v>
                </c:pt>
                <c:pt idx="53">
                  <c:v>45444</c:v>
                </c:pt>
                <c:pt idx="54">
                  <c:v>45474</c:v>
                </c:pt>
                <c:pt idx="55">
                  <c:v>45505</c:v>
                </c:pt>
                <c:pt idx="56">
                  <c:v>45536</c:v>
                </c:pt>
                <c:pt idx="57">
                  <c:v>45566</c:v>
                </c:pt>
                <c:pt idx="58">
                  <c:v>45597</c:v>
                </c:pt>
                <c:pt idx="59">
                  <c:v>45627</c:v>
                </c:pt>
                <c:pt idx="60">
                  <c:v>45658</c:v>
                </c:pt>
                <c:pt idx="61">
                  <c:v>45689</c:v>
                </c:pt>
                <c:pt idx="62">
                  <c:v>45717</c:v>
                </c:pt>
                <c:pt idx="63">
                  <c:v>45748</c:v>
                </c:pt>
              </c:numCache>
            </c:numRef>
          </c:cat>
          <c:val>
            <c:numRef>
              <c:f>'Inflación países'!$L$4:$L$67</c:f>
              <c:numCache>
                <c:formatCode>0.0%</c:formatCode>
                <c:ptCount val="64"/>
                <c:pt idx="0">
                  <c:v>8.7061415010406762E-2</c:v>
                </c:pt>
                <c:pt idx="1">
                  <c:v>8.3155871708943341E-2</c:v>
                </c:pt>
                <c:pt idx="2">
                  <c:v>9.1585309109058821E-2</c:v>
                </c:pt>
                <c:pt idx="3">
                  <c:v>0.10863079922814745</c:v>
                </c:pt>
                <c:pt idx="4">
                  <c:v>0.11050771051374841</c:v>
                </c:pt>
                <c:pt idx="5">
                  <c:v>0.10364528079161595</c:v>
                </c:pt>
                <c:pt idx="6">
                  <c:v>0.10129332117687917</c:v>
                </c:pt>
                <c:pt idx="7">
                  <c:v>9.7901747680623208E-2</c:v>
                </c:pt>
                <c:pt idx="8">
                  <c:v>9.9242726188375485E-2</c:v>
                </c:pt>
                <c:pt idx="9">
                  <c:v>9.7463284441227982E-2</c:v>
                </c:pt>
                <c:pt idx="10">
                  <c:v>9.5873195084279272E-2</c:v>
                </c:pt>
                <c:pt idx="11">
                  <c:v>9.4128657238226277E-2</c:v>
                </c:pt>
                <c:pt idx="12">
                  <c:v>8.8869590284034183E-2</c:v>
                </c:pt>
                <c:pt idx="13">
                  <c:v>9.1157571686609096E-2</c:v>
                </c:pt>
                <c:pt idx="14">
                  <c:v>8.3427976512987501E-2</c:v>
                </c:pt>
                <c:pt idx="15">
                  <c:v>6.7551266626432849E-2</c:v>
                </c:pt>
                <c:pt idx="16">
                  <c:v>6.6386787189310459E-2</c:v>
                </c:pt>
                <c:pt idx="17">
                  <c:v>7.3293357873956966E-2</c:v>
                </c:pt>
                <c:pt idx="18">
                  <c:v>7.2984999371769277E-2</c:v>
                </c:pt>
                <c:pt idx="19">
                  <c:v>7.5944170761490293E-2</c:v>
                </c:pt>
                <c:pt idx="20">
                  <c:v>7.4057287838104502E-2</c:v>
                </c:pt>
                <c:pt idx="21">
                  <c:v>7.8850139571291056E-2</c:v>
                </c:pt>
                <c:pt idx="22">
                  <c:v>7.8634361582396783E-2</c:v>
                </c:pt>
                <c:pt idx="23">
                  <c:v>0.08</c:v>
                </c:pt>
                <c:pt idx="24">
                  <c:v>8.2000000000000003E-2</c:v>
                </c:pt>
                <c:pt idx="25">
                  <c:v>8.7999999999999995E-2</c:v>
                </c:pt>
                <c:pt idx="26">
                  <c:v>9.3775933701192304E-2</c:v>
                </c:pt>
                <c:pt idx="27">
                  <c:v>9.3654932590025108E-2</c:v>
                </c:pt>
                <c:pt idx="28">
                  <c:v>9.3748648102930821E-2</c:v>
                </c:pt>
                <c:pt idx="29">
                  <c:v>9.2870342571172548E-2</c:v>
                </c:pt>
                <c:pt idx="30">
                  <c:v>9.5596408707272484E-2</c:v>
                </c:pt>
                <c:pt idx="31">
                  <c:v>9.5000000000000001E-2</c:v>
                </c:pt>
                <c:pt idx="32">
                  <c:v>9.9000000000000005E-2</c:v>
                </c:pt>
                <c:pt idx="33">
                  <c:v>0.09</c:v>
                </c:pt>
                <c:pt idx="34">
                  <c:v>8.5000000000000006E-2</c:v>
                </c:pt>
                <c:pt idx="35">
                  <c:v>8.3000000000000004E-2</c:v>
                </c:pt>
                <c:pt idx="36">
                  <c:v>0.08</c:v>
                </c:pt>
                <c:pt idx="37">
                  <c:v>7.5999999999999998E-2</c:v>
                </c:pt>
                <c:pt idx="38">
                  <c:v>7.2999999999999995E-2</c:v>
                </c:pt>
                <c:pt idx="39">
                  <c:v>7.5999999999999998E-2</c:v>
                </c:pt>
                <c:pt idx="40">
                  <c:v>7.0999999999999994E-2</c:v>
                </c:pt>
                <c:pt idx="41">
                  <c:v>0.06</c:v>
                </c:pt>
                <c:pt idx="42">
                  <c:v>4.8000000000000001E-2</c:v>
                </c:pt>
                <c:pt idx="43">
                  <c:v>4.1000000000000002E-2</c:v>
                </c:pt>
                <c:pt idx="44">
                  <c:v>3.9E-2</c:v>
                </c:pt>
                <c:pt idx="45">
                  <c:v>4.2999999999999997E-2</c:v>
                </c:pt>
                <c:pt idx="46">
                  <c:v>0.05</c:v>
                </c:pt>
                <c:pt idx="47">
                  <c:v>5.0999999999999997E-2</c:v>
                </c:pt>
                <c:pt idx="48">
                  <c:v>5.0999999999999997E-2</c:v>
                </c:pt>
                <c:pt idx="49">
                  <c:v>4.7E-2</c:v>
                </c:pt>
                <c:pt idx="50">
                  <c:v>3.7999999999999999E-2</c:v>
                </c:pt>
                <c:pt idx="51">
                  <c:v>3.7000000000000005E-2</c:v>
                </c:pt>
                <c:pt idx="52">
                  <c:v>4.1000000000000002E-2</c:v>
                </c:pt>
                <c:pt idx="53">
                  <c:v>0.05</c:v>
                </c:pt>
                <c:pt idx="54">
                  <c:v>5.3999999999999999E-2</c:v>
                </c:pt>
                <c:pt idx="55">
                  <c:v>5.6000000000000001E-2</c:v>
                </c:pt>
                <c:pt idx="56">
                  <c:v>5.3200000000000004E-2</c:v>
                </c:pt>
                <c:pt idx="57">
                  <c:v>5.0099999999999999E-2</c:v>
                </c:pt>
                <c:pt idx="58">
                  <c:v>5.0300000000000004E-2</c:v>
                </c:pt>
                <c:pt idx="59">
                  <c:v>5.4900000000000004E-2</c:v>
                </c:pt>
                <c:pt idx="60">
                  <c:v>5.0999999999999997E-2</c:v>
                </c:pt>
                <c:pt idx="61">
                  <c:v>5.0999999999999997E-2</c:v>
                </c:pt>
                <c:pt idx="62">
                  <c:v>5.7000000000000002E-2</c:v>
                </c:pt>
                <c:pt idx="63">
                  <c:v>5.3999999999999999E-2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1836-4AC9-AEBE-4A76756116C7}"/>
            </c:ext>
          </c:extLst>
        </c:ser>
        <c:ser>
          <c:idx val="9"/>
          <c:order val="5"/>
          <c:tx>
            <c:strRef>
              <c:f>'Inflación países'!$M$3</c:f>
              <c:strCache>
                <c:ptCount val="1"/>
                <c:pt idx="0">
                  <c:v>Perú</c:v>
                </c:pt>
              </c:strCache>
            </c:strRef>
          </c:tx>
          <c:spPr>
            <a:ln w="25400" cap="rnd">
              <a:solidFill>
                <a:sysClr val="window" lastClr="FFFFFF">
                  <a:lumMod val="65000"/>
                  <a:alpha val="80000"/>
                </a:sysClr>
              </a:solidFill>
              <a:round/>
            </a:ln>
            <a:effectLst/>
          </c:spPr>
          <c:marker>
            <c:symbol val="none"/>
          </c:marker>
          <c:dLbls>
            <c:dLbl>
              <c:idx val="0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BF0F-4D7E-924E-B84D65C283CC}"/>
                </c:ext>
              </c:extLst>
            </c:dLbl>
            <c:dLbl>
              <c:idx val="63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6CF9-4FD1-83AC-A4D958D09DD2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Dosis" pitchFamily="2" charset="0"/>
                    <a:ea typeface="+mn-ea"/>
                    <a:cs typeface="+mn-cs"/>
                  </a:defRPr>
                </a:pPr>
                <a:endParaRPr lang="es-CO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'Inflación países'!$C$4:$C$67</c:f>
              <c:numCache>
                <c:formatCode>mmm\-yy</c:formatCode>
                <c:ptCount val="64"/>
                <c:pt idx="0">
                  <c:v>43831</c:v>
                </c:pt>
                <c:pt idx="1">
                  <c:v>43862</c:v>
                </c:pt>
                <c:pt idx="2">
                  <c:v>43891</c:v>
                </c:pt>
                <c:pt idx="3">
                  <c:v>43922</c:v>
                </c:pt>
                <c:pt idx="4">
                  <c:v>43952</c:v>
                </c:pt>
                <c:pt idx="5">
                  <c:v>43983</c:v>
                </c:pt>
                <c:pt idx="6">
                  <c:v>44013</c:v>
                </c:pt>
                <c:pt idx="7">
                  <c:v>44044</c:v>
                </c:pt>
                <c:pt idx="8">
                  <c:v>44075</c:v>
                </c:pt>
                <c:pt idx="9">
                  <c:v>44105</c:v>
                </c:pt>
                <c:pt idx="10">
                  <c:v>44136</c:v>
                </c:pt>
                <c:pt idx="11">
                  <c:v>44166</c:v>
                </c:pt>
                <c:pt idx="12">
                  <c:v>44197</c:v>
                </c:pt>
                <c:pt idx="13">
                  <c:v>44228</c:v>
                </c:pt>
                <c:pt idx="14">
                  <c:v>44256</c:v>
                </c:pt>
                <c:pt idx="15">
                  <c:v>44287</c:v>
                </c:pt>
                <c:pt idx="16">
                  <c:v>44317</c:v>
                </c:pt>
                <c:pt idx="17">
                  <c:v>44348</c:v>
                </c:pt>
                <c:pt idx="18">
                  <c:v>44378</c:v>
                </c:pt>
                <c:pt idx="19">
                  <c:v>44409</c:v>
                </c:pt>
                <c:pt idx="20">
                  <c:v>44440</c:v>
                </c:pt>
                <c:pt idx="21">
                  <c:v>44470</c:v>
                </c:pt>
                <c:pt idx="22">
                  <c:v>44501</c:v>
                </c:pt>
                <c:pt idx="23">
                  <c:v>44531</c:v>
                </c:pt>
                <c:pt idx="24">
                  <c:v>44562</c:v>
                </c:pt>
                <c:pt idx="25">
                  <c:v>44593</c:v>
                </c:pt>
                <c:pt idx="26">
                  <c:v>44621</c:v>
                </c:pt>
                <c:pt idx="27">
                  <c:v>44652</c:v>
                </c:pt>
                <c:pt idx="28">
                  <c:v>44682</c:v>
                </c:pt>
                <c:pt idx="29">
                  <c:v>44713</c:v>
                </c:pt>
                <c:pt idx="30">
                  <c:v>44743</c:v>
                </c:pt>
                <c:pt idx="31">
                  <c:v>44774</c:v>
                </c:pt>
                <c:pt idx="32">
                  <c:v>44805</c:v>
                </c:pt>
                <c:pt idx="33">
                  <c:v>44835</c:v>
                </c:pt>
                <c:pt idx="34">
                  <c:v>44866</c:v>
                </c:pt>
                <c:pt idx="35">
                  <c:v>44896</c:v>
                </c:pt>
                <c:pt idx="36">
                  <c:v>44927</c:v>
                </c:pt>
                <c:pt idx="37">
                  <c:v>44958</c:v>
                </c:pt>
                <c:pt idx="38">
                  <c:v>44986</c:v>
                </c:pt>
                <c:pt idx="39">
                  <c:v>45017</c:v>
                </c:pt>
                <c:pt idx="40">
                  <c:v>45047</c:v>
                </c:pt>
                <c:pt idx="41">
                  <c:v>45078</c:v>
                </c:pt>
                <c:pt idx="42">
                  <c:v>45108</c:v>
                </c:pt>
                <c:pt idx="43">
                  <c:v>45139</c:v>
                </c:pt>
                <c:pt idx="44">
                  <c:v>45170</c:v>
                </c:pt>
                <c:pt idx="45">
                  <c:v>45200</c:v>
                </c:pt>
                <c:pt idx="46">
                  <c:v>45231</c:v>
                </c:pt>
                <c:pt idx="47">
                  <c:v>45261</c:v>
                </c:pt>
                <c:pt idx="48">
                  <c:v>45292</c:v>
                </c:pt>
                <c:pt idx="49">
                  <c:v>45323</c:v>
                </c:pt>
                <c:pt idx="50">
                  <c:v>45352</c:v>
                </c:pt>
                <c:pt idx="51">
                  <c:v>45383</c:v>
                </c:pt>
                <c:pt idx="52">
                  <c:v>45413</c:v>
                </c:pt>
                <c:pt idx="53">
                  <c:v>45444</c:v>
                </c:pt>
                <c:pt idx="54">
                  <c:v>45474</c:v>
                </c:pt>
                <c:pt idx="55">
                  <c:v>45505</c:v>
                </c:pt>
                <c:pt idx="56">
                  <c:v>45536</c:v>
                </c:pt>
                <c:pt idx="57">
                  <c:v>45566</c:v>
                </c:pt>
                <c:pt idx="58">
                  <c:v>45597</c:v>
                </c:pt>
                <c:pt idx="59">
                  <c:v>45627</c:v>
                </c:pt>
                <c:pt idx="60">
                  <c:v>45658</c:v>
                </c:pt>
                <c:pt idx="61">
                  <c:v>45689</c:v>
                </c:pt>
                <c:pt idx="62">
                  <c:v>45717</c:v>
                </c:pt>
                <c:pt idx="63">
                  <c:v>45748</c:v>
                </c:pt>
              </c:numCache>
            </c:numRef>
          </c:cat>
          <c:val>
            <c:numRef>
              <c:f>'Inflación países'!$M$4:$M$67</c:f>
              <c:numCache>
                <c:formatCode>0.0%</c:formatCode>
                <c:ptCount val="64"/>
                <c:pt idx="0">
                  <c:v>1.8883560498020424E-2</c:v>
                </c:pt>
                <c:pt idx="1">
                  <c:v>1.9040377651310614E-2</c:v>
                </c:pt>
                <c:pt idx="2">
                  <c:v>1.8215329670165259E-2</c:v>
                </c:pt>
                <c:pt idx="3">
                  <c:v>1.7244897520788394E-2</c:v>
                </c:pt>
                <c:pt idx="4">
                  <c:v>1.7819197573719192E-2</c:v>
                </c:pt>
                <c:pt idx="5">
                  <c:v>1.5987323885489957E-2</c:v>
                </c:pt>
                <c:pt idx="6">
                  <c:v>1.8616957235469744E-2</c:v>
                </c:pt>
                <c:pt idx="7">
                  <c:v>1.6873982475020366E-2</c:v>
                </c:pt>
                <c:pt idx="8">
                  <c:v>1.8195539096420132E-2</c:v>
                </c:pt>
                <c:pt idx="9">
                  <c:v>1.7240003616883826E-2</c:v>
                </c:pt>
                <c:pt idx="10">
                  <c:v>2.1422096963772175E-2</c:v>
                </c:pt>
                <c:pt idx="11">
                  <c:v>1.9732322269912839E-2</c:v>
                </c:pt>
                <c:pt idx="12">
                  <c:v>2.6755453798387618E-2</c:v>
                </c:pt>
                <c:pt idx="13">
                  <c:v>2.4013422136332174E-2</c:v>
                </c:pt>
                <c:pt idx="14">
                  <c:v>2.5981852336656841E-2</c:v>
                </c:pt>
                <c:pt idx="15">
                  <c:v>2.3885063972855836E-2</c:v>
                </c:pt>
                <c:pt idx="16">
                  <c:v>2.4557882109052409E-2</c:v>
                </c:pt>
                <c:pt idx="17">
                  <c:v>3.263338814778205E-2</c:v>
                </c:pt>
                <c:pt idx="18">
                  <c:v>3.8259081093140468E-2</c:v>
                </c:pt>
                <c:pt idx="19">
                  <c:v>4.9591078268602651E-2</c:v>
                </c:pt>
                <c:pt idx="20">
                  <c:v>5.2295686057955981E-2</c:v>
                </c:pt>
                <c:pt idx="21">
                  <c:v>5.8260322236977746E-2</c:v>
                </c:pt>
                <c:pt idx="22">
                  <c:v>5.6551552379372927E-2</c:v>
                </c:pt>
                <c:pt idx="23">
                  <c:v>6.4304115535989803E-2</c:v>
                </c:pt>
                <c:pt idx="24">
                  <c:v>5.6849746177451088E-2</c:v>
                </c:pt>
                <c:pt idx="25">
                  <c:v>6.1470262280133081E-2</c:v>
                </c:pt>
                <c:pt idx="26">
                  <c:v>6.8241428524380643E-2</c:v>
                </c:pt>
                <c:pt idx="27">
                  <c:v>7.9595733521646173E-2</c:v>
                </c:pt>
                <c:pt idx="28">
                  <c:v>8.0824057040339126E-2</c:v>
                </c:pt>
                <c:pt idx="29">
                  <c:v>8.8034241813020886E-2</c:v>
                </c:pt>
                <c:pt idx="30">
                  <c:v>8.7290185309946811E-2</c:v>
                </c:pt>
                <c:pt idx="31">
                  <c:v>8.3915207476332743E-2</c:v>
                </c:pt>
                <c:pt idx="32">
                  <c:v>8.5298336885405446E-2</c:v>
                </c:pt>
                <c:pt idx="33">
                  <c:v>8.2751723494844054E-2</c:v>
                </c:pt>
                <c:pt idx="34">
                  <c:v>8.4472863658696662E-2</c:v>
                </c:pt>
                <c:pt idx="35">
                  <c:v>8.4592000000000001E-2</c:v>
                </c:pt>
                <c:pt idx="36">
                  <c:v>8.6642682279509886E-2</c:v>
                </c:pt>
                <c:pt idx="37">
                  <c:v>8.6459429509869734E-2</c:v>
                </c:pt>
                <c:pt idx="38">
                  <c:v>8.4005078719165072E-2</c:v>
                </c:pt>
                <c:pt idx="39">
                  <c:v>7.965087213882649E-2</c:v>
                </c:pt>
                <c:pt idx="40">
                  <c:v>7.8938214978815369E-2</c:v>
                </c:pt>
                <c:pt idx="41">
                  <c:v>6.4615151872033705E-2</c:v>
                </c:pt>
                <c:pt idx="42">
                  <c:v>5.8815661916894468E-2</c:v>
                </c:pt>
                <c:pt idx="43">
                  <c:v>5.5761444255045811E-2</c:v>
                </c:pt>
                <c:pt idx="44">
                  <c:v>5.0446288800691574E-2</c:v>
                </c:pt>
                <c:pt idx="45">
                  <c:v>4.3430822965193183E-2</c:v>
                </c:pt>
                <c:pt idx="46">
                  <c:v>3.6364514998852293E-2</c:v>
                </c:pt>
                <c:pt idx="47">
                  <c:v>3.2373463938513369E-2</c:v>
                </c:pt>
                <c:pt idx="48">
                  <c:v>3.0238775104687088E-2</c:v>
                </c:pt>
                <c:pt idx="49">
                  <c:v>3.2941098776517963E-2</c:v>
                </c:pt>
                <c:pt idx="50">
                  <c:v>3.0450714049542027E-2</c:v>
                </c:pt>
                <c:pt idx="51">
                  <c:v>2.4220399691547101E-2</c:v>
                </c:pt>
                <c:pt idx="52">
                  <c:v>2.0049677437894209E-2</c:v>
                </c:pt>
                <c:pt idx="53">
                  <c:v>2.3E-2</c:v>
                </c:pt>
                <c:pt idx="54">
                  <c:v>2.1299999999999999E-2</c:v>
                </c:pt>
                <c:pt idx="55">
                  <c:v>0.02</c:v>
                </c:pt>
                <c:pt idx="56">
                  <c:v>1.78E-2</c:v>
                </c:pt>
                <c:pt idx="57">
                  <c:v>0.02</c:v>
                </c:pt>
                <c:pt idx="58">
                  <c:v>2.2700000000000001E-2</c:v>
                </c:pt>
                <c:pt idx="59">
                  <c:v>1.9699999999999999E-2</c:v>
                </c:pt>
                <c:pt idx="60">
                  <c:v>1.8499999999999999E-2</c:v>
                </c:pt>
                <c:pt idx="61">
                  <c:v>1.4999999999999999E-2</c:v>
                </c:pt>
                <c:pt idx="62">
                  <c:v>1.2999999999999999E-2</c:v>
                </c:pt>
                <c:pt idx="63">
                  <c:v>1.7000000000000001E-2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2-1836-4AC9-AEBE-4A76756116C7}"/>
            </c:ext>
          </c:extLst>
        </c:ser>
        <c:ser>
          <c:idx val="4"/>
          <c:order val="6"/>
          <c:tx>
            <c:strRef>
              <c:f>'Inflación países'!$H$3</c:f>
              <c:strCache>
                <c:ptCount val="1"/>
                <c:pt idx="0">
                  <c:v>EE.UU.</c:v>
                </c:pt>
              </c:strCache>
            </c:strRef>
          </c:tx>
          <c:spPr>
            <a:ln w="25400" cap="rnd">
              <a:solidFill>
                <a:srgbClr val="156082">
                  <a:lumMod val="50000"/>
                  <a:alpha val="80000"/>
                </a:srgbClr>
              </a:solidFill>
              <a:prstDash val="sysDash"/>
              <a:round/>
            </a:ln>
            <a:effectLst/>
          </c:spPr>
          <c:marker>
            <c:symbol val="none"/>
          </c:marker>
          <c:dLbls>
            <c:dLbl>
              <c:idx val="60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CB73-45B4-9878-FA50F95E5048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rgbClr val="002060"/>
                    </a:solidFill>
                    <a:latin typeface="Dosis" pitchFamily="2" charset="0"/>
                    <a:ea typeface="+mn-ea"/>
                    <a:cs typeface="+mn-cs"/>
                  </a:defRPr>
                </a:pPr>
                <a:endParaRPr lang="es-CO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'Inflación países'!$C$4:$C$67</c:f>
              <c:numCache>
                <c:formatCode>mmm\-yy</c:formatCode>
                <c:ptCount val="64"/>
                <c:pt idx="0">
                  <c:v>43831</c:v>
                </c:pt>
                <c:pt idx="1">
                  <c:v>43862</c:v>
                </c:pt>
                <c:pt idx="2">
                  <c:v>43891</c:v>
                </c:pt>
                <c:pt idx="3">
                  <c:v>43922</c:v>
                </c:pt>
                <c:pt idx="4">
                  <c:v>43952</c:v>
                </c:pt>
                <c:pt idx="5">
                  <c:v>43983</c:v>
                </c:pt>
                <c:pt idx="6">
                  <c:v>44013</c:v>
                </c:pt>
                <c:pt idx="7">
                  <c:v>44044</c:v>
                </c:pt>
                <c:pt idx="8">
                  <c:v>44075</c:v>
                </c:pt>
                <c:pt idx="9">
                  <c:v>44105</c:v>
                </c:pt>
                <c:pt idx="10">
                  <c:v>44136</c:v>
                </c:pt>
                <c:pt idx="11">
                  <c:v>44166</c:v>
                </c:pt>
                <c:pt idx="12">
                  <c:v>44197</c:v>
                </c:pt>
                <c:pt idx="13">
                  <c:v>44228</c:v>
                </c:pt>
                <c:pt idx="14">
                  <c:v>44256</c:v>
                </c:pt>
                <c:pt idx="15">
                  <c:v>44287</c:v>
                </c:pt>
                <c:pt idx="16">
                  <c:v>44317</c:v>
                </c:pt>
                <c:pt idx="17">
                  <c:v>44348</c:v>
                </c:pt>
                <c:pt idx="18">
                  <c:v>44378</c:v>
                </c:pt>
                <c:pt idx="19">
                  <c:v>44409</c:v>
                </c:pt>
                <c:pt idx="20">
                  <c:v>44440</c:v>
                </c:pt>
                <c:pt idx="21">
                  <c:v>44470</c:v>
                </c:pt>
                <c:pt idx="22">
                  <c:v>44501</c:v>
                </c:pt>
                <c:pt idx="23">
                  <c:v>44531</c:v>
                </c:pt>
                <c:pt idx="24">
                  <c:v>44562</c:v>
                </c:pt>
                <c:pt idx="25">
                  <c:v>44593</c:v>
                </c:pt>
                <c:pt idx="26">
                  <c:v>44621</c:v>
                </c:pt>
                <c:pt idx="27">
                  <c:v>44652</c:v>
                </c:pt>
                <c:pt idx="28">
                  <c:v>44682</c:v>
                </c:pt>
                <c:pt idx="29">
                  <c:v>44713</c:v>
                </c:pt>
                <c:pt idx="30">
                  <c:v>44743</c:v>
                </c:pt>
                <c:pt idx="31">
                  <c:v>44774</c:v>
                </c:pt>
                <c:pt idx="32">
                  <c:v>44805</c:v>
                </c:pt>
                <c:pt idx="33">
                  <c:v>44835</c:v>
                </c:pt>
                <c:pt idx="34">
                  <c:v>44866</c:v>
                </c:pt>
                <c:pt idx="35">
                  <c:v>44896</c:v>
                </c:pt>
                <c:pt idx="36">
                  <c:v>44927</c:v>
                </c:pt>
                <c:pt idx="37">
                  <c:v>44958</c:v>
                </c:pt>
                <c:pt idx="38">
                  <c:v>44986</c:v>
                </c:pt>
                <c:pt idx="39">
                  <c:v>45017</c:v>
                </c:pt>
                <c:pt idx="40">
                  <c:v>45047</c:v>
                </c:pt>
                <c:pt idx="41">
                  <c:v>45078</c:v>
                </c:pt>
                <c:pt idx="42">
                  <c:v>45108</c:v>
                </c:pt>
                <c:pt idx="43">
                  <c:v>45139</c:v>
                </c:pt>
                <c:pt idx="44">
                  <c:v>45170</c:v>
                </c:pt>
                <c:pt idx="45">
                  <c:v>45200</c:v>
                </c:pt>
                <c:pt idx="46">
                  <c:v>45231</c:v>
                </c:pt>
                <c:pt idx="47">
                  <c:v>45261</c:v>
                </c:pt>
                <c:pt idx="48">
                  <c:v>45292</c:v>
                </c:pt>
                <c:pt idx="49">
                  <c:v>45323</c:v>
                </c:pt>
                <c:pt idx="50">
                  <c:v>45352</c:v>
                </c:pt>
                <c:pt idx="51">
                  <c:v>45383</c:v>
                </c:pt>
                <c:pt idx="52">
                  <c:v>45413</c:v>
                </c:pt>
                <c:pt idx="53">
                  <c:v>45444</c:v>
                </c:pt>
                <c:pt idx="54">
                  <c:v>45474</c:v>
                </c:pt>
                <c:pt idx="55">
                  <c:v>45505</c:v>
                </c:pt>
                <c:pt idx="56">
                  <c:v>45536</c:v>
                </c:pt>
                <c:pt idx="57">
                  <c:v>45566</c:v>
                </c:pt>
                <c:pt idx="58">
                  <c:v>45597</c:v>
                </c:pt>
                <c:pt idx="59">
                  <c:v>45627</c:v>
                </c:pt>
                <c:pt idx="60">
                  <c:v>45658</c:v>
                </c:pt>
                <c:pt idx="61">
                  <c:v>45689</c:v>
                </c:pt>
                <c:pt idx="62">
                  <c:v>45717</c:v>
                </c:pt>
                <c:pt idx="63">
                  <c:v>45748</c:v>
                </c:pt>
              </c:numCache>
            </c:numRef>
          </c:cat>
          <c:val>
            <c:numRef>
              <c:f>'Inflación países'!$H$4:$H$67</c:f>
              <c:numCache>
                <c:formatCode>0.0%</c:formatCode>
                <c:ptCount val="64"/>
                <c:pt idx="0">
                  <c:v>2.5000000000000001E-2</c:v>
                </c:pt>
                <c:pt idx="1">
                  <c:v>2.3E-2</c:v>
                </c:pt>
                <c:pt idx="2">
                  <c:v>1.4999999999999999E-2</c:v>
                </c:pt>
                <c:pt idx="3">
                  <c:v>3.0000000000000001E-3</c:v>
                </c:pt>
                <c:pt idx="4">
                  <c:v>2E-3</c:v>
                </c:pt>
                <c:pt idx="5">
                  <c:v>6.9999999999999993E-3</c:v>
                </c:pt>
                <c:pt idx="6">
                  <c:v>0.01</c:v>
                </c:pt>
                <c:pt idx="7">
                  <c:v>1.3000000000000001E-2</c:v>
                </c:pt>
                <c:pt idx="8">
                  <c:v>1.3999999999999999E-2</c:v>
                </c:pt>
                <c:pt idx="9">
                  <c:v>1.2E-2</c:v>
                </c:pt>
                <c:pt idx="10">
                  <c:v>1.2E-2</c:v>
                </c:pt>
                <c:pt idx="11">
                  <c:v>1.3000000000000001E-2</c:v>
                </c:pt>
                <c:pt idx="12">
                  <c:v>1.3999999999999999E-2</c:v>
                </c:pt>
                <c:pt idx="13">
                  <c:v>1.7000000000000001E-2</c:v>
                </c:pt>
                <c:pt idx="14">
                  <c:v>2.6000000000000002E-2</c:v>
                </c:pt>
                <c:pt idx="15">
                  <c:v>4.0999999999999995E-2</c:v>
                </c:pt>
                <c:pt idx="16">
                  <c:v>4.9000000000000002E-2</c:v>
                </c:pt>
                <c:pt idx="17">
                  <c:v>5.2999999999999999E-2</c:v>
                </c:pt>
                <c:pt idx="18">
                  <c:v>5.2999999999999999E-2</c:v>
                </c:pt>
                <c:pt idx="19">
                  <c:v>5.2000000000000005E-2</c:v>
                </c:pt>
                <c:pt idx="20">
                  <c:v>5.4000000000000006E-2</c:v>
                </c:pt>
                <c:pt idx="21">
                  <c:v>6.2E-2</c:v>
                </c:pt>
                <c:pt idx="22">
                  <c:v>6.9000000000000006E-2</c:v>
                </c:pt>
                <c:pt idx="23">
                  <c:v>7.2000000000000008E-2</c:v>
                </c:pt>
                <c:pt idx="24">
                  <c:v>7.5999999999999998E-2</c:v>
                </c:pt>
                <c:pt idx="25">
                  <c:v>7.9000000000000001E-2</c:v>
                </c:pt>
                <c:pt idx="26">
                  <c:v>8.5000000000000006E-2</c:v>
                </c:pt>
                <c:pt idx="27">
                  <c:v>8.3000000000000004E-2</c:v>
                </c:pt>
                <c:pt idx="28">
                  <c:v>8.5000000000000006E-2</c:v>
                </c:pt>
                <c:pt idx="29">
                  <c:v>0.09</c:v>
                </c:pt>
                <c:pt idx="30">
                  <c:v>8.4000000000000005E-2</c:v>
                </c:pt>
                <c:pt idx="31">
                  <c:v>8.199999999999999E-2</c:v>
                </c:pt>
                <c:pt idx="32">
                  <c:v>8.199999999999999E-2</c:v>
                </c:pt>
                <c:pt idx="33">
                  <c:v>7.8E-2</c:v>
                </c:pt>
                <c:pt idx="34">
                  <c:v>7.0999999999999994E-2</c:v>
                </c:pt>
                <c:pt idx="35">
                  <c:v>6.4000000000000001E-2</c:v>
                </c:pt>
                <c:pt idx="36">
                  <c:v>6.4000000000000001E-2</c:v>
                </c:pt>
                <c:pt idx="37">
                  <c:v>0.06</c:v>
                </c:pt>
                <c:pt idx="38">
                  <c:v>4.9000000000000002E-2</c:v>
                </c:pt>
                <c:pt idx="39">
                  <c:v>4.9000000000000002E-2</c:v>
                </c:pt>
                <c:pt idx="40">
                  <c:v>4.0999999999999995E-2</c:v>
                </c:pt>
                <c:pt idx="41">
                  <c:v>3.1E-2</c:v>
                </c:pt>
                <c:pt idx="42">
                  <c:v>3.3000000000000002E-2</c:v>
                </c:pt>
                <c:pt idx="43">
                  <c:v>3.7000000000000005E-2</c:v>
                </c:pt>
                <c:pt idx="44">
                  <c:v>3.7000000000000005E-2</c:v>
                </c:pt>
                <c:pt idx="45">
                  <c:v>3.2000000000000001E-2</c:v>
                </c:pt>
                <c:pt idx="46">
                  <c:v>3.1E-2</c:v>
                </c:pt>
                <c:pt idx="47">
                  <c:v>3.3000000000000002E-2</c:v>
                </c:pt>
                <c:pt idx="48">
                  <c:v>3.1E-2</c:v>
                </c:pt>
                <c:pt idx="49">
                  <c:v>3.2000000000000001E-2</c:v>
                </c:pt>
                <c:pt idx="50">
                  <c:v>3.5000000000000003E-2</c:v>
                </c:pt>
                <c:pt idx="51">
                  <c:v>3.4000000000000002E-2</c:v>
                </c:pt>
                <c:pt idx="52">
                  <c:v>3.3000000000000002E-2</c:v>
                </c:pt>
                <c:pt idx="53">
                  <c:v>0.03</c:v>
                </c:pt>
                <c:pt idx="54">
                  <c:v>2.8999999999999998E-2</c:v>
                </c:pt>
                <c:pt idx="55">
                  <c:v>2.5000000000000001E-2</c:v>
                </c:pt>
                <c:pt idx="56">
                  <c:v>2.4E-2</c:v>
                </c:pt>
                <c:pt idx="57">
                  <c:v>2.6000000000000002E-2</c:v>
                </c:pt>
                <c:pt idx="58">
                  <c:v>2.8000000000000001E-2</c:v>
                </c:pt>
                <c:pt idx="59">
                  <c:v>2.9000000000000001E-2</c:v>
                </c:pt>
                <c:pt idx="60">
                  <c:v>0.03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3-931D-4A98-8F7E-5083D7697C4F}"/>
            </c:ext>
          </c:extLst>
        </c:ser>
        <c:ser>
          <c:idx val="5"/>
          <c:order val="7"/>
          <c:tx>
            <c:strRef>
              <c:f>'Inflación países'!$I$3</c:f>
              <c:strCache>
                <c:ptCount val="1"/>
                <c:pt idx="0">
                  <c:v>Reino Unido</c:v>
                </c:pt>
              </c:strCache>
            </c:strRef>
          </c:tx>
          <c:spPr>
            <a:ln w="25400" cap="rnd">
              <a:solidFill>
                <a:srgbClr val="7030A0">
                  <a:alpha val="80000"/>
                </a:srgbClr>
              </a:solidFill>
              <a:round/>
            </a:ln>
            <a:effectLst/>
          </c:spPr>
          <c:marker>
            <c:symbol val="none"/>
          </c:marker>
          <c:cat>
            <c:numRef>
              <c:f>'Inflación países'!$C$4:$C$67</c:f>
              <c:numCache>
                <c:formatCode>mmm\-yy</c:formatCode>
                <c:ptCount val="64"/>
                <c:pt idx="0">
                  <c:v>43831</c:v>
                </c:pt>
                <c:pt idx="1">
                  <c:v>43862</c:v>
                </c:pt>
                <c:pt idx="2">
                  <c:v>43891</c:v>
                </c:pt>
                <c:pt idx="3">
                  <c:v>43922</c:v>
                </c:pt>
                <c:pt idx="4">
                  <c:v>43952</c:v>
                </c:pt>
                <c:pt idx="5">
                  <c:v>43983</c:v>
                </c:pt>
                <c:pt idx="6">
                  <c:v>44013</c:v>
                </c:pt>
                <c:pt idx="7">
                  <c:v>44044</c:v>
                </c:pt>
                <c:pt idx="8">
                  <c:v>44075</c:v>
                </c:pt>
                <c:pt idx="9">
                  <c:v>44105</c:v>
                </c:pt>
                <c:pt idx="10">
                  <c:v>44136</c:v>
                </c:pt>
                <c:pt idx="11">
                  <c:v>44166</c:v>
                </c:pt>
                <c:pt idx="12">
                  <c:v>44197</c:v>
                </c:pt>
                <c:pt idx="13">
                  <c:v>44228</c:v>
                </c:pt>
                <c:pt idx="14">
                  <c:v>44256</c:v>
                </c:pt>
                <c:pt idx="15">
                  <c:v>44287</c:v>
                </c:pt>
                <c:pt idx="16">
                  <c:v>44317</c:v>
                </c:pt>
                <c:pt idx="17">
                  <c:v>44348</c:v>
                </c:pt>
                <c:pt idx="18">
                  <c:v>44378</c:v>
                </c:pt>
                <c:pt idx="19">
                  <c:v>44409</c:v>
                </c:pt>
                <c:pt idx="20">
                  <c:v>44440</c:v>
                </c:pt>
                <c:pt idx="21">
                  <c:v>44470</c:v>
                </c:pt>
                <c:pt idx="22">
                  <c:v>44501</c:v>
                </c:pt>
                <c:pt idx="23">
                  <c:v>44531</c:v>
                </c:pt>
                <c:pt idx="24">
                  <c:v>44562</c:v>
                </c:pt>
                <c:pt idx="25">
                  <c:v>44593</c:v>
                </c:pt>
                <c:pt idx="26">
                  <c:v>44621</c:v>
                </c:pt>
                <c:pt idx="27">
                  <c:v>44652</c:v>
                </c:pt>
                <c:pt idx="28">
                  <c:v>44682</c:v>
                </c:pt>
                <c:pt idx="29">
                  <c:v>44713</c:v>
                </c:pt>
                <c:pt idx="30">
                  <c:v>44743</c:v>
                </c:pt>
                <c:pt idx="31">
                  <c:v>44774</c:v>
                </c:pt>
                <c:pt idx="32">
                  <c:v>44805</c:v>
                </c:pt>
                <c:pt idx="33">
                  <c:v>44835</c:v>
                </c:pt>
                <c:pt idx="34">
                  <c:v>44866</c:v>
                </c:pt>
                <c:pt idx="35">
                  <c:v>44896</c:v>
                </c:pt>
                <c:pt idx="36">
                  <c:v>44927</c:v>
                </c:pt>
                <c:pt idx="37">
                  <c:v>44958</c:v>
                </c:pt>
                <c:pt idx="38">
                  <c:v>44986</c:v>
                </c:pt>
                <c:pt idx="39">
                  <c:v>45017</c:v>
                </c:pt>
                <c:pt idx="40">
                  <c:v>45047</c:v>
                </c:pt>
                <c:pt idx="41">
                  <c:v>45078</c:v>
                </c:pt>
                <c:pt idx="42">
                  <c:v>45108</c:v>
                </c:pt>
                <c:pt idx="43">
                  <c:v>45139</c:v>
                </c:pt>
                <c:pt idx="44">
                  <c:v>45170</c:v>
                </c:pt>
                <c:pt idx="45">
                  <c:v>45200</c:v>
                </c:pt>
                <c:pt idx="46">
                  <c:v>45231</c:v>
                </c:pt>
                <c:pt idx="47">
                  <c:v>45261</c:v>
                </c:pt>
                <c:pt idx="48">
                  <c:v>45292</c:v>
                </c:pt>
                <c:pt idx="49">
                  <c:v>45323</c:v>
                </c:pt>
                <c:pt idx="50">
                  <c:v>45352</c:v>
                </c:pt>
                <c:pt idx="51">
                  <c:v>45383</c:v>
                </c:pt>
                <c:pt idx="52">
                  <c:v>45413</c:v>
                </c:pt>
                <c:pt idx="53">
                  <c:v>45444</c:v>
                </c:pt>
                <c:pt idx="54">
                  <c:v>45474</c:v>
                </c:pt>
                <c:pt idx="55">
                  <c:v>45505</c:v>
                </c:pt>
                <c:pt idx="56">
                  <c:v>45536</c:v>
                </c:pt>
                <c:pt idx="57">
                  <c:v>45566</c:v>
                </c:pt>
                <c:pt idx="58">
                  <c:v>45597</c:v>
                </c:pt>
                <c:pt idx="59">
                  <c:v>45627</c:v>
                </c:pt>
                <c:pt idx="60">
                  <c:v>45658</c:v>
                </c:pt>
                <c:pt idx="61">
                  <c:v>45689</c:v>
                </c:pt>
                <c:pt idx="62">
                  <c:v>45717</c:v>
                </c:pt>
                <c:pt idx="63">
                  <c:v>45748</c:v>
                </c:pt>
              </c:numCache>
            </c:numRef>
          </c:cat>
          <c:val>
            <c:numRef>
              <c:f>'Inflación países'!$I$4:$I$67</c:f>
              <c:numCache>
                <c:formatCode>0.0%</c:formatCode>
                <c:ptCount val="64"/>
                <c:pt idx="0">
                  <c:v>1.8000000000000002E-2</c:v>
                </c:pt>
                <c:pt idx="1">
                  <c:v>1.7000000000000001E-2</c:v>
                </c:pt>
                <c:pt idx="2">
                  <c:v>1.4999999999999999E-2</c:v>
                </c:pt>
                <c:pt idx="3">
                  <c:v>9.0000000000000011E-3</c:v>
                </c:pt>
                <c:pt idx="4">
                  <c:v>6.9999999999999993E-3</c:v>
                </c:pt>
                <c:pt idx="5">
                  <c:v>8.0000000000000002E-3</c:v>
                </c:pt>
                <c:pt idx="6">
                  <c:v>1.1000000000000001E-2</c:v>
                </c:pt>
                <c:pt idx="7">
                  <c:v>5.0000000000000001E-3</c:v>
                </c:pt>
                <c:pt idx="8">
                  <c:v>6.9999999999999993E-3</c:v>
                </c:pt>
                <c:pt idx="9">
                  <c:v>9.0000000000000011E-3</c:v>
                </c:pt>
                <c:pt idx="10">
                  <c:v>6.0000000000000001E-3</c:v>
                </c:pt>
                <c:pt idx="11">
                  <c:v>8.0000000000000002E-3</c:v>
                </c:pt>
                <c:pt idx="12">
                  <c:v>9.0000000000000011E-3</c:v>
                </c:pt>
                <c:pt idx="13">
                  <c:v>6.9999999999999993E-3</c:v>
                </c:pt>
                <c:pt idx="14">
                  <c:v>0.01</c:v>
                </c:pt>
                <c:pt idx="15">
                  <c:v>1.6E-2</c:v>
                </c:pt>
                <c:pt idx="16">
                  <c:v>2.1000000000000001E-2</c:v>
                </c:pt>
                <c:pt idx="17">
                  <c:v>2.4E-2</c:v>
                </c:pt>
                <c:pt idx="18">
                  <c:v>2.1000000000000001E-2</c:v>
                </c:pt>
                <c:pt idx="19">
                  <c:v>0.03</c:v>
                </c:pt>
                <c:pt idx="20">
                  <c:v>2.8999999999999998E-2</c:v>
                </c:pt>
                <c:pt idx="21">
                  <c:v>3.7999999999999999E-2</c:v>
                </c:pt>
                <c:pt idx="22">
                  <c:v>4.5999999999999999E-2</c:v>
                </c:pt>
                <c:pt idx="23">
                  <c:v>4.8000000000000001E-2</c:v>
                </c:pt>
                <c:pt idx="24">
                  <c:v>4.9000000000000002E-2</c:v>
                </c:pt>
                <c:pt idx="25">
                  <c:v>5.5E-2</c:v>
                </c:pt>
                <c:pt idx="26">
                  <c:v>6.2E-2</c:v>
                </c:pt>
                <c:pt idx="27">
                  <c:v>7.8E-2</c:v>
                </c:pt>
                <c:pt idx="28">
                  <c:v>7.9000000000000001E-2</c:v>
                </c:pt>
                <c:pt idx="29">
                  <c:v>8.199999999999999E-2</c:v>
                </c:pt>
                <c:pt idx="30">
                  <c:v>8.8000000000000009E-2</c:v>
                </c:pt>
                <c:pt idx="31">
                  <c:v>8.5999999999999993E-2</c:v>
                </c:pt>
                <c:pt idx="32">
                  <c:v>8.8000000000000009E-2</c:v>
                </c:pt>
                <c:pt idx="33">
                  <c:v>9.6000000000000002E-2</c:v>
                </c:pt>
                <c:pt idx="34">
                  <c:v>9.3000000000000013E-2</c:v>
                </c:pt>
                <c:pt idx="35">
                  <c:v>9.1999999999999998E-2</c:v>
                </c:pt>
                <c:pt idx="36">
                  <c:v>8.8000000000000009E-2</c:v>
                </c:pt>
                <c:pt idx="37">
                  <c:v>9.1999999999999998E-2</c:v>
                </c:pt>
                <c:pt idx="38">
                  <c:v>8.900000000000001E-2</c:v>
                </c:pt>
                <c:pt idx="39">
                  <c:v>7.8E-2</c:v>
                </c:pt>
                <c:pt idx="40">
                  <c:v>7.9000000000000001E-2</c:v>
                </c:pt>
                <c:pt idx="41">
                  <c:v>7.2999999999999995E-2</c:v>
                </c:pt>
                <c:pt idx="42">
                  <c:v>6.4000000000000001E-2</c:v>
                </c:pt>
                <c:pt idx="43">
                  <c:v>6.3E-2</c:v>
                </c:pt>
                <c:pt idx="44">
                  <c:v>6.3E-2</c:v>
                </c:pt>
                <c:pt idx="45">
                  <c:v>4.7E-2</c:v>
                </c:pt>
                <c:pt idx="46">
                  <c:v>4.2000000000000003E-2</c:v>
                </c:pt>
                <c:pt idx="47">
                  <c:v>4.2000000000000003E-2</c:v>
                </c:pt>
                <c:pt idx="48">
                  <c:v>0.04</c:v>
                </c:pt>
                <c:pt idx="49">
                  <c:v>3.4000000000000002E-2</c:v>
                </c:pt>
                <c:pt idx="50">
                  <c:v>3.2000000000000001E-2</c:v>
                </c:pt>
                <c:pt idx="51">
                  <c:v>2.3E-2</c:v>
                </c:pt>
                <c:pt idx="52">
                  <c:v>0.02</c:v>
                </c:pt>
                <c:pt idx="53">
                  <c:v>0.02</c:v>
                </c:pt>
                <c:pt idx="54">
                  <c:v>2.1999999999999999E-2</c:v>
                </c:pt>
                <c:pt idx="55">
                  <c:v>2.1999999999999999E-2</c:v>
                </c:pt>
                <c:pt idx="56">
                  <c:v>1.7000000000000001E-2</c:v>
                </c:pt>
                <c:pt idx="57">
                  <c:v>2.3E-2</c:v>
                </c:pt>
                <c:pt idx="58">
                  <c:v>2.5999999999999999E-2</c:v>
                </c:pt>
                <c:pt idx="59">
                  <c:v>2.5000000000000001E-2</c:v>
                </c:pt>
                <c:pt idx="60">
                  <c:v>0.03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4-931D-4A98-8F7E-5083D7697C4F}"/>
            </c:ext>
          </c:extLst>
        </c:ser>
        <c:ser>
          <c:idx val="6"/>
          <c:order val="8"/>
          <c:tx>
            <c:strRef>
              <c:f>'Inflación países'!$J$3</c:f>
              <c:strCache>
                <c:ptCount val="1"/>
                <c:pt idx="0">
                  <c:v>Zona Euro</c:v>
                </c:pt>
              </c:strCache>
            </c:strRef>
          </c:tx>
          <c:spPr>
            <a:ln w="25400" cap="rnd">
              <a:solidFill>
                <a:srgbClr val="92D050">
                  <a:alpha val="80000"/>
                </a:srgbClr>
              </a:solidFill>
              <a:round/>
            </a:ln>
            <a:effectLst/>
          </c:spPr>
          <c:marker>
            <c:symbol val="none"/>
          </c:marker>
          <c:dLbls>
            <c:dLbl>
              <c:idx val="61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BF0F-4D7E-924E-B84D65C283CC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rgbClr val="92D050"/>
                    </a:solidFill>
                    <a:latin typeface="Dosis" pitchFamily="2" charset="0"/>
                    <a:ea typeface="+mn-ea"/>
                    <a:cs typeface="+mn-cs"/>
                  </a:defRPr>
                </a:pPr>
                <a:endParaRPr lang="es-CO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'Inflación países'!$C$4:$C$67</c:f>
              <c:numCache>
                <c:formatCode>mmm\-yy</c:formatCode>
                <c:ptCount val="64"/>
                <c:pt idx="0">
                  <c:v>43831</c:v>
                </c:pt>
                <c:pt idx="1">
                  <c:v>43862</c:v>
                </c:pt>
                <c:pt idx="2">
                  <c:v>43891</c:v>
                </c:pt>
                <c:pt idx="3">
                  <c:v>43922</c:v>
                </c:pt>
                <c:pt idx="4">
                  <c:v>43952</c:v>
                </c:pt>
                <c:pt idx="5">
                  <c:v>43983</c:v>
                </c:pt>
                <c:pt idx="6">
                  <c:v>44013</c:v>
                </c:pt>
                <c:pt idx="7">
                  <c:v>44044</c:v>
                </c:pt>
                <c:pt idx="8">
                  <c:v>44075</c:v>
                </c:pt>
                <c:pt idx="9">
                  <c:v>44105</c:v>
                </c:pt>
                <c:pt idx="10">
                  <c:v>44136</c:v>
                </c:pt>
                <c:pt idx="11">
                  <c:v>44166</c:v>
                </c:pt>
                <c:pt idx="12">
                  <c:v>44197</c:v>
                </c:pt>
                <c:pt idx="13">
                  <c:v>44228</c:v>
                </c:pt>
                <c:pt idx="14">
                  <c:v>44256</c:v>
                </c:pt>
                <c:pt idx="15">
                  <c:v>44287</c:v>
                </c:pt>
                <c:pt idx="16">
                  <c:v>44317</c:v>
                </c:pt>
                <c:pt idx="17">
                  <c:v>44348</c:v>
                </c:pt>
                <c:pt idx="18">
                  <c:v>44378</c:v>
                </c:pt>
                <c:pt idx="19">
                  <c:v>44409</c:v>
                </c:pt>
                <c:pt idx="20">
                  <c:v>44440</c:v>
                </c:pt>
                <c:pt idx="21">
                  <c:v>44470</c:v>
                </c:pt>
                <c:pt idx="22">
                  <c:v>44501</c:v>
                </c:pt>
                <c:pt idx="23">
                  <c:v>44531</c:v>
                </c:pt>
                <c:pt idx="24">
                  <c:v>44562</c:v>
                </c:pt>
                <c:pt idx="25">
                  <c:v>44593</c:v>
                </c:pt>
                <c:pt idx="26">
                  <c:v>44621</c:v>
                </c:pt>
                <c:pt idx="27">
                  <c:v>44652</c:v>
                </c:pt>
                <c:pt idx="28">
                  <c:v>44682</c:v>
                </c:pt>
                <c:pt idx="29">
                  <c:v>44713</c:v>
                </c:pt>
                <c:pt idx="30">
                  <c:v>44743</c:v>
                </c:pt>
                <c:pt idx="31">
                  <c:v>44774</c:v>
                </c:pt>
                <c:pt idx="32">
                  <c:v>44805</c:v>
                </c:pt>
                <c:pt idx="33">
                  <c:v>44835</c:v>
                </c:pt>
                <c:pt idx="34">
                  <c:v>44866</c:v>
                </c:pt>
                <c:pt idx="35">
                  <c:v>44896</c:v>
                </c:pt>
                <c:pt idx="36">
                  <c:v>44927</c:v>
                </c:pt>
                <c:pt idx="37">
                  <c:v>44958</c:v>
                </c:pt>
                <c:pt idx="38">
                  <c:v>44986</c:v>
                </c:pt>
                <c:pt idx="39">
                  <c:v>45017</c:v>
                </c:pt>
                <c:pt idx="40">
                  <c:v>45047</c:v>
                </c:pt>
                <c:pt idx="41">
                  <c:v>45078</c:v>
                </c:pt>
                <c:pt idx="42">
                  <c:v>45108</c:v>
                </c:pt>
                <c:pt idx="43">
                  <c:v>45139</c:v>
                </c:pt>
                <c:pt idx="44">
                  <c:v>45170</c:v>
                </c:pt>
                <c:pt idx="45">
                  <c:v>45200</c:v>
                </c:pt>
                <c:pt idx="46">
                  <c:v>45231</c:v>
                </c:pt>
                <c:pt idx="47">
                  <c:v>45261</c:v>
                </c:pt>
                <c:pt idx="48">
                  <c:v>45292</c:v>
                </c:pt>
                <c:pt idx="49">
                  <c:v>45323</c:v>
                </c:pt>
                <c:pt idx="50">
                  <c:v>45352</c:v>
                </c:pt>
                <c:pt idx="51">
                  <c:v>45383</c:v>
                </c:pt>
                <c:pt idx="52">
                  <c:v>45413</c:v>
                </c:pt>
                <c:pt idx="53">
                  <c:v>45444</c:v>
                </c:pt>
                <c:pt idx="54">
                  <c:v>45474</c:v>
                </c:pt>
                <c:pt idx="55">
                  <c:v>45505</c:v>
                </c:pt>
                <c:pt idx="56">
                  <c:v>45536</c:v>
                </c:pt>
                <c:pt idx="57">
                  <c:v>45566</c:v>
                </c:pt>
                <c:pt idx="58">
                  <c:v>45597</c:v>
                </c:pt>
                <c:pt idx="59">
                  <c:v>45627</c:v>
                </c:pt>
                <c:pt idx="60">
                  <c:v>45658</c:v>
                </c:pt>
                <c:pt idx="61">
                  <c:v>45689</c:v>
                </c:pt>
                <c:pt idx="62">
                  <c:v>45717</c:v>
                </c:pt>
                <c:pt idx="63">
                  <c:v>45748</c:v>
                </c:pt>
              </c:numCache>
            </c:numRef>
          </c:cat>
          <c:val>
            <c:numRef>
              <c:f>'Inflación países'!$J$4:$J$67</c:f>
              <c:numCache>
                <c:formatCode>0.0%</c:formatCode>
                <c:ptCount val="64"/>
                <c:pt idx="0">
                  <c:v>1.7000000000000001E-2</c:v>
                </c:pt>
                <c:pt idx="1">
                  <c:v>1.6E-2</c:v>
                </c:pt>
                <c:pt idx="2">
                  <c:v>1.1000000000000001E-2</c:v>
                </c:pt>
                <c:pt idx="3">
                  <c:v>6.0000000000000001E-3</c:v>
                </c:pt>
                <c:pt idx="4">
                  <c:v>5.0000000000000001E-3</c:v>
                </c:pt>
                <c:pt idx="5">
                  <c:v>6.9999999999999993E-3</c:v>
                </c:pt>
                <c:pt idx="6">
                  <c:v>8.0000000000000002E-3</c:v>
                </c:pt>
                <c:pt idx="7">
                  <c:v>4.0000000000000001E-3</c:v>
                </c:pt>
                <c:pt idx="8">
                  <c:v>2E-3</c:v>
                </c:pt>
                <c:pt idx="9">
                  <c:v>2E-3</c:v>
                </c:pt>
                <c:pt idx="10">
                  <c:v>2E-3</c:v>
                </c:pt>
                <c:pt idx="11">
                  <c:v>2E-3</c:v>
                </c:pt>
                <c:pt idx="12">
                  <c:v>1.2E-2</c:v>
                </c:pt>
                <c:pt idx="13">
                  <c:v>1.3000000000000001E-2</c:v>
                </c:pt>
                <c:pt idx="14">
                  <c:v>1.7000000000000001E-2</c:v>
                </c:pt>
                <c:pt idx="15">
                  <c:v>0.02</c:v>
                </c:pt>
                <c:pt idx="16">
                  <c:v>2.3E-2</c:v>
                </c:pt>
                <c:pt idx="17">
                  <c:v>2.2000000000000002E-2</c:v>
                </c:pt>
                <c:pt idx="18">
                  <c:v>2.5000000000000001E-2</c:v>
                </c:pt>
                <c:pt idx="19">
                  <c:v>3.2000000000000001E-2</c:v>
                </c:pt>
                <c:pt idx="20">
                  <c:v>3.6000000000000004E-2</c:v>
                </c:pt>
                <c:pt idx="21">
                  <c:v>4.4000000000000004E-2</c:v>
                </c:pt>
                <c:pt idx="22">
                  <c:v>5.2000000000000005E-2</c:v>
                </c:pt>
                <c:pt idx="23">
                  <c:v>5.2999999999999999E-2</c:v>
                </c:pt>
                <c:pt idx="24">
                  <c:v>5.5999999999999994E-2</c:v>
                </c:pt>
                <c:pt idx="25">
                  <c:v>6.2E-2</c:v>
                </c:pt>
                <c:pt idx="26">
                  <c:v>7.8E-2</c:v>
                </c:pt>
                <c:pt idx="27">
                  <c:v>8.1000000000000003E-2</c:v>
                </c:pt>
                <c:pt idx="28">
                  <c:v>8.8000000000000009E-2</c:v>
                </c:pt>
                <c:pt idx="29">
                  <c:v>9.6000000000000002E-2</c:v>
                </c:pt>
                <c:pt idx="30">
                  <c:v>9.8000000000000004E-2</c:v>
                </c:pt>
                <c:pt idx="31">
                  <c:v>0.10099999999999999</c:v>
                </c:pt>
                <c:pt idx="32">
                  <c:v>0.109</c:v>
                </c:pt>
                <c:pt idx="33">
                  <c:v>0.115</c:v>
                </c:pt>
                <c:pt idx="34">
                  <c:v>0.111</c:v>
                </c:pt>
                <c:pt idx="35">
                  <c:v>0.10400000000000001</c:v>
                </c:pt>
                <c:pt idx="36">
                  <c:v>0.1</c:v>
                </c:pt>
                <c:pt idx="37">
                  <c:v>9.9000000000000005E-2</c:v>
                </c:pt>
                <c:pt idx="38">
                  <c:v>8.3000000000000004E-2</c:v>
                </c:pt>
                <c:pt idx="39">
                  <c:v>8.1000000000000003E-2</c:v>
                </c:pt>
                <c:pt idx="40">
                  <c:v>7.0999999999999994E-2</c:v>
                </c:pt>
                <c:pt idx="41">
                  <c:v>6.4000000000000001E-2</c:v>
                </c:pt>
                <c:pt idx="42">
                  <c:v>6.0999999999999999E-2</c:v>
                </c:pt>
                <c:pt idx="43">
                  <c:v>5.9000000000000004E-2</c:v>
                </c:pt>
                <c:pt idx="44">
                  <c:v>4.9000000000000002E-2</c:v>
                </c:pt>
                <c:pt idx="45">
                  <c:v>3.6000000000000004E-2</c:v>
                </c:pt>
                <c:pt idx="46">
                  <c:v>3.1E-2</c:v>
                </c:pt>
                <c:pt idx="47">
                  <c:v>2.8999999999999998E-2</c:v>
                </c:pt>
                <c:pt idx="48">
                  <c:v>2.7999999999999997E-2</c:v>
                </c:pt>
                <c:pt idx="49">
                  <c:v>2.6000000000000002E-2</c:v>
                </c:pt>
                <c:pt idx="50">
                  <c:v>2.4E-2</c:v>
                </c:pt>
                <c:pt idx="51">
                  <c:v>2.4E-2</c:v>
                </c:pt>
                <c:pt idx="52">
                  <c:v>2.6000000000000002E-2</c:v>
                </c:pt>
                <c:pt idx="53">
                  <c:v>2.5000000000000001E-2</c:v>
                </c:pt>
                <c:pt idx="54">
                  <c:v>2.6000000000000002E-2</c:v>
                </c:pt>
                <c:pt idx="55">
                  <c:v>2.2000000000000002E-2</c:v>
                </c:pt>
                <c:pt idx="56">
                  <c:v>1.7000000000000001E-2</c:v>
                </c:pt>
                <c:pt idx="57">
                  <c:v>0.02</c:v>
                </c:pt>
                <c:pt idx="58">
                  <c:v>2.1999999999999999E-2</c:v>
                </c:pt>
                <c:pt idx="59">
                  <c:v>2.4E-2</c:v>
                </c:pt>
                <c:pt idx="60">
                  <c:v>2.5000000000000001E-2</c:v>
                </c:pt>
                <c:pt idx="61">
                  <c:v>2.4E-2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5-931D-4A98-8F7E-5083D7697C4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646460943"/>
        <c:axId val="1632219903"/>
        <c:extLst>
          <c:ext xmlns:c15="http://schemas.microsoft.com/office/drawing/2012/chart" uri="{02D57815-91ED-43cb-92C2-25804820EDAC}">
            <c15:filteredLineSeries>
              <c15:ser>
                <c:idx val="7"/>
                <c:order val="9"/>
                <c:tx>
                  <c:strRef>
                    <c:extLst>
                      <c:ext uri="{02D57815-91ED-43cb-92C2-25804820EDAC}">
                        <c15:formulaRef>
                          <c15:sqref>'Inflación países'!$G$3</c15:sqref>
                        </c15:formulaRef>
                      </c:ext>
                    </c:extLst>
                    <c:strCache>
                      <c:ptCount val="1"/>
                      <c:pt idx="0">
                        <c:v>China</c:v>
                      </c:pt>
                    </c:strCache>
                  </c:strRef>
                </c:tx>
                <c:spPr>
                  <a:ln w="28575" cap="rnd">
                    <a:solidFill>
                      <a:schemeClr val="accent2">
                        <a:lumMod val="60000"/>
                      </a:schemeClr>
                    </a:solidFill>
                    <a:round/>
                  </a:ln>
                  <a:effectLst/>
                </c:spPr>
                <c:marker>
                  <c:symbol val="none"/>
                </c:marker>
                <c:cat>
                  <c:numRef>
                    <c:extLst>
                      <c:ext uri="{02D57815-91ED-43cb-92C2-25804820EDAC}">
                        <c15:formulaRef>
                          <c15:sqref>'Inflación países'!$C$4:$C$67</c15:sqref>
                        </c15:formulaRef>
                      </c:ext>
                    </c:extLst>
                    <c:numCache>
                      <c:formatCode>mmm\-yy</c:formatCode>
                      <c:ptCount val="64"/>
                      <c:pt idx="0">
                        <c:v>43831</c:v>
                      </c:pt>
                      <c:pt idx="1">
                        <c:v>43862</c:v>
                      </c:pt>
                      <c:pt idx="2">
                        <c:v>43891</c:v>
                      </c:pt>
                      <c:pt idx="3">
                        <c:v>43922</c:v>
                      </c:pt>
                      <c:pt idx="4">
                        <c:v>43952</c:v>
                      </c:pt>
                      <c:pt idx="5">
                        <c:v>43983</c:v>
                      </c:pt>
                      <c:pt idx="6">
                        <c:v>44013</c:v>
                      </c:pt>
                      <c:pt idx="7">
                        <c:v>44044</c:v>
                      </c:pt>
                      <c:pt idx="8">
                        <c:v>44075</c:v>
                      </c:pt>
                      <c:pt idx="9">
                        <c:v>44105</c:v>
                      </c:pt>
                      <c:pt idx="10">
                        <c:v>44136</c:v>
                      </c:pt>
                      <c:pt idx="11">
                        <c:v>44166</c:v>
                      </c:pt>
                      <c:pt idx="12">
                        <c:v>44197</c:v>
                      </c:pt>
                      <c:pt idx="13">
                        <c:v>44228</c:v>
                      </c:pt>
                      <c:pt idx="14">
                        <c:v>44256</c:v>
                      </c:pt>
                      <c:pt idx="15">
                        <c:v>44287</c:v>
                      </c:pt>
                      <c:pt idx="16">
                        <c:v>44317</c:v>
                      </c:pt>
                      <c:pt idx="17">
                        <c:v>44348</c:v>
                      </c:pt>
                      <c:pt idx="18">
                        <c:v>44378</c:v>
                      </c:pt>
                      <c:pt idx="19">
                        <c:v>44409</c:v>
                      </c:pt>
                      <c:pt idx="20">
                        <c:v>44440</c:v>
                      </c:pt>
                      <c:pt idx="21">
                        <c:v>44470</c:v>
                      </c:pt>
                      <c:pt idx="22">
                        <c:v>44501</c:v>
                      </c:pt>
                      <c:pt idx="23">
                        <c:v>44531</c:v>
                      </c:pt>
                      <c:pt idx="24">
                        <c:v>44562</c:v>
                      </c:pt>
                      <c:pt idx="25">
                        <c:v>44593</c:v>
                      </c:pt>
                      <c:pt idx="26">
                        <c:v>44621</c:v>
                      </c:pt>
                      <c:pt idx="27">
                        <c:v>44652</c:v>
                      </c:pt>
                      <c:pt idx="28">
                        <c:v>44682</c:v>
                      </c:pt>
                      <c:pt idx="29">
                        <c:v>44713</c:v>
                      </c:pt>
                      <c:pt idx="30">
                        <c:v>44743</c:v>
                      </c:pt>
                      <c:pt idx="31">
                        <c:v>44774</c:v>
                      </c:pt>
                      <c:pt idx="32">
                        <c:v>44805</c:v>
                      </c:pt>
                      <c:pt idx="33">
                        <c:v>44835</c:v>
                      </c:pt>
                      <c:pt idx="34">
                        <c:v>44866</c:v>
                      </c:pt>
                      <c:pt idx="35">
                        <c:v>44896</c:v>
                      </c:pt>
                      <c:pt idx="36">
                        <c:v>44927</c:v>
                      </c:pt>
                      <c:pt idx="37">
                        <c:v>44958</c:v>
                      </c:pt>
                      <c:pt idx="38">
                        <c:v>44986</c:v>
                      </c:pt>
                      <c:pt idx="39">
                        <c:v>45017</c:v>
                      </c:pt>
                      <c:pt idx="40">
                        <c:v>45047</c:v>
                      </c:pt>
                      <c:pt idx="41">
                        <c:v>45078</c:v>
                      </c:pt>
                      <c:pt idx="42">
                        <c:v>45108</c:v>
                      </c:pt>
                      <c:pt idx="43">
                        <c:v>45139</c:v>
                      </c:pt>
                      <c:pt idx="44">
                        <c:v>45170</c:v>
                      </c:pt>
                      <c:pt idx="45">
                        <c:v>45200</c:v>
                      </c:pt>
                      <c:pt idx="46">
                        <c:v>45231</c:v>
                      </c:pt>
                      <c:pt idx="47">
                        <c:v>45261</c:v>
                      </c:pt>
                      <c:pt idx="48">
                        <c:v>45292</c:v>
                      </c:pt>
                      <c:pt idx="49">
                        <c:v>45323</c:v>
                      </c:pt>
                      <c:pt idx="50">
                        <c:v>45352</c:v>
                      </c:pt>
                      <c:pt idx="51">
                        <c:v>45383</c:v>
                      </c:pt>
                      <c:pt idx="52">
                        <c:v>45413</c:v>
                      </c:pt>
                      <c:pt idx="53">
                        <c:v>45444</c:v>
                      </c:pt>
                      <c:pt idx="54">
                        <c:v>45474</c:v>
                      </c:pt>
                      <c:pt idx="55">
                        <c:v>45505</c:v>
                      </c:pt>
                      <c:pt idx="56">
                        <c:v>45536</c:v>
                      </c:pt>
                      <c:pt idx="57">
                        <c:v>45566</c:v>
                      </c:pt>
                      <c:pt idx="58">
                        <c:v>45597</c:v>
                      </c:pt>
                      <c:pt idx="59">
                        <c:v>45627</c:v>
                      </c:pt>
                      <c:pt idx="60">
                        <c:v>45658</c:v>
                      </c:pt>
                      <c:pt idx="61">
                        <c:v>45689</c:v>
                      </c:pt>
                      <c:pt idx="62">
                        <c:v>45717</c:v>
                      </c:pt>
                      <c:pt idx="63">
                        <c:v>45748</c:v>
                      </c:pt>
                    </c:numCache>
                  </c:numRef>
                </c:cat>
                <c:val>
                  <c:numRef>
                    <c:extLst>
                      <c:ext uri="{02D57815-91ED-43cb-92C2-25804820EDAC}">
                        <c15:formulaRef>
                          <c15:sqref>'Inflación países'!$G$4:$G$63</c15:sqref>
                        </c15:formulaRef>
                      </c:ext>
                    </c:extLst>
                    <c:numCache>
                      <c:formatCode>0.0%</c:formatCode>
                      <c:ptCount val="60"/>
                      <c:pt idx="0">
                        <c:v>5.4000000000000006E-2</c:v>
                      </c:pt>
                      <c:pt idx="1">
                        <c:v>5.2000000000000005E-2</c:v>
                      </c:pt>
                      <c:pt idx="2">
                        <c:v>4.2999999999999997E-2</c:v>
                      </c:pt>
                      <c:pt idx="3">
                        <c:v>3.3000000000000002E-2</c:v>
                      </c:pt>
                      <c:pt idx="4">
                        <c:v>2.4E-2</c:v>
                      </c:pt>
                      <c:pt idx="5">
                        <c:v>2.5000000000000001E-2</c:v>
                      </c:pt>
                      <c:pt idx="6">
                        <c:v>2.7000000000000003E-2</c:v>
                      </c:pt>
                      <c:pt idx="7">
                        <c:v>2.4E-2</c:v>
                      </c:pt>
                      <c:pt idx="8">
                        <c:v>1.7000000000000001E-2</c:v>
                      </c:pt>
                      <c:pt idx="9">
                        <c:v>5.0000000000000001E-3</c:v>
                      </c:pt>
                      <c:pt idx="10">
                        <c:v>-5.0000000000000001E-3</c:v>
                      </c:pt>
                      <c:pt idx="11">
                        <c:v>2E-3</c:v>
                      </c:pt>
                      <c:pt idx="12">
                        <c:v>-3.0000000000000001E-3</c:v>
                      </c:pt>
                      <c:pt idx="13">
                        <c:v>-2E-3</c:v>
                      </c:pt>
                      <c:pt idx="14">
                        <c:v>4.0000000000000001E-3</c:v>
                      </c:pt>
                      <c:pt idx="15">
                        <c:v>9.0000000000000011E-3</c:v>
                      </c:pt>
                      <c:pt idx="16">
                        <c:v>1.3000000000000001E-2</c:v>
                      </c:pt>
                      <c:pt idx="17">
                        <c:v>1.1000000000000001E-2</c:v>
                      </c:pt>
                      <c:pt idx="18">
                        <c:v>0.01</c:v>
                      </c:pt>
                      <c:pt idx="19">
                        <c:v>8.0000000000000002E-3</c:v>
                      </c:pt>
                      <c:pt idx="20">
                        <c:v>6.9999999999999993E-3</c:v>
                      </c:pt>
                      <c:pt idx="21">
                        <c:v>1.4999999999999999E-2</c:v>
                      </c:pt>
                      <c:pt idx="22">
                        <c:v>2.3E-2</c:v>
                      </c:pt>
                      <c:pt idx="23">
                        <c:v>1.4999999999999999E-2</c:v>
                      </c:pt>
                      <c:pt idx="24">
                        <c:v>9.0000000000000011E-3</c:v>
                      </c:pt>
                      <c:pt idx="25">
                        <c:v>9.0000000000000011E-3</c:v>
                      </c:pt>
                      <c:pt idx="26">
                        <c:v>1.4999999999999999E-2</c:v>
                      </c:pt>
                      <c:pt idx="27">
                        <c:v>2.1000000000000001E-2</c:v>
                      </c:pt>
                      <c:pt idx="28">
                        <c:v>2.1000000000000001E-2</c:v>
                      </c:pt>
                      <c:pt idx="29">
                        <c:v>2.5000000000000001E-2</c:v>
                      </c:pt>
                      <c:pt idx="30">
                        <c:v>2.7000000000000003E-2</c:v>
                      </c:pt>
                      <c:pt idx="31">
                        <c:v>2.5000000000000001E-2</c:v>
                      </c:pt>
                      <c:pt idx="32">
                        <c:v>2.7999999999999997E-2</c:v>
                      </c:pt>
                      <c:pt idx="33">
                        <c:v>2.1000000000000001E-2</c:v>
                      </c:pt>
                      <c:pt idx="34">
                        <c:v>1.6E-2</c:v>
                      </c:pt>
                      <c:pt idx="35">
                        <c:v>1.8000000000000002E-2</c:v>
                      </c:pt>
                      <c:pt idx="36">
                        <c:v>2.1000000000000001E-2</c:v>
                      </c:pt>
                      <c:pt idx="37">
                        <c:v>0.01</c:v>
                      </c:pt>
                      <c:pt idx="38">
                        <c:v>6.9999999999999993E-3</c:v>
                      </c:pt>
                      <c:pt idx="39">
                        <c:v>1E-3</c:v>
                      </c:pt>
                      <c:pt idx="40">
                        <c:v>2E-3</c:v>
                      </c:pt>
                      <c:pt idx="41">
                        <c:v>0</c:v>
                      </c:pt>
                      <c:pt idx="42">
                        <c:v>-3.0000000000000001E-3</c:v>
                      </c:pt>
                      <c:pt idx="43">
                        <c:v>1E-3</c:v>
                      </c:pt>
                      <c:pt idx="44">
                        <c:v>0</c:v>
                      </c:pt>
                      <c:pt idx="45">
                        <c:v>-2E-3</c:v>
                      </c:pt>
                      <c:pt idx="46">
                        <c:v>-5.0000000000000001E-3</c:v>
                      </c:pt>
                      <c:pt idx="47">
                        <c:v>-3.0000000000000001E-3</c:v>
                      </c:pt>
                      <c:pt idx="48">
                        <c:v>-8.0000000000000002E-3</c:v>
                      </c:pt>
                      <c:pt idx="49">
                        <c:v>6.9999999999999993E-3</c:v>
                      </c:pt>
                      <c:pt idx="50">
                        <c:v>1E-3</c:v>
                      </c:pt>
                      <c:pt idx="51">
                        <c:v>3.0000000000000001E-3</c:v>
                      </c:pt>
                      <c:pt idx="52">
                        <c:v>3.0000000000000001E-3</c:v>
                      </c:pt>
                      <c:pt idx="53">
                        <c:v>2E-3</c:v>
                      </c:pt>
                      <c:pt idx="54">
                        <c:v>5.0000000000000001E-3</c:v>
                      </c:pt>
                      <c:pt idx="55">
                        <c:v>6.0000000000000001E-3</c:v>
                      </c:pt>
                      <c:pt idx="56">
                        <c:v>4.0000000000000001E-3</c:v>
                      </c:pt>
                      <c:pt idx="57">
                        <c:v>3.0000000000000001E-3</c:v>
                      </c:pt>
                      <c:pt idx="58">
                        <c:v>2E-3</c:v>
                      </c:pt>
                      <c:pt idx="59">
                        <c:v>1E-3</c:v>
                      </c:pt>
                    </c:numCache>
                  </c:numRef>
                </c:val>
                <c:smooth val="1"/>
                <c:extLst>
                  <c:ext xmlns:c16="http://schemas.microsoft.com/office/drawing/2014/chart" uri="{C3380CC4-5D6E-409C-BE32-E72D297353CC}">
                    <c16:uniqueId val="{00000006-931D-4A98-8F7E-5083D7697C4F}"/>
                  </c:ext>
                </c:extLst>
              </c15:ser>
            </c15:filteredLineSeries>
          </c:ext>
        </c:extLst>
      </c:lineChart>
      <c:dateAx>
        <c:axId val="1646460943"/>
        <c:scaling>
          <c:orientation val="minMax"/>
          <c:max val="45748"/>
          <c:min val="44287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mmm\-yy" sourceLinked="1"/>
        <c:majorTickMark val="none"/>
        <c:minorTickMark val="none"/>
        <c:tickLblPos val="nextTo"/>
        <c:spPr>
          <a:noFill/>
          <a:ln w="9525" cap="flat" cmpd="sng" algn="ctr">
            <a:solidFill>
              <a:sysClr val="windowText" lastClr="000000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/>
                </a:solidFill>
                <a:latin typeface="Dosis" pitchFamily="2" charset="0"/>
                <a:ea typeface="+mn-ea"/>
                <a:cs typeface="+mn-cs"/>
              </a:defRPr>
            </a:pPr>
            <a:endParaRPr lang="es-CO"/>
          </a:p>
        </c:txPr>
        <c:crossAx val="1632219903"/>
        <c:crosses val="autoZero"/>
        <c:auto val="1"/>
        <c:lblOffset val="100"/>
        <c:baseTimeUnit val="months"/>
        <c:majorUnit val="3"/>
        <c:majorTimeUnit val="months"/>
      </c:dateAx>
      <c:valAx>
        <c:axId val="1632219903"/>
        <c:scaling>
          <c:orientation val="minMax"/>
          <c:max val="0.16000000000000003"/>
          <c:min val="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0"/>
        <c:majorTickMark val="none"/>
        <c:minorTickMark val="none"/>
        <c:tickLblPos val="nextTo"/>
        <c:spPr>
          <a:noFill/>
          <a:ln>
            <a:solidFill>
              <a:sysClr val="windowText" lastClr="000000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/>
                </a:solidFill>
                <a:latin typeface="Dosis" pitchFamily="2" charset="0"/>
                <a:ea typeface="+mn-ea"/>
                <a:cs typeface="+mn-cs"/>
              </a:defRPr>
            </a:pPr>
            <a:endParaRPr lang="es-CO"/>
          </a:p>
        </c:txPr>
        <c:crossAx val="164646094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baseline="0">
              <a:solidFill>
                <a:schemeClr val="tx1"/>
              </a:solidFill>
              <a:latin typeface="Dosis" pitchFamily="2" charset="0"/>
              <a:ea typeface="+mn-ea"/>
              <a:cs typeface="+mn-cs"/>
            </a:defRPr>
          </a:pPr>
          <a:endParaRPr lang="es-CO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solidFill>
      <a:schemeClr val="bg1"/>
    </a:solidFill>
    <a:ln w="9525" cap="flat" cmpd="sng" algn="ctr">
      <a:noFill/>
      <a:round/>
    </a:ln>
    <a:effectLst/>
  </c:spPr>
  <c:txPr>
    <a:bodyPr/>
    <a:lstStyle/>
    <a:p>
      <a:pPr>
        <a:defRPr>
          <a:latin typeface="Dosis" pitchFamily="2" charset="0"/>
        </a:defRPr>
      </a:pPr>
      <a:endParaRPr lang="es-CO"/>
    </a:p>
  </c:txPr>
  <c:externalData r:id="rId4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7739" cy="471054"/>
          </a:xfrm>
          <a:prstGeom prst="rect">
            <a:avLst/>
          </a:prstGeom>
        </p:spPr>
        <p:txBody>
          <a:bodyPr vert="horz" lIns="94229" tIns="47114" rIns="94229" bIns="47114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4023092" y="0"/>
            <a:ext cx="3077739" cy="471054"/>
          </a:xfrm>
          <a:prstGeom prst="rect">
            <a:avLst/>
          </a:prstGeom>
        </p:spPr>
        <p:txBody>
          <a:bodyPr vert="horz" lIns="94229" tIns="47114" rIns="94229" bIns="47114" rtlCol="0"/>
          <a:lstStyle>
            <a:lvl1pPr algn="r">
              <a:defRPr sz="1200"/>
            </a:lvl1pPr>
          </a:lstStyle>
          <a:p>
            <a:fld id="{970B95E0-BEEB-4DD1-9E62-490B1D401CBE}" type="datetimeFigureOut">
              <a:rPr lang="es-CO" smtClean="0"/>
              <a:t>9/05/2025</a:t>
            </a:fld>
            <a:endParaRPr lang="es-CO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735013" y="1173163"/>
            <a:ext cx="5632450" cy="31686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229" tIns="47114" rIns="94229" bIns="47114" rtlCol="0" anchor="ctr"/>
          <a:lstStyle/>
          <a:p>
            <a:endParaRPr lang="es-CO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710248" y="4518204"/>
            <a:ext cx="5681980" cy="3696712"/>
          </a:xfrm>
          <a:prstGeom prst="rect">
            <a:avLst/>
          </a:prstGeom>
        </p:spPr>
        <p:txBody>
          <a:bodyPr vert="horz" lIns="94229" tIns="47114" rIns="94229" bIns="47114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917422"/>
            <a:ext cx="3077739" cy="471053"/>
          </a:xfrm>
          <a:prstGeom prst="rect">
            <a:avLst/>
          </a:prstGeom>
        </p:spPr>
        <p:txBody>
          <a:bodyPr vert="horz" lIns="94229" tIns="47114" rIns="94229" bIns="47114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4023092" y="8917422"/>
            <a:ext cx="3077739" cy="471053"/>
          </a:xfrm>
          <a:prstGeom prst="rect">
            <a:avLst/>
          </a:prstGeom>
        </p:spPr>
        <p:txBody>
          <a:bodyPr vert="horz" lIns="94229" tIns="47114" rIns="94229" bIns="47114" rtlCol="0" anchor="b"/>
          <a:lstStyle>
            <a:lvl1pPr algn="r">
              <a:defRPr sz="1200"/>
            </a:lvl1pPr>
          </a:lstStyle>
          <a:p>
            <a:fld id="{A351BC46-74FD-48B5-A25A-BED9A3CC61A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3676526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>
          <a:extLst>
            <a:ext uri="{FF2B5EF4-FFF2-40B4-BE49-F238E27FC236}">
              <a16:creationId xmlns:a16="http://schemas.microsoft.com/office/drawing/2014/main" id="{2E4E3025-21DC-5C62-7DC3-0818CD0499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>
            <a:extLst>
              <a:ext uri="{FF2B5EF4-FFF2-40B4-BE49-F238E27FC236}">
                <a16:creationId xmlns:a16="http://schemas.microsoft.com/office/drawing/2014/main" id="{0F230A70-D37F-CA8D-530F-C9AAEEA436E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CO"/>
          </a:p>
        </p:txBody>
      </p:sp>
      <p:sp>
        <p:nvSpPr>
          <p:cNvPr id="91" name="Google Shape;91;p2:notes">
            <a:extLst>
              <a:ext uri="{FF2B5EF4-FFF2-40B4-BE49-F238E27FC236}">
                <a16:creationId xmlns:a16="http://schemas.microsoft.com/office/drawing/2014/main" id="{F17669C2-86DA-B0D0-ED96-DA0C3F18DC8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3256314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4EDE7B4-1177-8B12-7421-1E097B71F4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AA302C3-4D2C-F2D0-08B1-057A362ED78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4A3AD4A-3829-354A-DA24-3BCCBAA141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25CB60-D9A9-4070-85F8-B971D825C08D}" type="datetimeFigureOut">
              <a:rPr lang="es-CO" smtClean="0"/>
              <a:t>9/05/2025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2FB66BA-6D5E-99B8-EFD9-D245F7762E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EE0DE37-85D3-917E-CF1B-E3128F7BAE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2065FE-0BF0-4E5F-8A32-B97A4545014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1092389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63FF609-0BC1-6734-1386-A87154A24B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D097543-B8E6-932A-0977-08D15E6C39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E3D9F70-48D3-0E59-077D-445C06F0CA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25CB60-D9A9-4070-85F8-B971D825C08D}" type="datetimeFigureOut">
              <a:rPr lang="es-CO" smtClean="0"/>
              <a:t>9/05/2025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083320D-B26E-A16F-3C3F-E750E7D347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D5EC084-2EA4-BADD-8A47-BFA2898E88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2065FE-0BF0-4E5F-8A32-B97A4545014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3403338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66BAA8-CD93-2121-DCE9-E7D4690957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E7F0188-D1AF-03DB-69ED-372151698F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B1B6D7D-078A-5795-1B9D-446F3223F2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25CB60-D9A9-4070-85F8-B971D825C08D}" type="datetimeFigureOut">
              <a:rPr lang="es-CO" smtClean="0"/>
              <a:t>9/05/2025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2CE760E-C749-4BA3-E3A2-0E4152B12A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982ED12-2CAC-A123-95C7-AE3434469C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2065FE-0BF0-4E5F-8A32-B97A4545014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365964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6F92F4E-9635-8E14-1F57-9903C3A00D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1A3E32E-2BCE-35CB-A6EF-93A6108E0E7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CA80F746-A486-526A-6769-1A50F35321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C06D9092-C580-4291-A4E9-7BE00259C9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25CB60-D9A9-4070-85F8-B971D825C08D}" type="datetimeFigureOut">
              <a:rPr lang="es-CO" smtClean="0"/>
              <a:t>9/05/2025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74088CA-BCE1-941C-1106-13C541EC34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B8198F7-7FB9-4CA8-11A9-EAA448A85C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2065FE-0BF0-4E5F-8A32-B97A4545014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4947189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DCAABC8-CEBD-F018-6E8A-CA28CBC183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69037FA-34EA-1710-E61F-C21AE73987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E6940C00-D6B9-94EE-2E36-316E9535DB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5F313F7B-988D-DB9F-CF30-A20D8094F59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F55AA9E8-3367-03C7-305A-2F801889A07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FCC76B09-F790-65C3-52B8-948D2CE4BF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25CB60-D9A9-4070-85F8-B971D825C08D}" type="datetimeFigureOut">
              <a:rPr lang="es-CO" smtClean="0"/>
              <a:t>9/05/2025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928E238A-DC0A-108B-C1BE-B70EFBEC2C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DBCDDAA7-B29F-092F-4222-23ACF06ACB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2065FE-0BF0-4E5F-8A32-B97A4545014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4465548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CC420C3-E660-71F4-355B-DF4B5441B7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510EB493-0A83-C268-78DC-0F37D5B18C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25CB60-D9A9-4070-85F8-B971D825C08D}" type="datetimeFigureOut">
              <a:rPr lang="es-CO" smtClean="0"/>
              <a:t>9/05/2025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36A2CAF7-65EB-15C6-237F-52F337F51A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5AB788FC-2384-3285-8028-5FBD76822F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2065FE-0BF0-4E5F-8A32-B97A4545014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0638085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0CE0D069-ADDE-5C61-E160-EADDD70786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25CB60-D9A9-4070-85F8-B971D825C08D}" type="datetimeFigureOut">
              <a:rPr lang="es-CO" smtClean="0"/>
              <a:t>9/05/2025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5AEAFD67-35C8-D0A5-1C70-2F99A6261C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AD262AA3-14FC-344A-F5C5-D52D09B133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2065FE-0BF0-4E5F-8A32-B97A4545014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5082377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41E0F95-CAC8-DF77-E4E6-87FD33612B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18C58EB-955D-2C1E-C0CF-481710C325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8A66C536-F7F8-A40F-DC34-29F4C7B0D1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AC5F1AA-42E9-7AF5-9E5C-DD312C47C0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25CB60-D9A9-4070-85F8-B971D825C08D}" type="datetimeFigureOut">
              <a:rPr lang="es-CO" smtClean="0"/>
              <a:t>9/05/2025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7A5D3C9-F4D6-878F-4F19-E3075DB9DD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E19D988-91B2-1818-3A9E-C53B65E464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2065FE-0BF0-4E5F-8A32-B97A4545014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982763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6313263-2E5B-54B5-78CB-86F0463BE3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136AA091-6787-2AAC-8C90-CCB3CCB7E01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281275E-133A-0891-23B7-628BF1F3E3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F5E5181-DD43-323D-09A5-47F14D58B1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25CB60-D9A9-4070-85F8-B971D825C08D}" type="datetimeFigureOut">
              <a:rPr lang="es-CO" smtClean="0"/>
              <a:t>9/05/2025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37F7CA6-3BD4-752E-5B9C-7DEEC2EC32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24461DF-645C-CAD4-E642-11F3426773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2065FE-0BF0-4E5F-8A32-B97A4545014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5145069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EE3CFAB-CEED-7652-9DF6-FBA2767728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76BE15FF-ED81-E1D3-1487-E357D0E21E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959AE5D-65A8-5092-0216-6A4284C060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25CB60-D9A9-4070-85F8-B971D825C08D}" type="datetimeFigureOut">
              <a:rPr lang="es-CO" smtClean="0"/>
              <a:t>9/05/2025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A2835BD-48C2-5912-FC89-5B2CEC472E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AEF9ECD-546A-1A72-9A9E-846795A927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2065FE-0BF0-4E5F-8A32-B97A4545014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6823422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B40C4EE3-8FAF-B38D-A17B-63984ABF9F5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7907EEAF-FC1D-3A1B-FFF2-47C27AB491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1003979-D145-098D-E8DF-4D67B7F178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25CB60-D9A9-4070-85F8-B971D825C08D}" type="datetimeFigureOut">
              <a:rPr lang="es-CO" smtClean="0"/>
              <a:t>9/05/2025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9045B01-677C-FD7A-4FFD-7FC5F0F544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0935612-B3BC-236D-463A-A891845731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2065FE-0BF0-4E5F-8A32-B97A4545014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06661399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20 Rectángulo"/>
          <p:cNvSpPr/>
          <p:nvPr/>
        </p:nvSpPr>
        <p:spPr>
          <a:xfrm>
            <a:off x="1206500" y="2928938"/>
            <a:ext cx="9753600" cy="1998662"/>
          </a:xfrm>
          <a:prstGeom prst="rect">
            <a:avLst/>
          </a:prstGeom>
          <a:noFill/>
          <a:ln w="6350" cap="rnd" cmpd="sng" algn="ctr">
            <a:solidFill>
              <a:srgbClr val="002060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5" name="32 Rectángulo"/>
          <p:cNvSpPr/>
          <p:nvPr/>
        </p:nvSpPr>
        <p:spPr>
          <a:xfrm>
            <a:off x="1219200" y="5048250"/>
            <a:ext cx="9753600" cy="685800"/>
          </a:xfrm>
          <a:prstGeom prst="rect">
            <a:avLst/>
          </a:prstGeom>
          <a:noFill/>
          <a:ln w="6350" cap="rnd" cmpd="sng" algn="ctr">
            <a:solidFill>
              <a:schemeClr val="accent2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6" name="21 Rectángulo"/>
          <p:cNvSpPr/>
          <p:nvPr/>
        </p:nvSpPr>
        <p:spPr>
          <a:xfrm>
            <a:off x="1206500" y="2928938"/>
            <a:ext cx="304800" cy="1998662"/>
          </a:xfrm>
          <a:prstGeom prst="rect">
            <a:avLst/>
          </a:prstGeom>
          <a:solidFill>
            <a:srgbClr val="002060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7" name="31 Rectángulo"/>
          <p:cNvSpPr/>
          <p:nvPr/>
        </p:nvSpPr>
        <p:spPr>
          <a:xfrm>
            <a:off x="1219200" y="5048250"/>
            <a:ext cx="304800" cy="685800"/>
          </a:xfrm>
          <a:prstGeom prst="rect">
            <a:avLst/>
          </a:prstGeom>
          <a:solidFill>
            <a:srgbClr val="002060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>
              <a:solidFill>
                <a:prstClr val="white"/>
              </a:solidFill>
            </a:endParaRPr>
          </a:p>
        </p:txBody>
      </p:sp>
      <p:pic>
        <p:nvPicPr>
          <p:cNvPr id="10" name="10 Imagen" descr="logo [Converted]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714752" y="357188"/>
            <a:ext cx="4665133" cy="1428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7 Título"/>
          <p:cNvSpPr>
            <a:spLocks noGrp="1"/>
          </p:cNvSpPr>
          <p:nvPr>
            <p:ph type="ctrTitle"/>
          </p:nvPr>
        </p:nvSpPr>
        <p:spPr>
          <a:xfrm>
            <a:off x="1625600" y="3886200"/>
            <a:ext cx="9144000" cy="990600"/>
          </a:xfrm>
        </p:spPr>
        <p:txBody>
          <a:bodyPr anchor="t"/>
          <a:lstStyle>
            <a:lvl1pPr algn="r">
              <a:defRPr sz="3200">
                <a:solidFill>
                  <a:schemeClr val="tx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9" name="8 Subtítulo"/>
          <p:cNvSpPr>
            <a:spLocks noGrp="1"/>
          </p:cNvSpPr>
          <p:nvPr>
            <p:ph type="subTitle" idx="1"/>
          </p:nvPr>
        </p:nvSpPr>
        <p:spPr>
          <a:xfrm>
            <a:off x="1625600" y="5124450"/>
            <a:ext cx="9144000" cy="533400"/>
          </a:xfrm>
          <a:ln>
            <a:solidFill>
              <a:srgbClr val="002060"/>
            </a:solidFill>
          </a:ln>
        </p:spPr>
        <p:txBody>
          <a:bodyPr/>
          <a:lstStyle>
            <a:lvl1pPr marL="0" indent="0" algn="r">
              <a:buNone/>
              <a:defRPr sz="20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s-ES"/>
              <a:t>Haga clic para modificar el estilo de subtítulo del patrón</a:t>
            </a:r>
            <a:endParaRPr lang="en-US"/>
          </a:p>
        </p:txBody>
      </p:sp>
      <p:sp>
        <p:nvSpPr>
          <p:cNvPr id="11" name="27 Marcador de fecha"/>
          <p:cNvSpPr>
            <a:spLocks noGrp="1"/>
          </p:cNvSpPr>
          <p:nvPr>
            <p:ph type="dt" sz="half" idx="10"/>
          </p:nvPr>
        </p:nvSpPr>
        <p:spPr>
          <a:xfrm>
            <a:off x="8534400" y="6354763"/>
            <a:ext cx="3048000" cy="366712"/>
          </a:xfrm>
        </p:spPr>
        <p:txBody>
          <a:bodyPr/>
          <a:lstStyle>
            <a:lvl1pPr>
              <a:defRPr sz="1400">
                <a:latin typeface="Cambria" pitchFamily="18" charset="0"/>
              </a:defRPr>
            </a:lvl1pPr>
          </a:lstStyle>
          <a:p>
            <a:fld id="{EA7E7A28-9CBE-488D-A044-360D4A5C61A4}" type="datetime1">
              <a:rPr lang="es-CO" smtClean="0"/>
              <a:pPr/>
              <a:t>9/05/2025</a:t>
            </a:fld>
            <a:endParaRPr lang="es-CO"/>
          </a:p>
        </p:txBody>
      </p:sp>
      <p:sp>
        <p:nvSpPr>
          <p:cNvPr id="12" name="16 Marcador de pie de página"/>
          <p:cNvSpPr>
            <a:spLocks noGrp="1"/>
          </p:cNvSpPr>
          <p:nvPr>
            <p:ph type="ftr" sz="quarter" idx="11"/>
          </p:nvPr>
        </p:nvSpPr>
        <p:spPr>
          <a:xfrm>
            <a:off x="3865033" y="6354763"/>
            <a:ext cx="4633384" cy="366712"/>
          </a:xfr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Cambria" pitchFamily="18" charset="0"/>
                <a:cs typeface="+mn-cs"/>
              </a:defRPr>
            </a:lvl1pPr>
          </a:lstStyle>
          <a:p>
            <a:endParaRPr lang="es-CO"/>
          </a:p>
        </p:txBody>
      </p:sp>
      <p:sp>
        <p:nvSpPr>
          <p:cNvPr id="13" name="28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1621367" y="6354763"/>
            <a:ext cx="1625600" cy="366712"/>
          </a:xfrm>
        </p:spPr>
        <p:txBody>
          <a:bodyPr/>
          <a:lstStyle>
            <a:lvl1pPr>
              <a:defRPr/>
            </a:lvl1pPr>
          </a:lstStyle>
          <a:p>
            <a:fld id="{951C5920-4BEF-4465-8DD1-3572E30EF6F4}" type="slidenum">
              <a:rPr lang="es-CO" smtClean="0"/>
              <a:pPr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89260151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6 Imagen" descr="logo [Converted]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655302" y="0"/>
            <a:ext cx="1536700" cy="528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8" name="7 Marcador de contenido"/>
          <p:cNvSpPr>
            <a:spLocks noGrp="1"/>
          </p:cNvSpPr>
          <p:nvPr>
            <p:ph sz="quarter" idx="1"/>
          </p:nvPr>
        </p:nvSpPr>
        <p:spPr>
          <a:xfrm>
            <a:off x="609600" y="1219200"/>
            <a:ext cx="10972800" cy="4937760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5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B9B6DAAB-7686-4777-BAD8-9FCB2EAA7BD9}" type="datetime1">
              <a:rPr lang="es-CO" smtClean="0"/>
              <a:pPr/>
              <a:t>9/05/2025</a:t>
            </a:fld>
            <a:endParaRPr lang="es-CO"/>
          </a:p>
        </p:txBody>
      </p:sp>
      <p:sp>
        <p:nvSpPr>
          <p:cNvPr id="6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cs typeface="+mn-cs"/>
              </a:defRPr>
            </a:lvl1pPr>
          </a:lstStyle>
          <a:p>
            <a:endParaRPr lang="es-CO"/>
          </a:p>
        </p:txBody>
      </p:sp>
      <p:sp>
        <p:nvSpPr>
          <p:cNvPr id="7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51C5920-4BEF-4465-8DD1-3572E30EF6F4}" type="slidenum">
              <a:rPr lang="es-CO" smtClean="0"/>
              <a:pPr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5213185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6 Imagen" descr="logo [Converted]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655302" y="0"/>
            <a:ext cx="1536700" cy="528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239349" y="188640"/>
            <a:ext cx="10369152" cy="620688"/>
          </a:xfrm>
        </p:spPr>
        <p:txBody>
          <a:bodyPr/>
          <a:lstStyle>
            <a:lvl1pPr>
              <a:defRPr sz="2800" b="1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140420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6 Imagen" descr="logo [Converted]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655302" y="0"/>
            <a:ext cx="1536700" cy="528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8" name="7 Marcador de contenido"/>
          <p:cNvSpPr>
            <a:spLocks noGrp="1"/>
          </p:cNvSpPr>
          <p:nvPr>
            <p:ph sz="quarter" idx="1"/>
          </p:nvPr>
        </p:nvSpPr>
        <p:spPr>
          <a:xfrm>
            <a:off x="609600" y="1219200"/>
            <a:ext cx="10972800" cy="4937760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5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48D5190-5B6A-42EA-B544-E5C36AF2B686}" type="datetime1">
              <a:rPr lang="es-CO" smtClean="0"/>
              <a:pPr/>
              <a:t>9/05/2025</a:t>
            </a:fld>
            <a:endParaRPr lang="es-CO"/>
          </a:p>
        </p:txBody>
      </p:sp>
      <p:sp>
        <p:nvSpPr>
          <p:cNvPr id="6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cs typeface="+mn-cs"/>
              </a:defRPr>
            </a:lvl1pPr>
          </a:lstStyle>
          <a:p>
            <a:endParaRPr lang="es-CO"/>
          </a:p>
        </p:txBody>
      </p:sp>
      <p:sp>
        <p:nvSpPr>
          <p:cNvPr id="7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51C5920-4BEF-4465-8DD1-3572E30EF6F4}" type="slidenum">
              <a:rPr lang="es-CO" smtClean="0"/>
              <a:pPr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18752269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6 Rectángulo"/>
          <p:cNvSpPr/>
          <p:nvPr/>
        </p:nvSpPr>
        <p:spPr>
          <a:xfrm>
            <a:off x="1219200" y="2819403"/>
            <a:ext cx="9753600" cy="1279525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5" name="7 Rectángulo"/>
          <p:cNvSpPr/>
          <p:nvPr/>
        </p:nvSpPr>
        <p:spPr>
          <a:xfrm>
            <a:off x="1219200" y="2819403"/>
            <a:ext cx="304800" cy="1279525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625600" y="2971800"/>
            <a:ext cx="9144000" cy="1066800"/>
          </a:xfrm>
        </p:spPr>
        <p:txBody>
          <a:bodyPr anchor="t"/>
          <a:lstStyle>
            <a:lvl1pPr algn="r">
              <a:buNone/>
              <a:defRPr sz="3200" b="0" cap="none" baseline="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1727200" y="4267200"/>
            <a:ext cx="9042400" cy="1143000"/>
          </a:xfrm>
        </p:spPr>
        <p:txBody>
          <a:bodyPr/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3 Marcador de fecha"/>
          <p:cNvSpPr>
            <a:spLocks noGrp="1"/>
          </p:cNvSpPr>
          <p:nvPr>
            <p:ph type="dt" sz="half" idx="10"/>
          </p:nvPr>
        </p:nvSpPr>
        <p:spPr>
          <a:xfrm>
            <a:off x="8534400" y="6354763"/>
            <a:ext cx="3048000" cy="366712"/>
          </a:xfrm>
        </p:spPr>
        <p:txBody>
          <a:bodyPr/>
          <a:lstStyle>
            <a:lvl1pPr>
              <a:defRPr>
                <a:solidFill>
                  <a:srgbClr val="DDE9EC"/>
                </a:solidFill>
              </a:defRPr>
            </a:lvl1pPr>
          </a:lstStyle>
          <a:p>
            <a:fld id="{F672D3A7-00E7-4FE2-9DB9-CFD1BCE0E375}" type="datetime1">
              <a:rPr lang="es-CO" smtClean="0"/>
              <a:pPr/>
              <a:t>9/05/2025</a:t>
            </a:fld>
            <a:endParaRPr lang="es-CO"/>
          </a:p>
        </p:txBody>
      </p:sp>
      <p:sp>
        <p:nvSpPr>
          <p:cNvPr id="7" name="4 Marcador de pie de página"/>
          <p:cNvSpPr>
            <a:spLocks noGrp="1"/>
          </p:cNvSpPr>
          <p:nvPr>
            <p:ph type="ftr" sz="quarter" idx="11"/>
          </p:nvPr>
        </p:nvSpPr>
        <p:spPr>
          <a:xfrm>
            <a:off x="3865033" y="6354763"/>
            <a:ext cx="4633384" cy="366712"/>
          </a:xfr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srgbClr val="DDE9EC"/>
                </a:solidFill>
                <a:cs typeface="+mn-cs"/>
              </a:defRPr>
            </a:lvl1pPr>
          </a:lstStyle>
          <a:p>
            <a:endParaRPr lang="es-CO"/>
          </a:p>
        </p:txBody>
      </p:sp>
      <p:sp>
        <p:nvSpPr>
          <p:cNvPr id="8" name="5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1426635" y="6354763"/>
            <a:ext cx="2027767" cy="366712"/>
          </a:xfrm>
        </p:spPr>
        <p:txBody>
          <a:bodyPr/>
          <a:lstStyle>
            <a:lvl1pPr>
              <a:defRPr>
                <a:solidFill>
                  <a:srgbClr val="DDE9EC"/>
                </a:solidFill>
              </a:defRPr>
            </a:lvl1pPr>
          </a:lstStyle>
          <a:p>
            <a:fld id="{951C5920-4BEF-4465-8DD1-3572E30EF6F4}" type="slidenum">
              <a:rPr lang="es-CO" smtClean="0"/>
              <a:pPr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94343168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10 Imagen" descr="logo [Converted]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655302" y="0"/>
            <a:ext cx="1536700" cy="528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09600" y="228600"/>
            <a:ext cx="10972800" cy="914400"/>
          </a:xfrm>
        </p:spPr>
        <p:txBody>
          <a:bodyPr anchor="ctr"/>
          <a:lstStyle>
            <a:lvl1pPr>
              <a:defRPr b="1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609600" y="1285875"/>
            <a:ext cx="5386917" cy="685800"/>
          </a:xfrm>
          <a:noFill/>
          <a:ln>
            <a:noFill/>
          </a:ln>
        </p:spPr>
        <p:txBody>
          <a:bodyPr anchor="b">
            <a:noAutofit/>
          </a:bodyPr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3"/>
          </p:nvPr>
        </p:nvSpPr>
        <p:spPr>
          <a:xfrm>
            <a:off x="6197602" y="1295400"/>
            <a:ext cx="5389033" cy="685800"/>
          </a:xfrm>
          <a:noFill/>
          <a:ln>
            <a:noFill/>
          </a:ln>
        </p:spPr>
        <p:txBody>
          <a:bodyPr anchor="b"/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11" name="10 Marcador de contenido"/>
          <p:cNvSpPr>
            <a:spLocks noGrp="1"/>
          </p:cNvSpPr>
          <p:nvPr>
            <p:ph sz="quarter" idx="2"/>
          </p:nvPr>
        </p:nvSpPr>
        <p:spPr>
          <a:xfrm>
            <a:off x="609600" y="2133600"/>
            <a:ext cx="5384800" cy="4038600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13" name="12 Marcador de contenido"/>
          <p:cNvSpPr>
            <a:spLocks noGrp="1"/>
          </p:cNvSpPr>
          <p:nvPr>
            <p:ph sz="quarter" idx="4"/>
          </p:nvPr>
        </p:nvSpPr>
        <p:spPr>
          <a:xfrm>
            <a:off x="6197600" y="2133600"/>
            <a:ext cx="5384800" cy="4038600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8" name="1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AE76AE7-AAFB-4ABC-BA6C-6F4DD6FB796F}" type="datetime1">
              <a:rPr lang="es-CO" smtClean="0"/>
              <a:pPr/>
              <a:t>9/05/2025</a:t>
            </a:fld>
            <a:endParaRPr lang="es-CO"/>
          </a:p>
        </p:txBody>
      </p:sp>
      <p:sp>
        <p:nvSpPr>
          <p:cNvPr id="9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cs typeface="+mn-cs"/>
              </a:defRPr>
            </a:lvl1pPr>
          </a:lstStyle>
          <a:p>
            <a:endParaRPr lang="es-CO"/>
          </a:p>
        </p:txBody>
      </p:sp>
      <p:sp>
        <p:nvSpPr>
          <p:cNvPr id="10" name="22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51C5920-4BEF-4465-8DD1-3572E30EF6F4}" type="slidenum">
              <a:rPr lang="es-CO" smtClean="0"/>
              <a:pPr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49266036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5 Triángulo isósceles"/>
          <p:cNvSpPr>
            <a:spLocks noChangeAspect="1"/>
          </p:cNvSpPr>
          <p:nvPr/>
        </p:nvSpPr>
        <p:spPr>
          <a:xfrm rot="5400000">
            <a:off x="590550" y="6447368"/>
            <a:ext cx="190500" cy="160867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>
              <a:solidFill>
                <a:prstClr val="white"/>
              </a:solidFill>
            </a:endParaRPr>
          </a:p>
        </p:txBody>
      </p:sp>
      <p:pic>
        <p:nvPicPr>
          <p:cNvPr id="4" name="11 Imagen" descr="logo [Converted]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655302" y="0"/>
            <a:ext cx="1536700" cy="528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09600" y="228600"/>
            <a:ext cx="10972800" cy="914400"/>
          </a:xfrm>
        </p:spPr>
        <p:txBody>
          <a:bodyPr/>
          <a:lstStyle>
            <a:lvl1pPr>
              <a:defRPr b="1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5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B1D5D7A-95B4-43EE-916D-9D11F2E5C2C7}" type="datetime1">
              <a:rPr lang="es-CO" smtClean="0"/>
              <a:pPr/>
              <a:t>9/05/2025</a:t>
            </a:fld>
            <a:endParaRPr lang="es-CO"/>
          </a:p>
        </p:txBody>
      </p:sp>
      <p:sp>
        <p:nvSpPr>
          <p:cNvPr id="6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cs typeface="+mn-cs"/>
              </a:defRPr>
            </a:lvl1pPr>
          </a:lstStyle>
          <a:p>
            <a:endParaRPr lang="es-CO"/>
          </a:p>
        </p:txBody>
      </p:sp>
      <p:sp>
        <p:nvSpPr>
          <p:cNvPr id="7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51C5920-4BEF-4465-8DD1-3572E30EF6F4}" type="slidenum">
              <a:rPr lang="es-CO" smtClean="0"/>
              <a:pPr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67489909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7 Conector recto"/>
          <p:cNvSpPr>
            <a:spLocks noChangeShapeType="1"/>
          </p:cNvSpPr>
          <p:nvPr/>
        </p:nvSpPr>
        <p:spPr bwMode="auto">
          <a:xfrm>
            <a:off x="609600" y="6353175"/>
            <a:ext cx="109728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>
              <a:solidFill>
                <a:prstClr val="white"/>
              </a:solidFill>
              <a:latin typeface="+mn-lt"/>
              <a:cs typeface="Arial" charset="0"/>
            </a:endParaRPr>
          </a:p>
        </p:txBody>
      </p:sp>
      <p:sp>
        <p:nvSpPr>
          <p:cNvPr id="6" name="8 Triángulo isósceles"/>
          <p:cNvSpPr>
            <a:spLocks noChangeAspect="1"/>
          </p:cNvSpPr>
          <p:nvPr/>
        </p:nvSpPr>
        <p:spPr>
          <a:xfrm rot="5400000">
            <a:off x="590550" y="6447368"/>
            <a:ext cx="190500" cy="160867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7" name="9 Rectángulo"/>
          <p:cNvSpPr/>
          <p:nvPr/>
        </p:nvSpPr>
        <p:spPr>
          <a:xfrm>
            <a:off x="609602" y="500063"/>
            <a:ext cx="243417" cy="68580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09600" y="500856"/>
            <a:ext cx="10972800" cy="674688"/>
          </a:xfrm>
          <a:ln>
            <a:solidFill>
              <a:schemeClr val="accent1"/>
            </a:solidFill>
          </a:ln>
        </p:spPr>
        <p:txBody>
          <a:bodyPr lIns="274320" anchor="ctr"/>
          <a:lstStyle>
            <a:lvl1pPr algn="r">
              <a:buNone/>
              <a:defRPr sz="2000" b="0">
                <a:solidFill>
                  <a:schemeClr val="tx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609600" y="1905000"/>
            <a:ext cx="10972800" cy="4270248"/>
          </a:xfrm>
          <a:solidFill>
            <a:schemeClr val="tx1">
              <a:shade val="50000"/>
            </a:schemeClr>
          </a:solidFill>
          <a:ln>
            <a:noFill/>
          </a:ln>
          <a:effectLst/>
        </p:spPr>
        <p:txBody>
          <a:bodyPr>
            <a:normAutofit/>
          </a:bodyPr>
          <a:lstStyle>
            <a:lvl1pPr marL="0" indent="0">
              <a:spcBef>
                <a:spcPts val="600"/>
              </a:spcBef>
              <a:buNone/>
              <a:defRPr sz="3200"/>
            </a:lvl1pPr>
          </a:lstStyle>
          <a:p>
            <a:pPr lvl="0"/>
            <a:r>
              <a:rPr lang="es-ES" noProof="0"/>
              <a:t>Haga clic en el icono para agregar una imagen</a:t>
            </a:r>
            <a:endParaRPr lang="en-US" noProof="0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609600" y="1219200"/>
            <a:ext cx="10972800" cy="533400"/>
          </a:xfrm>
        </p:spPr>
        <p:txBody>
          <a:bodyPr anchor="ctr"/>
          <a:lstStyle>
            <a:lvl1pPr marL="0" indent="0" algn="l">
              <a:buFontTx/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8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DDE9EC"/>
                </a:solidFill>
              </a:defRPr>
            </a:lvl1pPr>
          </a:lstStyle>
          <a:p>
            <a:fld id="{6640AA76-5206-48CF-BC1A-B391B74D03DD}" type="datetime1">
              <a:rPr lang="es-CO" smtClean="0"/>
              <a:pPr/>
              <a:t>9/05/2025</a:t>
            </a:fld>
            <a:endParaRPr lang="es-CO"/>
          </a:p>
        </p:txBody>
      </p:sp>
      <p:sp>
        <p:nvSpPr>
          <p:cNvPr id="9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srgbClr val="DDE9EC"/>
                </a:solidFill>
                <a:cs typeface="+mn-cs"/>
              </a:defRPr>
            </a:lvl1pPr>
          </a:lstStyle>
          <a:p>
            <a:endParaRPr lang="es-CO"/>
          </a:p>
        </p:txBody>
      </p:sp>
      <p:sp>
        <p:nvSpPr>
          <p:cNvPr id="10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DDE9EC"/>
                </a:solidFill>
              </a:defRPr>
            </a:lvl1pPr>
          </a:lstStyle>
          <a:p>
            <a:fld id="{951C5920-4BEF-4465-8DD1-3572E30EF6F4}" type="slidenum">
              <a:rPr lang="es-CO" smtClean="0"/>
              <a:pPr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6165974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10 Imagen" descr="logo [Converted]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655302" y="0"/>
            <a:ext cx="1536700" cy="528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5" name="1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1208895-4142-4A9C-956F-2F013C2FEFF8}" type="datetime1">
              <a:rPr lang="es-CO" smtClean="0"/>
              <a:pPr/>
              <a:t>9/05/2025</a:t>
            </a:fld>
            <a:endParaRPr lang="es-CO"/>
          </a:p>
        </p:txBody>
      </p:sp>
      <p:sp>
        <p:nvSpPr>
          <p:cNvPr id="6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cs typeface="+mn-cs"/>
              </a:defRPr>
            </a:lvl1pPr>
          </a:lstStyle>
          <a:p>
            <a:endParaRPr lang="es-CO"/>
          </a:p>
        </p:txBody>
      </p:sp>
      <p:sp>
        <p:nvSpPr>
          <p:cNvPr id="7" name="22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51C5920-4BEF-4465-8DD1-3572E30EF6F4}" type="slidenum">
              <a:rPr lang="es-CO" smtClean="0"/>
              <a:pPr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4385566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6 Conector recto"/>
          <p:cNvSpPr>
            <a:spLocks noChangeShapeType="1"/>
          </p:cNvSpPr>
          <p:nvPr/>
        </p:nvSpPr>
        <p:spPr bwMode="auto">
          <a:xfrm>
            <a:off x="609600" y="6353175"/>
            <a:ext cx="109728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>
              <a:solidFill>
                <a:prstClr val="black"/>
              </a:solidFill>
              <a:latin typeface="+mn-lt"/>
              <a:cs typeface="Arial" charset="0"/>
            </a:endParaRPr>
          </a:p>
        </p:txBody>
      </p:sp>
      <p:sp>
        <p:nvSpPr>
          <p:cNvPr id="5" name="7 Triángulo isósceles"/>
          <p:cNvSpPr>
            <a:spLocks noChangeAspect="1"/>
          </p:cNvSpPr>
          <p:nvPr/>
        </p:nvSpPr>
        <p:spPr>
          <a:xfrm rot="5400000">
            <a:off x="590550" y="6447368"/>
            <a:ext cx="190500" cy="160867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6" name="8 Conector recto"/>
          <p:cNvSpPr>
            <a:spLocks noChangeShapeType="1"/>
          </p:cNvSpPr>
          <p:nvPr/>
        </p:nvSpPr>
        <p:spPr bwMode="auto">
          <a:xfrm rot="5400000">
            <a:off x="5816072" y="3201988"/>
            <a:ext cx="5851525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>
              <a:solidFill>
                <a:prstClr val="black"/>
              </a:solidFill>
              <a:latin typeface="+mn-lt"/>
              <a:cs typeface="Arial" charset="0"/>
            </a:endParaRPr>
          </a:p>
        </p:txBody>
      </p:sp>
      <p:pic>
        <p:nvPicPr>
          <p:cNvPr id="7" name="14 Imagen" descr="logo [Converted]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655302" y="0"/>
            <a:ext cx="1536700" cy="528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8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C65B9C9-021C-4702-B1EB-2CD8E589DDD1}" type="datetime1">
              <a:rPr lang="es-CO" smtClean="0"/>
              <a:pPr/>
              <a:t>9/05/2025</a:t>
            </a:fld>
            <a:endParaRPr lang="es-CO"/>
          </a:p>
        </p:txBody>
      </p:sp>
      <p:sp>
        <p:nvSpPr>
          <p:cNvPr id="9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cs typeface="+mn-cs"/>
              </a:defRPr>
            </a:lvl1pPr>
          </a:lstStyle>
          <a:p>
            <a:endParaRPr lang="es-CO"/>
          </a:p>
        </p:txBody>
      </p:sp>
      <p:sp>
        <p:nvSpPr>
          <p:cNvPr id="10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51C5920-4BEF-4465-8DD1-3572E30EF6F4}" type="slidenum">
              <a:rPr lang="es-CO" smtClean="0"/>
              <a:pPr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80241423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7 Imagen" descr="logo [Converted]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858000" y="1928813"/>
            <a:ext cx="4665133" cy="1428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Content Placeholder 2"/>
          <p:cNvSpPr>
            <a:spLocks noGrp="1"/>
          </p:cNvSpPr>
          <p:nvPr>
            <p:ph idx="1"/>
          </p:nvPr>
        </p:nvSpPr>
        <p:spPr>
          <a:xfrm>
            <a:off x="609601" y="1928805"/>
            <a:ext cx="6438907" cy="4197361"/>
          </a:xfrm>
        </p:spPr>
        <p:txBody>
          <a:bodyPr/>
          <a:lstStyle>
            <a:lvl1pPr>
              <a:buClr>
                <a:schemeClr val="tx2">
                  <a:lumMod val="75000"/>
                </a:schemeClr>
              </a:buClr>
              <a:buFont typeface="Wingdings" pitchFamily="2" charset="2"/>
              <a:buChar char="§"/>
              <a:defRPr>
                <a:latin typeface="Arial" pitchFamily="34" charset="0"/>
                <a:cs typeface="Arial" pitchFamily="34" charset="0"/>
              </a:defRPr>
            </a:lvl1pPr>
            <a:lvl2pPr>
              <a:buClr>
                <a:schemeClr val="tx2">
                  <a:lumMod val="75000"/>
                </a:schemeClr>
              </a:buClr>
              <a:buFont typeface="Wingdings" pitchFamily="2" charset="2"/>
              <a:buChar char="§"/>
              <a:defRPr>
                <a:latin typeface="Arial" pitchFamily="34" charset="0"/>
                <a:cs typeface="Arial" pitchFamily="34" charset="0"/>
              </a:defRPr>
            </a:lvl2pPr>
            <a:lvl3pPr>
              <a:buClr>
                <a:schemeClr val="tx2">
                  <a:lumMod val="75000"/>
                </a:schemeClr>
              </a:buClr>
              <a:buFont typeface="Wingdings" pitchFamily="2" charset="2"/>
              <a:buChar char="§"/>
              <a:defRPr>
                <a:latin typeface="Arial" pitchFamily="34" charset="0"/>
                <a:cs typeface="Arial" pitchFamily="34" charset="0"/>
              </a:defRPr>
            </a:lvl3pPr>
            <a:lvl4pPr>
              <a:buClr>
                <a:schemeClr val="tx2">
                  <a:lumMod val="75000"/>
                </a:schemeClr>
              </a:buClr>
              <a:buFont typeface="Wingdings" pitchFamily="2" charset="2"/>
              <a:buChar char="§"/>
              <a:defRPr>
                <a:latin typeface="Arial" pitchFamily="34" charset="0"/>
                <a:cs typeface="Arial" pitchFamily="34" charset="0"/>
              </a:defRPr>
            </a:lvl4pPr>
            <a:lvl5pPr>
              <a:buClr>
                <a:schemeClr val="tx2">
                  <a:lumMod val="75000"/>
                </a:schemeClr>
              </a:buClr>
              <a:buFont typeface="Wingdings" pitchFamily="2" charset="2"/>
              <a:buChar char="§"/>
              <a:defRPr>
                <a:latin typeface="Arial" pitchFamily="34" charset="0"/>
                <a:cs typeface="Arial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72199085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239349" y="188640"/>
            <a:ext cx="10369152" cy="620688"/>
          </a:xfrm>
        </p:spPr>
        <p:txBody>
          <a:bodyPr/>
          <a:lstStyle>
            <a:lvl1pPr>
              <a:defRPr sz="2800" b="1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2875026"/>
      </p:ext>
    </p:extLst>
  </p:cSld>
  <p:clrMapOvr>
    <a:masterClrMapping/>
  </p:clrMapOvr>
  <p:transition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239349" y="188640"/>
            <a:ext cx="10369152" cy="620688"/>
          </a:xfrm>
        </p:spPr>
        <p:txBody>
          <a:bodyPr/>
          <a:lstStyle>
            <a:lvl1pPr>
              <a:defRPr sz="2800" b="1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8719437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7871854B-D013-8220-051B-0EC14606E0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B497E48-B49B-12F7-3D1F-0DC77F8127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836B671-959B-7791-CB83-FAF8024E0F9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B25CB60-D9A9-4070-85F8-B971D825C08D}" type="datetimeFigureOut">
              <a:rPr lang="es-CO" smtClean="0"/>
              <a:t>9/05/2025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46E00F2-3476-04F9-1941-3C623B129DE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B0C646D-D95B-2E56-88C3-6065EB39173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22065FE-0BF0-4E5F-8A32-B97A4545014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0665218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21 Marcador de título"/>
          <p:cNvSpPr>
            <a:spLocks noGrp="1"/>
          </p:cNvSpPr>
          <p:nvPr>
            <p:ph type="title"/>
          </p:nvPr>
        </p:nvSpPr>
        <p:spPr bwMode="auto">
          <a:xfrm>
            <a:off x="609600" y="152400"/>
            <a:ext cx="10972800" cy="990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7171" name="12 Marcador de texto"/>
          <p:cNvSpPr>
            <a:spLocks noGrp="1"/>
          </p:cNvSpPr>
          <p:nvPr>
            <p:ph type="body" idx="1"/>
          </p:nvPr>
        </p:nvSpPr>
        <p:spPr bwMode="auto">
          <a:xfrm>
            <a:off x="609600" y="1219200"/>
            <a:ext cx="10972800" cy="4910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14" name="13 Marcador de fecha"/>
          <p:cNvSpPr>
            <a:spLocks noGrp="1"/>
          </p:cNvSpPr>
          <p:nvPr>
            <p:ph type="dt" sz="half" idx="2"/>
          </p:nvPr>
        </p:nvSpPr>
        <p:spPr>
          <a:xfrm>
            <a:off x="8534402" y="6356353"/>
            <a:ext cx="3052233" cy="365125"/>
          </a:xfrm>
          <a:prstGeom prst="rect">
            <a:avLst/>
          </a:prstGeom>
        </p:spPr>
        <p:txBody>
          <a:bodyPr vert="horz"/>
          <a:lstStyle>
            <a:lvl1pPr algn="l" eaLnBrk="1" fontAlgn="auto" latinLnBrk="0" hangingPunct="1">
              <a:spcBef>
                <a:spcPts val="0"/>
              </a:spcBef>
              <a:spcAft>
                <a:spcPts val="0"/>
              </a:spcAft>
              <a:defRPr kumimoji="0" sz="1400">
                <a:solidFill>
                  <a:srgbClr val="464653"/>
                </a:solidFill>
                <a:latin typeface="Cambria" pitchFamily="18" charset="0"/>
                <a:cs typeface="+mn-cs"/>
              </a:defRPr>
            </a:lvl1pPr>
          </a:lstStyle>
          <a:p>
            <a:fld id="{21E0B505-AEE0-4625-8B8E-4D7C26659098}" type="datetime1">
              <a:rPr lang="es-CO" smtClean="0"/>
              <a:pPr/>
              <a:t>9/05/2025</a:t>
            </a:fld>
            <a:endParaRPr lang="es-CO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865033" y="6356353"/>
            <a:ext cx="467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solidFill>
                  <a:srgbClr val="464653"/>
                </a:solidFill>
                <a:latin typeface="Cambria" pitchFamily="18" charset="0"/>
                <a:cs typeface="Arial" charset="0"/>
              </a:defRPr>
            </a:lvl1pPr>
          </a:lstStyle>
          <a:p>
            <a:endParaRPr lang="es-CO"/>
          </a:p>
        </p:txBody>
      </p:sp>
      <p:sp>
        <p:nvSpPr>
          <p:cNvPr id="23" name="22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817033" y="6356353"/>
            <a:ext cx="2641600" cy="365125"/>
          </a:xfrm>
          <a:prstGeom prst="rect">
            <a:avLst/>
          </a:prstGeom>
        </p:spPr>
        <p:txBody>
          <a:bodyPr vert="horz"/>
          <a:lstStyle>
            <a:lvl1pPr algn="l" eaLnBrk="1" fontAlgn="auto" latinLnBrk="0" hangingPunct="1">
              <a:spcBef>
                <a:spcPts val="0"/>
              </a:spcBef>
              <a:spcAft>
                <a:spcPts val="0"/>
              </a:spcAft>
              <a:defRPr kumimoji="0" sz="1400">
                <a:solidFill>
                  <a:srgbClr val="464653"/>
                </a:solidFill>
                <a:latin typeface="Cambria" pitchFamily="18" charset="0"/>
                <a:cs typeface="+mn-cs"/>
              </a:defRPr>
            </a:lvl1pPr>
          </a:lstStyle>
          <a:p>
            <a:fld id="{951C5920-4BEF-4465-8DD1-3572E30EF6F4}" type="slidenum">
              <a:rPr lang="es-CO" smtClean="0"/>
              <a:pPr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9893858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kern="1200">
          <a:solidFill>
            <a:srgbClr val="0D0D0D"/>
          </a:solidFill>
          <a:latin typeface="Cambria" pitchFamily="18" charset="0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>
          <a:solidFill>
            <a:srgbClr val="0D0D0D"/>
          </a:solidFill>
          <a:latin typeface="Cambria" pitchFamily="18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>
          <a:solidFill>
            <a:srgbClr val="0D0D0D"/>
          </a:solidFill>
          <a:latin typeface="Cambria" pitchFamily="18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>
          <a:solidFill>
            <a:srgbClr val="0D0D0D"/>
          </a:solidFill>
          <a:latin typeface="Cambria" pitchFamily="18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>
          <a:solidFill>
            <a:srgbClr val="0D0D0D"/>
          </a:solidFill>
          <a:latin typeface="Cambria" pitchFamily="18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200">
          <a:solidFill>
            <a:srgbClr val="0D0D0D"/>
          </a:solidFill>
          <a:latin typeface="Cambria" pitchFamily="18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200">
          <a:solidFill>
            <a:srgbClr val="0D0D0D"/>
          </a:solidFill>
          <a:latin typeface="Cambria" pitchFamily="18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200">
          <a:solidFill>
            <a:srgbClr val="0D0D0D"/>
          </a:solidFill>
          <a:latin typeface="Cambria" pitchFamily="18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200">
          <a:solidFill>
            <a:srgbClr val="0D0D0D"/>
          </a:solidFill>
          <a:latin typeface="Cambria" pitchFamily="18" charset="0"/>
        </a:defRPr>
      </a:lvl9pPr>
    </p:titleStyle>
    <p:bodyStyle>
      <a:lvl1pPr marL="273050" indent="-273050" algn="l" rtl="0" eaLnBrk="0" fontAlgn="base" hangingPunct="0">
        <a:spcBef>
          <a:spcPts val="600"/>
        </a:spcBef>
        <a:spcAft>
          <a:spcPct val="0"/>
        </a:spcAft>
        <a:buClr>
          <a:schemeClr val="accent1"/>
        </a:buClr>
        <a:buSzPct val="76000"/>
        <a:buFont typeface="Wingdings 3" pitchFamily="18" charset="2"/>
        <a:buChar char=""/>
        <a:defRPr sz="2600" kern="1200">
          <a:solidFill>
            <a:schemeClr val="tx1"/>
          </a:solidFill>
          <a:latin typeface="Cambria" pitchFamily="18" charset="0"/>
          <a:ea typeface="+mn-ea"/>
          <a:cs typeface="+mn-cs"/>
        </a:defRPr>
      </a:lvl1pPr>
      <a:lvl2pPr marL="547688" indent="-273050" algn="l" rtl="0" eaLnBrk="0" fontAlgn="base" hangingPunct="0">
        <a:spcBef>
          <a:spcPts val="500"/>
        </a:spcBef>
        <a:spcAft>
          <a:spcPct val="0"/>
        </a:spcAft>
        <a:buClr>
          <a:schemeClr val="accent2"/>
        </a:buClr>
        <a:buSzPct val="76000"/>
        <a:buFont typeface="Wingdings 3" pitchFamily="18" charset="2"/>
        <a:buChar char=""/>
        <a:defRPr sz="2300" kern="1200">
          <a:solidFill>
            <a:schemeClr val="tx2"/>
          </a:solidFill>
          <a:latin typeface="Cambria" pitchFamily="18" charset="0"/>
          <a:ea typeface="+mn-ea"/>
          <a:cs typeface="+mn-cs"/>
        </a:defRPr>
      </a:lvl2pPr>
      <a:lvl3pPr marL="822325" indent="-228600" algn="l" rtl="0" eaLnBrk="0" fontAlgn="base" hangingPunct="0">
        <a:spcBef>
          <a:spcPts val="500"/>
        </a:spcBef>
        <a:spcAft>
          <a:spcPct val="0"/>
        </a:spcAft>
        <a:buClr>
          <a:srgbClr val="BCBCBC"/>
        </a:buClr>
        <a:buSzPct val="76000"/>
        <a:buFont typeface="Wingdings 3" pitchFamily="18" charset="2"/>
        <a:buChar char=""/>
        <a:defRPr sz="2000" kern="1200">
          <a:solidFill>
            <a:schemeClr val="tx1"/>
          </a:solidFill>
          <a:latin typeface="Cambria" pitchFamily="18" charset="0"/>
          <a:ea typeface="+mn-ea"/>
          <a:cs typeface="+mn-cs"/>
        </a:defRPr>
      </a:lvl3pPr>
      <a:lvl4pPr marL="1096963" indent="-228600" algn="l" rtl="0" eaLnBrk="0" fontAlgn="base" hangingPunct="0">
        <a:spcBef>
          <a:spcPts val="400"/>
        </a:spcBef>
        <a:spcAft>
          <a:spcPct val="0"/>
        </a:spcAft>
        <a:buClr>
          <a:srgbClr val="8BA2B4"/>
        </a:buClr>
        <a:buSzPct val="70000"/>
        <a:buFont typeface="Wingdings" pitchFamily="2" charset="2"/>
        <a:buChar char=""/>
        <a:defRPr sz="2000" kern="1200">
          <a:solidFill>
            <a:schemeClr val="tx1"/>
          </a:solidFill>
          <a:latin typeface="Cambria" pitchFamily="18" charset="0"/>
          <a:ea typeface="+mn-ea"/>
          <a:cs typeface="+mn-cs"/>
        </a:defRPr>
      </a:lvl4pPr>
      <a:lvl5pPr marL="1371600" indent="-228600" algn="l" rtl="0" eaLnBrk="0" fontAlgn="base" hangingPunct="0">
        <a:spcBef>
          <a:spcPts val="3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"/>
        <a:defRPr sz="1600" kern="1200">
          <a:solidFill>
            <a:schemeClr val="tx1"/>
          </a:solidFill>
          <a:latin typeface="Cambria" pitchFamily="18" charset="0"/>
          <a:ea typeface="+mn-ea"/>
          <a:cs typeface="+mn-cs"/>
        </a:defRPr>
      </a:lvl5pPr>
      <a:lvl6pPr marL="1645920" indent="-182880" algn="l" rtl="0" eaLnBrk="1" latinLnBrk="0" hangingPunct="1">
        <a:spcBef>
          <a:spcPts val="300"/>
        </a:spcBef>
        <a:buClr>
          <a:srgbClr val="9FB8CD">
            <a:shade val="75000"/>
          </a:srgbClr>
        </a:buClr>
        <a:buSzPct val="75000"/>
        <a:buFont typeface="Wingdings 3"/>
        <a:buChar char=""/>
        <a:defRPr kumimoji="0"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rgbClr val="727CA3">
            <a:shade val="75000"/>
          </a:srgb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7pPr>
      <a:lvl8pPr marL="2011680" indent="-182880" algn="l" rtl="0" eaLnBrk="1" latinLnBrk="0" hangingPunct="1">
        <a:spcBef>
          <a:spcPts val="300"/>
        </a:spcBef>
        <a:buClr>
          <a:prstClr val="white">
            <a:shade val="50000"/>
          </a:prst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8pPr>
      <a:lvl9pPr marL="2194560" indent="-182880" algn="l" rtl="0" eaLnBrk="1" latinLnBrk="0" hangingPunct="1">
        <a:spcBef>
          <a:spcPts val="300"/>
        </a:spcBef>
        <a:buClr>
          <a:srgbClr val="9FB8CD"/>
        </a:buClr>
        <a:buSzPct val="75000"/>
        <a:buFont typeface="Wingdings 3"/>
        <a:buChar char=""/>
        <a:defRPr kumimoji="0" lang="en-US" sz="1200" kern="1200" smtClean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>
          <a:extLst>
            <a:ext uri="{FF2B5EF4-FFF2-40B4-BE49-F238E27FC236}">
              <a16:creationId xmlns:a16="http://schemas.microsoft.com/office/drawing/2014/main" id="{9A299F41-2676-A20F-3E6C-81FEFDF7D4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3" name="Google Shape;93;p2">
            <a:extLst>
              <a:ext uri="{FF2B5EF4-FFF2-40B4-BE49-F238E27FC236}">
                <a16:creationId xmlns:a16="http://schemas.microsoft.com/office/drawing/2014/main" id="{F517C7B7-15F0-7813-E524-2704739A919A}"/>
              </a:ext>
            </a:extLst>
          </p:cNvPr>
          <p:cNvGrpSpPr/>
          <p:nvPr/>
        </p:nvGrpSpPr>
        <p:grpSpPr>
          <a:xfrm>
            <a:off x="0" y="-24110"/>
            <a:ext cx="833120" cy="6882110"/>
            <a:chOff x="0" y="-9525"/>
            <a:chExt cx="939401" cy="2718858"/>
          </a:xfrm>
        </p:grpSpPr>
        <p:sp>
          <p:nvSpPr>
            <p:cNvPr id="94" name="Google Shape;94;p2">
              <a:extLst>
                <a:ext uri="{FF2B5EF4-FFF2-40B4-BE49-F238E27FC236}">
                  <a16:creationId xmlns:a16="http://schemas.microsoft.com/office/drawing/2014/main" id="{FA38502E-8DBA-59C8-8A01-A86BC6E01F07}"/>
                </a:ext>
              </a:extLst>
            </p:cNvPr>
            <p:cNvSpPr/>
            <p:nvPr/>
          </p:nvSpPr>
          <p:spPr>
            <a:xfrm>
              <a:off x="0" y="0"/>
              <a:ext cx="939401" cy="2709333"/>
            </a:xfrm>
            <a:custGeom>
              <a:avLst/>
              <a:gdLst/>
              <a:ahLst/>
              <a:cxnLst/>
              <a:rect l="l" t="t" r="r" b="b"/>
              <a:pathLst>
                <a:path w="939401" h="2709333" extrusionOk="0">
                  <a:moveTo>
                    <a:pt x="0" y="0"/>
                  </a:moveTo>
                  <a:lnTo>
                    <a:pt x="939401" y="0"/>
                  </a:lnTo>
                  <a:lnTo>
                    <a:pt x="939401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B0272"/>
            </a:solidFill>
            <a:ln>
              <a:noFill/>
            </a:ln>
          </p:spPr>
          <p:txBody>
            <a:bodyPr/>
            <a:lstStyle/>
            <a:p>
              <a:pPr marL="0" marR="0" lvl="0" indent="0" algn="l" defTabSz="60966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lang="es-CO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95" name="Google Shape;95;p2">
              <a:extLst>
                <a:ext uri="{FF2B5EF4-FFF2-40B4-BE49-F238E27FC236}">
                  <a16:creationId xmlns:a16="http://schemas.microsoft.com/office/drawing/2014/main" id="{FFC6F7FA-F856-7E69-821B-63731500D437}"/>
                </a:ext>
              </a:extLst>
            </p:cNvPr>
            <p:cNvSpPr txBox="1"/>
            <p:nvPr/>
          </p:nvSpPr>
          <p:spPr>
            <a:xfrm>
              <a:off x="0" y="-9525"/>
              <a:ext cx="939401" cy="271885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3867" tIns="33867" rIns="33867" bIns="33867" anchor="ctr" anchorCtr="0">
              <a:noAutofit/>
            </a:bodyPr>
            <a:lstStyle/>
            <a:p>
              <a:pPr marL="0" marR="0" lvl="0" indent="0" algn="ctr" defTabSz="609660" rtl="0" eaLnBrk="1" fontAlgn="auto" latinLnBrk="0" hangingPunct="1">
                <a:lnSpc>
                  <a:spcPct val="135555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" name="CuadroTexto 9">
            <a:extLst>
              <a:ext uri="{FF2B5EF4-FFF2-40B4-BE49-F238E27FC236}">
                <a16:creationId xmlns:a16="http://schemas.microsoft.com/office/drawing/2014/main" id="{A0EC371C-5EFF-9400-0CEA-7011E4730DBE}"/>
              </a:ext>
            </a:extLst>
          </p:cNvPr>
          <p:cNvSpPr txBox="1"/>
          <p:nvPr/>
        </p:nvSpPr>
        <p:spPr>
          <a:xfrm>
            <a:off x="1044352" y="6118618"/>
            <a:ext cx="11023360" cy="4001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osis"/>
                <a:ea typeface="+mn-ea"/>
                <a:cs typeface="+mn-cs"/>
              </a:rPr>
              <a:t>A pesar de las caídas en la inflación colombiana, el dato en el país aún se mantiene superior al de países pares.</a:t>
            </a:r>
            <a:endParaRPr kumimoji="0" lang="es-CO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Dosis" pitchFamily="2" charset="0"/>
              <a:ea typeface="+mn-ea"/>
              <a:cs typeface="+mn-cs"/>
            </a:endParaRP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BFC57C10-10D6-8CC0-B594-9E84741930B8}"/>
              </a:ext>
            </a:extLst>
          </p:cNvPr>
          <p:cNvSpPr txBox="1"/>
          <p:nvPr/>
        </p:nvSpPr>
        <p:spPr>
          <a:xfrm>
            <a:off x="3249638" y="39903"/>
            <a:ext cx="6724356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osis" pitchFamily="2" charset="0"/>
                <a:ea typeface="+mn-ea"/>
                <a:cs typeface="Arial"/>
                <a:sym typeface="Arial"/>
              </a:rPr>
              <a:t>Inflación países seleccionados</a:t>
            </a:r>
          </a:p>
          <a:p>
            <a:pPr marL="0" marR="0" lvl="0" indent="0" algn="ctr" defTabSz="9144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osis" pitchFamily="2" charset="0"/>
                <a:ea typeface="+mn-ea"/>
                <a:cs typeface="Arial"/>
                <a:sym typeface="Arial"/>
              </a:rPr>
              <a:t>Porcentaje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46163863-3E42-E5E0-0FD4-BD68172F0B7E}"/>
              </a:ext>
            </a:extLst>
          </p:cNvPr>
          <p:cNvSpPr txBox="1"/>
          <p:nvPr/>
        </p:nvSpPr>
        <p:spPr>
          <a:xfrm>
            <a:off x="828438" y="6627280"/>
            <a:ext cx="49440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osis" pitchFamily="2" charset="0"/>
                <a:ea typeface="+mn-ea"/>
                <a:cs typeface="Arial"/>
                <a:sym typeface="Arial"/>
              </a:rPr>
              <a:t>Fuente: </a:t>
            </a:r>
            <a:r>
              <a:rPr kumimoji="0" lang="es-ES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osis" pitchFamily="2" charset="0"/>
                <a:ea typeface="+mn-ea"/>
                <a:cs typeface="+mn-cs"/>
                <a:sym typeface="Arial"/>
              </a:rPr>
              <a:t>Bancos</a:t>
            </a:r>
            <a:r>
              <a:rPr kumimoji="0" lang="es-ES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osis" pitchFamily="2" charset="0"/>
                <a:ea typeface="+mn-ea"/>
                <a:cs typeface="+mn-cs"/>
              </a:rPr>
              <a:t> centrales de cada país– Cálculos Camacol.</a:t>
            </a:r>
            <a:endParaRPr kumimoji="0" lang="es-CO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Dosis" pitchFamily="2" charset="0"/>
              <a:ea typeface="+mn-ea"/>
              <a:cs typeface="Arial"/>
              <a:sym typeface="Arial"/>
            </a:endParaRPr>
          </a:p>
        </p:txBody>
      </p:sp>
      <p:sp>
        <p:nvSpPr>
          <p:cNvPr id="14" name="Google Shape;189;p5">
            <a:extLst>
              <a:ext uri="{FF2B5EF4-FFF2-40B4-BE49-F238E27FC236}">
                <a16:creationId xmlns:a16="http://schemas.microsoft.com/office/drawing/2014/main" id="{EB38E215-2225-1EF5-EAC7-EE254964F59B}"/>
              </a:ext>
            </a:extLst>
          </p:cNvPr>
          <p:cNvSpPr txBox="1"/>
          <p:nvPr/>
        </p:nvSpPr>
        <p:spPr>
          <a:xfrm>
            <a:off x="9483124" y="6566448"/>
            <a:ext cx="2639253" cy="221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defTabSz="609660" rtl="0" eaLnBrk="1" fontAlgn="auto" latinLnBrk="0" hangingPunct="1">
              <a:lnSpc>
                <a:spcPct val="12000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00227C"/>
                </a:solidFill>
                <a:effectLst/>
                <a:uLnTx/>
                <a:uFillTx/>
                <a:latin typeface="Dosis"/>
                <a:ea typeface="Dosis"/>
                <a:cs typeface="Dosis"/>
                <a:sym typeface="Dosis"/>
              </a:rPr>
              <a:t>www.camacol.co</a:t>
            </a:r>
            <a:endParaRPr kumimoji="0" lang="en-US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225FD33C-1A66-C3C9-BA2F-D27C3A3B8F54}"/>
              </a:ext>
            </a:extLst>
          </p:cNvPr>
          <p:cNvSpPr/>
          <p:nvPr/>
        </p:nvSpPr>
        <p:spPr>
          <a:xfrm>
            <a:off x="6345382" y="1883218"/>
            <a:ext cx="729673" cy="30777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096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endParaRPr kumimoji="0" lang="es-CO" sz="933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graphicFrame>
        <p:nvGraphicFramePr>
          <p:cNvPr id="2" name="Gráfico 1">
            <a:extLst>
              <a:ext uri="{FF2B5EF4-FFF2-40B4-BE49-F238E27FC236}">
                <a16:creationId xmlns:a16="http://schemas.microsoft.com/office/drawing/2014/main" id="{86581706-AEF1-BBF5-5E2B-1D283F0D728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367917637"/>
              </p:ext>
            </p:extLst>
          </p:nvPr>
        </p:nvGraphicFramePr>
        <p:xfrm>
          <a:off x="1329795" y="703176"/>
          <a:ext cx="10452473" cy="534202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3" name="Imagen 2" descr="Logotipo, nombre de la empresa&#10;&#10;Descripción generada automáticamente">
            <a:extLst>
              <a:ext uri="{FF2B5EF4-FFF2-40B4-BE49-F238E27FC236}">
                <a16:creationId xmlns:a16="http://schemas.microsoft.com/office/drawing/2014/main" id="{7152F7BD-9BEB-F77A-486A-786EFE47B0E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4853"/>
            <a:ext cx="833120" cy="5629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8343083"/>
      </p:ext>
    </p:extLst>
  </p:cSld>
  <p:clrMapOvr>
    <a:masterClrMapping/>
  </p:clrMapOvr>
</p:sld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_Origen">
  <a:themeElements>
    <a:clrScheme name="Concurrencia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Personalizado 1">
      <a:majorFont>
        <a:latin typeface="Cambria"/>
        <a:ea typeface=""/>
        <a:cs typeface=""/>
      </a:majorFont>
      <a:minorFont>
        <a:latin typeface="Cambria"/>
        <a:ea typeface=""/>
        <a:cs typeface=""/>
      </a:minorFont>
    </a:fontScheme>
    <a:fmtScheme name="Origen">
      <a:fillStyleLst>
        <a:solidFill>
          <a:schemeClr val="phClr"/>
        </a:solidFill>
        <a:gradFill rotWithShape="1">
          <a:gsLst>
            <a:gs pos="0">
              <a:schemeClr val="phClr">
                <a:tint val="45000"/>
                <a:satMod val="200000"/>
              </a:schemeClr>
            </a:gs>
            <a:gs pos="30000">
              <a:schemeClr val="phClr">
                <a:tint val="61000"/>
                <a:satMod val="200000"/>
              </a:schemeClr>
            </a:gs>
            <a:gs pos="45000">
              <a:schemeClr val="phClr">
                <a:tint val="66000"/>
                <a:satMod val="200000"/>
              </a:schemeClr>
            </a:gs>
            <a:gs pos="55000">
              <a:schemeClr val="phClr">
                <a:tint val="66000"/>
                <a:satMod val="200000"/>
              </a:schemeClr>
            </a:gs>
            <a:gs pos="73000">
              <a:schemeClr val="phClr">
                <a:tint val="61000"/>
                <a:satMod val="200000"/>
              </a:schemeClr>
            </a:gs>
            <a:gs pos="100000">
              <a:schemeClr val="phClr">
                <a:tint val="45000"/>
                <a:satMod val="200000"/>
              </a:schemeClr>
            </a:gs>
          </a:gsLst>
          <a:lin ang="950000" scaled="1"/>
        </a:gradFill>
        <a:gradFill rotWithShape="1">
          <a:gsLst>
            <a:gs pos="0">
              <a:schemeClr val="phClr">
                <a:shade val="63000"/>
              </a:schemeClr>
            </a:gs>
            <a:gs pos="30000">
              <a:schemeClr val="phClr">
                <a:shade val="90000"/>
                <a:satMod val="110000"/>
              </a:schemeClr>
            </a:gs>
            <a:gs pos="45000">
              <a:schemeClr val="phClr">
                <a:shade val="100000"/>
                <a:satMod val="118000"/>
              </a:schemeClr>
            </a:gs>
            <a:gs pos="55000">
              <a:schemeClr val="phClr">
                <a:shade val="100000"/>
                <a:satMod val="118000"/>
              </a:schemeClr>
            </a:gs>
            <a:gs pos="73000">
              <a:schemeClr val="phClr">
                <a:shade val="90000"/>
                <a:satMod val="110000"/>
              </a:schemeClr>
            </a:gs>
            <a:gs pos="100000">
              <a:schemeClr val="phClr">
                <a:shade val="63000"/>
              </a:schemeClr>
            </a:gs>
          </a:gsLst>
          <a:lin ang="950000" scaled="1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43000" dir="5400000" rotWithShape="0">
              <a:srgbClr val="000000">
                <a:alpha val="40000"/>
              </a:srgbClr>
            </a:outerShdw>
          </a:effectLst>
          <a:scene3d>
            <a:camera prst="orthographicFront" fov="0">
              <a:rot lat="0" lon="0" rev="0"/>
            </a:camera>
            <a:lightRig rig="balanced" dir="t">
              <a:rot lat="0" lon="0" rev="0"/>
            </a:lightRig>
          </a:scene3d>
          <a:sp3d prstMaterial="matte">
            <a:bevelT w="0" h="0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scene3d>
            <a:camera prst="orthographicFront" fov="0">
              <a:rot lat="0" lon="0" rev="0"/>
            </a:camera>
            <a:lightRig rig="soft" dir="t">
              <a:rot lat="0" lon="0" rev="2700000"/>
            </a:lightRig>
          </a:scene3d>
          <a:sp3d prstMaterial="matte">
            <a:bevelT w="50800" h="508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60000"/>
                <a:satMod val="300000"/>
              </a:schemeClr>
            </a:gs>
            <a:gs pos="30000">
              <a:schemeClr val="phClr">
                <a:shade val="80000"/>
                <a:satMod val="230000"/>
              </a:schemeClr>
            </a:gs>
            <a:gs pos="100000">
              <a:schemeClr val="phClr">
                <a:tint val="97000"/>
                <a:satMod val="22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6000"/>
                <a:satMod val="120000"/>
              </a:schemeClr>
              <a:schemeClr val="phClr">
                <a:tint val="90000"/>
              </a:schemeClr>
            </a:duotone>
          </a:blip>
          <a:tile tx="0" ty="0" sx="35000" sy="40000" flip="x" algn="tl"/>
        </a:blip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  <a:fontScheme name="Office">
    <a:majorFont>
      <a:latin typeface="Aptos Display" panose="0211000402020202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Aptos Narrow" panose="0211000402020202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  <a:ln w="2540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_ip_UnifiedCompliancePolicyProperties xmlns="http://schemas.microsoft.com/sharepoint/v3" xsi:nil="true"/>
    <lcf76f155ced4ddcb4097134ff3c332f xmlns="d62384bc-84af-4cee-9670-bdd7e3103028">
      <Terms xmlns="http://schemas.microsoft.com/office/infopath/2007/PartnerControls"/>
    </lcf76f155ced4ddcb4097134ff3c332f>
    <TaxCatchAll xmlns="d07a1b0e-5e0d-4395-b8ed-6b7f4c24bf1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E9C3C2A87D08D409B3F8E77471845A6" ma:contentTypeVersion="17" ma:contentTypeDescription="Create a new document." ma:contentTypeScope="" ma:versionID="c183e8ef4075ce3bee142c121839b84b">
  <xsd:schema xmlns:xsd="http://www.w3.org/2001/XMLSchema" xmlns:xs="http://www.w3.org/2001/XMLSchema" xmlns:p="http://schemas.microsoft.com/office/2006/metadata/properties" xmlns:ns1="http://schemas.microsoft.com/sharepoint/v3" xmlns:ns2="d62384bc-84af-4cee-9670-bdd7e3103028" xmlns:ns3="d07a1b0e-5e0d-4395-b8ed-6b7f4c24bf15" targetNamespace="http://schemas.microsoft.com/office/2006/metadata/properties" ma:root="true" ma:fieldsID="54e9e5cb529ceac8d53a7862cdca92d4" ns1:_="" ns2:_="" ns3:_="">
    <xsd:import namespace="http://schemas.microsoft.com/sharepoint/v3"/>
    <xsd:import namespace="d62384bc-84af-4cee-9670-bdd7e3103028"/>
    <xsd:import namespace="d07a1b0e-5e0d-4395-b8ed-6b7f4c24bf1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1:_ip_UnifiedCompliancePolicyProperties" minOccurs="0"/>
                <xsd:element ref="ns1:_ip_UnifiedCompliancePolicyUIAction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LengthInSecond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4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15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62384bc-84af-4cee-9670-bdd7e310302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4acb3148-5304-4beb-92c5-86c952aca73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9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20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1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2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23" nillable="true" ma:displayName="MediaLengthInSeconds" ma:hidden="true" ma:internalName="MediaLengthInSeconds" ma:readOnly="true">
      <xsd:simpleType>
        <xsd:restriction base="dms:Unknown"/>
      </xsd:simpleType>
    </xsd:element>
    <xsd:element name="MediaServiceBillingMetadata" ma:index="24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07a1b0e-5e0d-4395-b8ed-6b7f4c24bf15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8" nillable="true" ma:displayName="Taxonomy Catch All Column" ma:hidden="true" ma:list="{d98bf23e-96a5-4ebc-af27-c0a9078782cb}" ma:internalName="TaxCatchAll" ma:showField="CatchAllData" ma:web="d07a1b0e-5e0d-4395-b8ed-6b7f4c24bf1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0893A500-55B2-4B2E-8760-5B5D0F488818}">
  <ds:schemaRefs>
    <ds:schemaRef ds:uri="http://schemas.microsoft.com/sharepoint/v3"/>
    <ds:schemaRef ds:uri="http://schemas.microsoft.com/office/infopath/2007/PartnerControls"/>
    <ds:schemaRef ds:uri="http://schemas.openxmlformats.org/package/2006/metadata/core-properties"/>
    <ds:schemaRef ds:uri="http://schemas.microsoft.com/office/2006/documentManagement/types"/>
    <ds:schemaRef ds:uri="http://purl.org/dc/terms/"/>
    <ds:schemaRef ds:uri="http://purl.org/dc/elements/1.1/"/>
    <ds:schemaRef ds:uri="http://purl.org/dc/dcmitype/"/>
    <ds:schemaRef ds:uri="d07a1b0e-5e0d-4395-b8ed-6b7f4c24bf15"/>
    <ds:schemaRef ds:uri="d62384bc-84af-4cee-9670-bdd7e3103028"/>
    <ds:schemaRef ds:uri="http://schemas.microsoft.com/office/2006/metadata/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A8F62679-5479-4F23-8CBE-BBF02674FC8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F4F62D99-88A8-4FBC-AF8B-2C017EDE077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d62384bc-84af-4cee-9670-bdd7e3103028"/>
    <ds:schemaRef ds:uri="d07a1b0e-5e0d-4395-b8ed-6b7f4c24bf1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856</TotalTime>
  <Words>53</Words>
  <Application>Microsoft Office PowerPoint</Application>
  <PresentationFormat>Panorámica</PresentationFormat>
  <Paragraphs>14</Paragraphs>
  <Slides>1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8</vt:i4>
      </vt:variant>
      <vt:variant>
        <vt:lpstr>Tema</vt:lpstr>
      </vt:variant>
      <vt:variant>
        <vt:i4>2</vt:i4>
      </vt:variant>
      <vt:variant>
        <vt:lpstr>Títulos de diapositiva</vt:lpstr>
      </vt:variant>
      <vt:variant>
        <vt:i4>1</vt:i4>
      </vt:variant>
    </vt:vector>
  </HeadingPairs>
  <TitlesOfParts>
    <vt:vector size="11" baseType="lpstr">
      <vt:lpstr>Aptos</vt:lpstr>
      <vt:lpstr>Aptos Display</vt:lpstr>
      <vt:lpstr>Arial</vt:lpstr>
      <vt:lpstr>Calibri</vt:lpstr>
      <vt:lpstr>Cambria</vt:lpstr>
      <vt:lpstr>Dosis</vt:lpstr>
      <vt:lpstr>Wingdings</vt:lpstr>
      <vt:lpstr>Wingdings 3</vt:lpstr>
      <vt:lpstr>Tema de Office</vt:lpstr>
      <vt:lpstr>1_Origen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Adriana Ivonne Cardenas</dc:creator>
  <cp:lastModifiedBy>Diego Fernando Montañez Herrera</cp:lastModifiedBy>
  <cp:revision>2</cp:revision>
  <cp:lastPrinted>2024-07-31T19:51:52Z</cp:lastPrinted>
  <dcterms:created xsi:type="dcterms:W3CDTF">2024-05-28T19:25:00Z</dcterms:created>
  <dcterms:modified xsi:type="dcterms:W3CDTF">2025-05-09T16:44:07Z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0x010100BE9C3C2A87D08D409B3F8E77471845A6</vt:lpwstr>
  </property>
  <property fmtid="{D5CDD505-2E9C-101B-9397-08002B2CF9AE}" pid="3" name="MediaServiceImageTags">
    <vt:lpwstr/>
  </property>
</Properties>
</file>