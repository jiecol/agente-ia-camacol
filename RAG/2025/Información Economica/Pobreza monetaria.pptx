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8"/>
  </p:notesMasterIdLst>
  <p:sldIdLst>
    <p:sldId id="2147474894" r:id="rId5"/>
    <p:sldId id="2147474895" r:id="rId6"/>
    <p:sldId id="2147474896" r:id="rId7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EDFEB21-CFDA-3C1B-7ACC-22A7B724B001}" name="Juan Fernando Cardozo Bohorquez" initials="JC" userId="S::jcardozo@camacol.org.co::77be3ac0-b86e-40b8-9a26-78cb499008e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EA1341A-4ED9-4AB2-906A-E9509EC77F09}" v="154" dt="2025-07-24T21:30:59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microsoft.com/office/2018/10/relationships/authors" Target="authors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 Fernando Cardozo Bohorquez" userId="77be3ac0-b86e-40b8-9a26-78cb499008ea" providerId="ADAL" clId="{3EA1341A-4ED9-4AB2-906A-E9509EC77F09}"/>
    <pc:docChg chg="undo redo custSel addSld delSld modSld">
      <pc:chgData name="Juan Fernando Cardozo Bohorquez" userId="77be3ac0-b86e-40b8-9a26-78cb499008ea" providerId="ADAL" clId="{3EA1341A-4ED9-4AB2-906A-E9509EC77F09}" dt="2025-07-24T21:30:59.915" v="1509" actId="692"/>
      <pc:docMkLst>
        <pc:docMk/>
      </pc:docMkLst>
      <pc:sldChg chg="new del">
        <pc:chgData name="Juan Fernando Cardozo Bohorquez" userId="77be3ac0-b86e-40b8-9a26-78cb499008ea" providerId="ADAL" clId="{3EA1341A-4ED9-4AB2-906A-E9509EC77F09}" dt="2025-07-24T17:05:05.676" v="3" actId="47"/>
        <pc:sldMkLst>
          <pc:docMk/>
          <pc:sldMk cId="82445737" sldId="256"/>
        </pc:sldMkLst>
      </pc:sldChg>
      <pc:sldChg chg="add del">
        <pc:chgData name="Juan Fernando Cardozo Bohorquez" userId="77be3ac0-b86e-40b8-9a26-78cb499008ea" providerId="ADAL" clId="{3EA1341A-4ED9-4AB2-906A-E9509EC77F09}" dt="2025-07-24T17:05:59.542" v="6" actId="47"/>
        <pc:sldMkLst>
          <pc:docMk/>
          <pc:sldMk cId="3297793062" sldId="15076"/>
        </pc:sldMkLst>
      </pc:sldChg>
      <pc:sldChg chg="add del">
        <pc:chgData name="Juan Fernando Cardozo Bohorquez" userId="77be3ac0-b86e-40b8-9a26-78cb499008ea" providerId="ADAL" clId="{3EA1341A-4ED9-4AB2-906A-E9509EC77F09}" dt="2025-07-24T17:06:00.082" v="7" actId="47"/>
        <pc:sldMkLst>
          <pc:docMk/>
          <pc:sldMk cId="927144495" sldId="2147474361"/>
        </pc:sldMkLst>
      </pc:sldChg>
      <pc:sldChg chg="addSp delSp modSp add del mod">
        <pc:chgData name="Juan Fernando Cardozo Bohorquez" userId="77be3ac0-b86e-40b8-9a26-78cb499008ea" providerId="ADAL" clId="{3EA1341A-4ED9-4AB2-906A-E9509EC77F09}" dt="2025-07-24T19:32:35.256" v="947" actId="2696"/>
        <pc:sldMkLst>
          <pc:docMk/>
          <pc:sldMk cId="2973081717" sldId="2147474509"/>
        </pc:sldMkLst>
        <pc:spChg chg="mod">
          <ac:chgData name="Juan Fernando Cardozo Bohorquez" userId="77be3ac0-b86e-40b8-9a26-78cb499008ea" providerId="ADAL" clId="{3EA1341A-4ED9-4AB2-906A-E9509EC77F09}" dt="2025-07-24T17:35:07.621" v="571" actId="20577"/>
          <ac:spMkLst>
            <pc:docMk/>
            <pc:sldMk cId="2973081717" sldId="2147474509"/>
            <ac:spMk id="2" creationId="{781F57EA-42A5-9D25-0C7E-0AA3D1A4B0A9}"/>
          </ac:spMkLst>
        </pc:spChg>
        <pc:spChg chg="mod">
          <ac:chgData name="Juan Fernando Cardozo Bohorquez" userId="77be3ac0-b86e-40b8-9a26-78cb499008ea" providerId="ADAL" clId="{3EA1341A-4ED9-4AB2-906A-E9509EC77F09}" dt="2025-07-24T17:43:34.981" v="848" actId="1076"/>
          <ac:spMkLst>
            <pc:docMk/>
            <pc:sldMk cId="2973081717" sldId="2147474509"/>
            <ac:spMk id="4" creationId="{B9295CC0-666F-928D-4C6E-BEBD70477A73}"/>
          </ac:spMkLst>
        </pc:spChg>
        <pc:spChg chg="mod">
          <ac:chgData name="Juan Fernando Cardozo Bohorquez" userId="77be3ac0-b86e-40b8-9a26-78cb499008ea" providerId="ADAL" clId="{3EA1341A-4ED9-4AB2-906A-E9509EC77F09}" dt="2025-07-24T17:44:09.033" v="879" actId="20577"/>
          <ac:spMkLst>
            <pc:docMk/>
            <pc:sldMk cId="2973081717" sldId="2147474509"/>
            <ac:spMk id="6" creationId="{57F41EAC-E09F-D816-8C84-92E93E2AEA85}"/>
          </ac:spMkLst>
        </pc:spChg>
        <pc:graphicFrameChg chg="mod modGraphic">
          <ac:chgData name="Juan Fernando Cardozo Bohorquez" userId="77be3ac0-b86e-40b8-9a26-78cb499008ea" providerId="ADAL" clId="{3EA1341A-4ED9-4AB2-906A-E9509EC77F09}" dt="2025-07-24T17:44:23.411" v="881" actId="122"/>
          <ac:graphicFrameMkLst>
            <pc:docMk/>
            <pc:sldMk cId="2973081717" sldId="2147474509"/>
            <ac:graphicFrameMk id="5" creationId="{D52C70B0-C919-0D9E-8BAA-7F77B75C9C9E}"/>
          </ac:graphicFrameMkLst>
        </pc:graphicFrameChg>
        <pc:graphicFrameChg chg="add del mod">
          <ac:chgData name="Juan Fernando Cardozo Bohorquez" userId="77be3ac0-b86e-40b8-9a26-78cb499008ea" providerId="ADAL" clId="{3EA1341A-4ED9-4AB2-906A-E9509EC77F09}" dt="2025-07-24T17:33:18.150" v="534" actId="478"/>
          <ac:graphicFrameMkLst>
            <pc:docMk/>
            <pc:sldMk cId="2973081717" sldId="2147474509"/>
            <ac:graphicFrameMk id="7" creationId="{78ABF1B5-3543-36FD-DDC5-7601B0238E51}"/>
          </ac:graphicFrameMkLst>
        </pc:graphicFrameChg>
      </pc:sldChg>
      <pc:sldChg chg="addSp delSp modSp add mod">
        <pc:chgData name="Juan Fernando Cardozo Bohorquez" userId="77be3ac0-b86e-40b8-9a26-78cb499008ea" providerId="ADAL" clId="{3EA1341A-4ED9-4AB2-906A-E9509EC77F09}" dt="2025-07-24T21:23:00.654" v="1280" actId="113"/>
        <pc:sldMkLst>
          <pc:docMk/>
          <pc:sldMk cId="940375175" sldId="2147474894"/>
        </pc:sldMkLst>
        <pc:spChg chg="mod">
          <ac:chgData name="Juan Fernando Cardozo Bohorquez" userId="77be3ac0-b86e-40b8-9a26-78cb499008ea" providerId="ADAL" clId="{3EA1341A-4ED9-4AB2-906A-E9509EC77F09}" dt="2025-07-24T19:58:58.418" v="1109" actId="20577"/>
          <ac:spMkLst>
            <pc:docMk/>
            <pc:sldMk cId="940375175" sldId="2147474894"/>
            <ac:spMk id="2" creationId="{19D7C6D2-7F08-19D3-3BD1-5E28D11C4BC2}"/>
          </ac:spMkLst>
        </pc:spChg>
        <pc:spChg chg="mod">
          <ac:chgData name="Juan Fernando Cardozo Bohorquez" userId="77be3ac0-b86e-40b8-9a26-78cb499008ea" providerId="ADAL" clId="{3EA1341A-4ED9-4AB2-906A-E9509EC77F09}" dt="2025-07-24T17:13:24.047" v="85" actId="1076"/>
          <ac:spMkLst>
            <pc:docMk/>
            <pc:sldMk cId="940375175" sldId="2147474894"/>
            <ac:spMk id="3" creationId="{D53CDCFC-7FCD-57ED-DD04-9417F31F35BE}"/>
          </ac:spMkLst>
        </pc:spChg>
        <pc:spChg chg="del">
          <ac:chgData name="Juan Fernando Cardozo Bohorquez" userId="77be3ac0-b86e-40b8-9a26-78cb499008ea" providerId="ADAL" clId="{3EA1341A-4ED9-4AB2-906A-E9509EC77F09}" dt="2025-07-24T17:12:27.094" v="17" actId="478"/>
          <ac:spMkLst>
            <pc:docMk/>
            <pc:sldMk cId="940375175" sldId="2147474894"/>
            <ac:spMk id="5" creationId="{99432018-2D3B-9793-34AA-5AF549BF2329}"/>
          </ac:spMkLst>
        </pc:spChg>
        <pc:spChg chg="del">
          <ac:chgData name="Juan Fernando Cardozo Bohorquez" userId="77be3ac0-b86e-40b8-9a26-78cb499008ea" providerId="ADAL" clId="{3EA1341A-4ED9-4AB2-906A-E9509EC77F09}" dt="2025-07-24T17:12:28.078" v="19" actId="478"/>
          <ac:spMkLst>
            <pc:docMk/>
            <pc:sldMk cId="940375175" sldId="2147474894"/>
            <ac:spMk id="6" creationId="{6DF5BDB0-9D5D-806C-2727-CA06FB6DDC2F}"/>
          </ac:spMkLst>
        </pc:spChg>
        <pc:spChg chg="del">
          <ac:chgData name="Juan Fernando Cardozo Bohorquez" userId="77be3ac0-b86e-40b8-9a26-78cb499008ea" providerId="ADAL" clId="{3EA1341A-4ED9-4AB2-906A-E9509EC77F09}" dt="2025-07-24T17:12:26.620" v="16" actId="478"/>
          <ac:spMkLst>
            <pc:docMk/>
            <pc:sldMk cId="940375175" sldId="2147474894"/>
            <ac:spMk id="7" creationId="{C593CA5C-2871-D91C-8874-4C6E0CAFBF7E}"/>
          </ac:spMkLst>
        </pc:spChg>
        <pc:spChg chg="mod">
          <ac:chgData name="Juan Fernando Cardozo Bohorquez" userId="77be3ac0-b86e-40b8-9a26-78cb499008ea" providerId="ADAL" clId="{3EA1341A-4ED9-4AB2-906A-E9509EC77F09}" dt="2025-07-24T17:13:21.199" v="84" actId="1076"/>
          <ac:spMkLst>
            <pc:docMk/>
            <pc:sldMk cId="940375175" sldId="2147474894"/>
            <ac:spMk id="8" creationId="{A028E199-BCE0-FA57-E3EC-262C2FD70957}"/>
          </ac:spMkLst>
        </pc:spChg>
        <pc:spChg chg="mod">
          <ac:chgData name="Juan Fernando Cardozo Bohorquez" userId="77be3ac0-b86e-40b8-9a26-78cb499008ea" providerId="ADAL" clId="{3EA1341A-4ED9-4AB2-906A-E9509EC77F09}" dt="2025-07-24T20:32:20.291" v="1181" actId="20577"/>
          <ac:spMkLst>
            <pc:docMk/>
            <pc:sldMk cId="940375175" sldId="2147474894"/>
            <ac:spMk id="10" creationId="{44C17B62-5193-06F7-6B34-3A72A1304AC4}"/>
          </ac:spMkLst>
        </pc:spChg>
        <pc:spChg chg="del">
          <ac:chgData name="Juan Fernando Cardozo Bohorquez" userId="77be3ac0-b86e-40b8-9a26-78cb499008ea" providerId="ADAL" clId="{3EA1341A-4ED9-4AB2-906A-E9509EC77F09}" dt="2025-07-24T17:12:27.454" v="18" actId="478"/>
          <ac:spMkLst>
            <pc:docMk/>
            <pc:sldMk cId="940375175" sldId="2147474894"/>
            <ac:spMk id="11" creationId="{766C36A2-7B3C-D85E-C0B2-69E879F56526}"/>
          </ac:spMkLst>
        </pc:spChg>
        <pc:graphicFrameChg chg="del">
          <ac:chgData name="Juan Fernando Cardozo Bohorquez" userId="77be3ac0-b86e-40b8-9a26-78cb499008ea" providerId="ADAL" clId="{3EA1341A-4ED9-4AB2-906A-E9509EC77F09}" dt="2025-07-24T17:12:22.281" v="8" actId="478"/>
          <ac:graphicFrameMkLst>
            <pc:docMk/>
            <pc:sldMk cId="940375175" sldId="2147474894"/>
            <ac:graphicFrameMk id="4" creationId="{2182E848-EEF5-28B4-F84D-41176AA789DF}"/>
          </ac:graphicFrameMkLst>
        </pc:graphicFrameChg>
        <pc:graphicFrameChg chg="add mod">
          <ac:chgData name="Juan Fernando Cardozo Bohorquez" userId="77be3ac0-b86e-40b8-9a26-78cb499008ea" providerId="ADAL" clId="{3EA1341A-4ED9-4AB2-906A-E9509EC77F09}" dt="2025-07-24T21:22:37.199" v="1271"/>
          <ac:graphicFrameMkLst>
            <pc:docMk/>
            <pc:sldMk cId="940375175" sldId="2147474894"/>
            <ac:graphicFrameMk id="4" creationId="{CD784C25-023E-C25C-B642-0FA200F7E99E}"/>
          </ac:graphicFrameMkLst>
        </pc:graphicFrameChg>
        <pc:graphicFrameChg chg="add mod">
          <ac:chgData name="Juan Fernando Cardozo Bohorquez" userId="77be3ac0-b86e-40b8-9a26-78cb499008ea" providerId="ADAL" clId="{3EA1341A-4ED9-4AB2-906A-E9509EC77F09}" dt="2025-07-24T21:23:00.654" v="1280" actId="113"/>
          <ac:graphicFrameMkLst>
            <pc:docMk/>
            <pc:sldMk cId="940375175" sldId="2147474894"/>
            <ac:graphicFrameMk id="5" creationId="{CD784C25-023E-C25C-B642-0FA200F7E99E}"/>
          </ac:graphicFrameMkLst>
        </pc:graphicFrameChg>
        <pc:graphicFrameChg chg="add mod">
          <ac:chgData name="Juan Fernando Cardozo Bohorquez" userId="77be3ac0-b86e-40b8-9a26-78cb499008ea" providerId="ADAL" clId="{3EA1341A-4ED9-4AB2-906A-E9509EC77F09}" dt="2025-07-24T17:12:25.123" v="13"/>
          <ac:graphicFrameMkLst>
            <pc:docMk/>
            <pc:sldMk cId="940375175" sldId="2147474894"/>
            <ac:graphicFrameMk id="9" creationId="{F0408877-470B-4148-DACF-BEEA6397F839}"/>
          </ac:graphicFrameMkLst>
        </pc:graphicFrameChg>
        <pc:graphicFrameChg chg="add del mod">
          <ac:chgData name="Juan Fernando Cardozo Bohorquez" userId="77be3ac0-b86e-40b8-9a26-78cb499008ea" providerId="ADAL" clId="{3EA1341A-4ED9-4AB2-906A-E9509EC77F09}" dt="2025-07-24T17:20:50.228" v="106" actId="478"/>
          <ac:graphicFrameMkLst>
            <pc:docMk/>
            <pc:sldMk cId="940375175" sldId="2147474894"/>
            <ac:graphicFrameMk id="12" creationId="{F0408877-470B-4148-DACF-BEEA6397F839}"/>
          </ac:graphicFrameMkLst>
        </pc:graphicFrameChg>
        <pc:graphicFrameChg chg="add mod">
          <ac:chgData name="Juan Fernando Cardozo Bohorquez" userId="77be3ac0-b86e-40b8-9a26-78cb499008ea" providerId="ADAL" clId="{3EA1341A-4ED9-4AB2-906A-E9509EC77F09}" dt="2025-07-24T17:20:55.029" v="111"/>
          <ac:graphicFrameMkLst>
            <pc:docMk/>
            <pc:sldMk cId="940375175" sldId="2147474894"/>
            <ac:graphicFrameMk id="13" creationId="{F0BDF8ED-3527-E564-24FC-374DD119B04E}"/>
          </ac:graphicFrameMkLst>
        </pc:graphicFrameChg>
        <pc:graphicFrameChg chg="add del mod">
          <ac:chgData name="Juan Fernando Cardozo Bohorquez" userId="77be3ac0-b86e-40b8-9a26-78cb499008ea" providerId="ADAL" clId="{3EA1341A-4ED9-4AB2-906A-E9509EC77F09}" dt="2025-07-24T21:22:35.325" v="1268" actId="478"/>
          <ac:graphicFrameMkLst>
            <pc:docMk/>
            <pc:sldMk cId="940375175" sldId="2147474894"/>
            <ac:graphicFrameMk id="14" creationId="{F0BDF8ED-3527-E564-24FC-374DD119B04E}"/>
          </ac:graphicFrameMkLst>
        </pc:graphicFrameChg>
      </pc:sldChg>
      <pc:sldChg chg="addSp delSp modSp add mod">
        <pc:chgData name="Juan Fernando Cardozo Bohorquez" userId="77be3ac0-b86e-40b8-9a26-78cb499008ea" providerId="ADAL" clId="{3EA1341A-4ED9-4AB2-906A-E9509EC77F09}" dt="2025-07-24T21:30:59.915" v="1509" actId="692"/>
        <pc:sldMkLst>
          <pc:docMk/>
          <pc:sldMk cId="3478359997" sldId="2147474895"/>
        </pc:sldMkLst>
        <pc:spChg chg="mod">
          <ac:chgData name="Juan Fernando Cardozo Bohorquez" userId="77be3ac0-b86e-40b8-9a26-78cb499008ea" providerId="ADAL" clId="{3EA1341A-4ED9-4AB2-906A-E9509EC77F09}" dt="2025-07-24T19:58:59.024" v="1113" actId="20577"/>
          <ac:spMkLst>
            <pc:docMk/>
            <pc:sldMk cId="3478359997" sldId="2147474895"/>
            <ac:spMk id="2" creationId="{C7B8D0BD-2569-4E33-22F2-F3860901F134}"/>
          </ac:spMkLst>
        </pc:spChg>
        <pc:spChg chg="mod">
          <ac:chgData name="Juan Fernando Cardozo Bohorquez" userId="77be3ac0-b86e-40b8-9a26-78cb499008ea" providerId="ADAL" clId="{3EA1341A-4ED9-4AB2-906A-E9509EC77F09}" dt="2025-07-24T20:33:50.089" v="1228" actId="21"/>
          <ac:spMkLst>
            <pc:docMk/>
            <pc:sldMk cId="3478359997" sldId="2147474895"/>
            <ac:spMk id="10" creationId="{5D6C639C-75C1-BB3E-6EE4-624667132C48}"/>
          </ac:spMkLst>
        </pc:spChg>
        <pc:graphicFrameChg chg="add mod">
          <ac:chgData name="Juan Fernando Cardozo Bohorquez" userId="77be3ac0-b86e-40b8-9a26-78cb499008ea" providerId="ADAL" clId="{3EA1341A-4ED9-4AB2-906A-E9509EC77F09}" dt="2025-07-24T21:25:23.839" v="1284"/>
          <ac:graphicFrameMkLst>
            <pc:docMk/>
            <pc:sldMk cId="3478359997" sldId="2147474895"/>
            <ac:graphicFrameMk id="4" creationId="{A2C40D3B-D40F-0E1B-AFAB-8F1468970015}"/>
          </ac:graphicFrameMkLst>
        </pc:graphicFrameChg>
        <pc:graphicFrameChg chg="add mod">
          <ac:chgData name="Juan Fernando Cardozo Bohorquez" userId="77be3ac0-b86e-40b8-9a26-78cb499008ea" providerId="ADAL" clId="{3EA1341A-4ED9-4AB2-906A-E9509EC77F09}" dt="2025-07-24T17:23:22.669" v="127"/>
          <ac:graphicFrameMkLst>
            <pc:docMk/>
            <pc:sldMk cId="3478359997" sldId="2147474895"/>
            <ac:graphicFrameMk id="4" creationId="{DB2CE109-C6F9-4CDD-D219-7BD6E7CF4EE7}"/>
          </ac:graphicFrameMkLst>
        </pc:graphicFrameChg>
        <pc:graphicFrameChg chg="add del mod">
          <ac:chgData name="Juan Fernando Cardozo Bohorquez" userId="77be3ac0-b86e-40b8-9a26-78cb499008ea" providerId="ADAL" clId="{3EA1341A-4ED9-4AB2-906A-E9509EC77F09}" dt="2025-07-24T21:25:21.741" v="1281" actId="478"/>
          <ac:graphicFrameMkLst>
            <pc:docMk/>
            <pc:sldMk cId="3478359997" sldId="2147474895"/>
            <ac:graphicFrameMk id="5" creationId="{DB2CE109-C6F9-4CDD-D219-7BD6E7CF4EE7}"/>
          </ac:graphicFrameMkLst>
        </pc:graphicFrameChg>
        <pc:graphicFrameChg chg="add mod">
          <ac:chgData name="Juan Fernando Cardozo Bohorquez" userId="77be3ac0-b86e-40b8-9a26-78cb499008ea" providerId="ADAL" clId="{3EA1341A-4ED9-4AB2-906A-E9509EC77F09}" dt="2025-07-24T21:30:59.915" v="1509" actId="692"/>
          <ac:graphicFrameMkLst>
            <pc:docMk/>
            <pc:sldMk cId="3478359997" sldId="2147474895"/>
            <ac:graphicFrameMk id="6" creationId="{A2C40D3B-D40F-0E1B-AFAB-8F1468970015}"/>
          </ac:graphicFrameMkLst>
        </pc:graphicFrameChg>
        <pc:graphicFrameChg chg="del">
          <ac:chgData name="Juan Fernando Cardozo Bohorquez" userId="77be3ac0-b86e-40b8-9a26-78cb499008ea" providerId="ADAL" clId="{3EA1341A-4ED9-4AB2-906A-E9509EC77F09}" dt="2025-07-24T17:17:17.563" v="105" actId="478"/>
          <ac:graphicFrameMkLst>
            <pc:docMk/>
            <pc:sldMk cId="3478359997" sldId="2147474895"/>
            <ac:graphicFrameMk id="12" creationId="{7E08A516-4B44-C2DA-93AE-741B4EFD379F}"/>
          </ac:graphicFrameMkLst>
        </pc:graphicFrameChg>
      </pc:sldChg>
      <pc:sldChg chg="addSp delSp modSp add mod">
        <pc:chgData name="Juan Fernando Cardozo Bohorquez" userId="77be3ac0-b86e-40b8-9a26-78cb499008ea" providerId="ADAL" clId="{3EA1341A-4ED9-4AB2-906A-E9509EC77F09}" dt="2025-07-24T21:30:29.285" v="1505" actId="20577"/>
        <pc:sldMkLst>
          <pc:docMk/>
          <pc:sldMk cId="3300209142" sldId="2147474896"/>
        </pc:sldMkLst>
        <pc:spChg chg="mod">
          <ac:chgData name="Juan Fernando Cardozo Bohorquez" userId="77be3ac0-b86e-40b8-9a26-78cb499008ea" providerId="ADAL" clId="{3EA1341A-4ED9-4AB2-906A-E9509EC77F09}" dt="2025-07-24T21:30:29.285" v="1505" actId="20577"/>
          <ac:spMkLst>
            <pc:docMk/>
            <pc:sldMk cId="3300209142" sldId="2147474896"/>
            <ac:spMk id="4" creationId="{4B0FBB2E-78CD-2C12-C5A9-1646668B08A5}"/>
          </ac:spMkLst>
        </pc:spChg>
        <pc:spChg chg="mod">
          <ac:chgData name="Juan Fernando Cardozo Bohorquez" userId="77be3ac0-b86e-40b8-9a26-78cb499008ea" providerId="ADAL" clId="{3EA1341A-4ED9-4AB2-906A-E9509EC77F09}" dt="2025-07-24T21:27:07.032" v="1332" actId="20577"/>
          <ac:spMkLst>
            <pc:docMk/>
            <pc:sldMk cId="3300209142" sldId="2147474896"/>
            <ac:spMk id="6" creationId="{5F3F85B5-90DA-B487-74CC-E1F7567E6BEC}"/>
          </ac:spMkLst>
        </pc:spChg>
        <pc:graphicFrameChg chg="mod modGraphic">
          <ac:chgData name="Juan Fernando Cardozo Bohorquez" userId="77be3ac0-b86e-40b8-9a26-78cb499008ea" providerId="ADAL" clId="{3EA1341A-4ED9-4AB2-906A-E9509EC77F09}" dt="2025-07-24T21:28:44.066" v="1350" actId="122"/>
          <ac:graphicFrameMkLst>
            <pc:docMk/>
            <pc:sldMk cId="3300209142" sldId="2147474896"/>
            <ac:graphicFrameMk id="5" creationId="{B7F1B77F-E872-7BE1-139E-07991EDAEB02}"/>
          </ac:graphicFrameMkLst>
        </pc:graphicFrameChg>
        <pc:graphicFrameChg chg="add del">
          <ac:chgData name="Juan Fernando Cardozo Bohorquez" userId="77be3ac0-b86e-40b8-9a26-78cb499008ea" providerId="ADAL" clId="{3EA1341A-4ED9-4AB2-906A-E9509EC77F09}" dt="2025-07-24T17:46:34.788" v="900" actId="478"/>
          <ac:graphicFrameMkLst>
            <pc:docMk/>
            <pc:sldMk cId="3300209142" sldId="2147474896"/>
            <ac:graphicFrameMk id="7" creationId="{B41CFBBD-2E69-657B-88AA-C3E815F570A8}"/>
          </ac:graphicFrameMkLst>
        </pc:graphicFrameChg>
        <pc:graphicFrameChg chg="add">
          <ac:chgData name="Juan Fernando Cardozo Bohorquez" userId="77be3ac0-b86e-40b8-9a26-78cb499008ea" providerId="ADAL" clId="{3EA1341A-4ED9-4AB2-906A-E9509EC77F09}" dt="2025-07-24T17:46:37.172" v="901"/>
          <ac:graphicFrameMkLst>
            <pc:docMk/>
            <pc:sldMk cId="3300209142" sldId="2147474896"/>
            <ac:graphicFrameMk id="8" creationId="{82821297-14C8-7025-8C3B-7046CAA5E9CD}"/>
          </ac:graphicFrameMkLst>
        </pc:graphicFrameChg>
        <pc:graphicFrameChg chg="add del">
          <ac:chgData name="Juan Fernando Cardozo Bohorquez" userId="77be3ac0-b86e-40b8-9a26-78cb499008ea" providerId="ADAL" clId="{3EA1341A-4ED9-4AB2-906A-E9509EC77F09}" dt="2025-07-24T17:46:43.416" v="903" actId="478"/>
          <ac:graphicFrameMkLst>
            <pc:docMk/>
            <pc:sldMk cId="3300209142" sldId="2147474896"/>
            <ac:graphicFrameMk id="9" creationId="{550D5611-ED8D-A1D4-67EB-3E85C426B5C6}"/>
          </ac:graphicFrameMkLst>
        </pc:graphicFrameChg>
        <pc:graphicFrameChg chg="add del mod">
          <ac:chgData name="Juan Fernando Cardozo Bohorquez" userId="77be3ac0-b86e-40b8-9a26-78cb499008ea" providerId="ADAL" clId="{3EA1341A-4ED9-4AB2-906A-E9509EC77F09}" dt="2025-07-24T17:46:53.050" v="906" actId="478"/>
          <ac:graphicFrameMkLst>
            <pc:docMk/>
            <pc:sldMk cId="3300209142" sldId="2147474896"/>
            <ac:graphicFrameMk id="10" creationId="{DB247F96-6BB9-33B1-5A51-9F03D54B4CDB}"/>
          </ac:graphicFrameMkLst>
        </pc:graphicFrameChg>
        <pc:graphicFrameChg chg="add mod modGraphic">
          <ac:chgData name="Juan Fernando Cardozo Bohorquez" userId="77be3ac0-b86e-40b8-9a26-78cb499008ea" providerId="ADAL" clId="{3EA1341A-4ED9-4AB2-906A-E9509EC77F09}" dt="2025-07-24T21:28:56.965" v="1355" actId="113"/>
          <ac:graphicFrameMkLst>
            <pc:docMk/>
            <pc:sldMk cId="3300209142" sldId="2147474896"/>
            <ac:graphicFrameMk id="11" creationId="{C48B991A-0F37-9430-8B6C-6684E375F54B}"/>
          </ac:graphicFrameMkLst>
        </pc:graphicFrameChg>
      </pc:sldChg>
      <pc:sldChg chg="add del">
        <pc:chgData name="Juan Fernando Cardozo Bohorquez" userId="77be3ac0-b86e-40b8-9a26-78cb499008ea" providerId="ADAL" clId="{3EA1341A-4ED9-4AB2-906A-E9509EC77F09}" dt="2025-07-24T17:44:45.746" v="882" actId="47"/>
        <pc:sldMkLst>
          <pc:docMk/>
          <pc:sldMk cId="4017145968" sldId="2147474896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'Ins empalme'!$A$2</c:f>
              <c:strCache>
                <c:ptCount val="1"/>
                <c:pt idx="0">
                  <c:v>Pobreza Monetaria</c:v>
                </c:pt>
              </c:strCache>
            </c:strRef>
          </c:tx>
          <c:spPr>
            <a:ln w="28575" cap="rnd">
              <a:solidFill>
                <a:srgbClr val="002060">
                  <a:alpha val="96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245-459D-AA9B-7D5FE4FF8CDA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245-459D-AA9B-7D5FE4FF8CD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E245-459D-AA9B-7D5FE4FF8CDA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245-459D-AA9B-7D5FE4FF8CDA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E245-459D-AA9B-7D5FE4FF8CDA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245-459D-AA9B-7D5FE4FF8CDA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E245-459D-AA9B-7D5FE4FF8CDA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245-459D-AA9B-7D5FE4FF8CDA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E245-459D-AA9B-7D5FE4FF8CD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600" b="1" i="0" u="none" strike="noStrike" kern="1200" baseline="0">
                    <a:solidFill>
                      <a:srgbClr val="00206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'Ins empalme'!$B$1:$N$1</c:f>
              <c:numCache>
                <c:formatCode>General</c:formatCode>
                <c:ptCount val="13"/>
                <c:pt idx="0">
                  <c:v>2012</c:v>
                </c:pt>
                <c:pt idx="1">
                  <c:v>2013</c:v>
                </c:pt>
                <c:pt idx="2">
                  <c:v>2014</c:v>
                </c:pt>
                <c:pt idx="3">
                  <c:v>2015</c:v>
                </c:pt>
                <c:pt idx="4">
                  <c:v>2016</c:v>
                </c:pt>
                <c:pt idx="5">
                  <c:v>2017</c:v>
                </c:pt>
                <c:pt idx="6">
                  <c:v>2018</c:v>
                </c:pt>
                <c:pt idx="7">
                  <c:v>2019</c:v>
                </c:pt>
                <c:pt idx="8">
                  <c:v>2020</c:v>
                </c:pt>
                <c:pt idx="9">
                  <c:v>2021</c:v>
                </c:pt>
                <c:pt idx="10">
                  <c:v>2022</c:v>
                </c:pt>
                <c:pt idx="11">
                  <c:v>2023</c:v>
                </c:pt>
                <c:pt idx="12">
                  <c:v>2024</c:v>
                </c:pt>
              </c:numCache>
            </c:numRef>
          </c:cat>
          <c:val>
            <c:numRef>
              <c:f>'Ins empalme'!$B$2:$N$2</c:f>
              <c:numCache>
                <c:formatCode>0.0</c:formatCode>
                <c:ptCount val="13"/>
                <c:pt idx="0">
                  <c:v>41</c:v>
                </c:pt>
                <c:pt idx="1">
                  <c:v>38.700000000000003</c:v>
                </c:pt>
                <c:pt idx="2">
                  <c:v>37</c:v>
                </c:pt>
                <c:pt idx="3">
                  <c:v>36.799999999999997</c:v>
                </c:pt>
                <c:pt idx="4">
                  <c:v>36.799999999999997</c:v>
                </c:pt>
                <c:pt idx="5">
                  <c:v>35.9</c:v>
                </c:pt>
                <c:pt idx="6">
                  <c:v>35.5</c:v>
                </c:pt>
                <c:pt idx="7">
                  <c:v>36.5</c:v>
                </c:pt>
                <c:pt idx="8">
                  <c:v>43.1</c:v>
                </c:pt>
                <c:pt idx="9">
                  <c:v>39.700000000000003</c:v>
                </c:pt>
                <c:pt idx="10">
                  <c:v>36.6</c:v>
                </c:pt>
                <c:pt idx="11">
                  <c:v>34.6</c:v>
                </c:pt>
                <c:pt idx="12">
                  <c:v>31.8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9-E245-459D-AA9B-7D5FE4FF8CDA}"/>
            </c:ext>
          </c:extLst>
        </c:ser>
        <c:ser>
          <c:idx val="1"/>
          <c:order val="1"/>
          <c:tx>
            <c:strRef>
              <c:f>'Ins empalme'!$A$3</c:f>
              <c:strCache>
                <c:ptCount val="1"/>
                <c:pt idx="0">
                  <c:v>Pobreza Monetaria Extrema</c:v>
                </c:pt>
              </c:strCache>
            </c:strRef>
          </c:tx>
          <c:spPr>
            <a:ln w="28575" cap="rnd">
              <a:solidFill>
                <a:srgbClr val="00B050"/>
              </a:solidFill>
              <a:round/>
            </a:ln>
            <a:effectLst/>
          </c:spPr>
          <c:marker>
            <c:symbol val="none"/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E245-459D-AA9B-7D5FE4FF8CDA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245-459D-AA9B-7D5FE4FF8CD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E245-459D-AA9B-7D5FE4FF8CDA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245-459D-AA9B-7D5FE4FF8CDA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E245-459D-AA9B-7D5FE4FF8CDA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245-459D-AA9B-7D5FE4FF8CDA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E245-459D-AA9B-7D5FE4FF8CDA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245-459D-AA9B-7D5FE4FF8CDA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E245-459D-AA9B-7D5FE4FF8CD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600" b="1" i="0" u="none" strike="noStrike" kern="1200" baseline="0">
                    <a:solidFill>
                      <a:srgbClr val="00B05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'Ins empalme'!$B$1:$N$1</c:f>
              <c:numCache>
                <c:formatCode>General</c:formatCode>
                <c:ptCount val="13"/>
                <c:pt idx="0">
                  <c:v>2012</c:v>
                </c:pt>
                <c:pt idx="1">
                  <c:v>2013</c:v>
                </c:pt>
                <c:pt idx="2">
                  <c:v>2014</c:v>
                </c:pt>
                <c:pt idx="3">
                  <c:v>2015</c:v>
                </c:pt>
                <c:pt idx="4">
                  <c:v>2016</c:v>
                </c:pt>
                <c:pt idx="5">
                  <c:v>2017</c:v>
                </c:pt>
                <c:pt idx="6">
                  <c:v>2018</c:v>
                </c:pt>
                <c:pt idx="7">
                  <c:v>2019</c:v>
                </c:pt>
                <c:pt idx="8">
                  <c:v>2020</c:v>
                </c:pt>
                <c:pt idx="9">
                  <c:v>2021</c:v>
                </c:pt>
                <c:pt idx="10">
                  <c:v>2022</c:v>
                </c:pt>
                <c:pt idx="11">
                  <c:v>2023</c:v>
                </c:pt>
                <c:pt idx="12">
                  <c:v>2024</c:v>
                </c:pt>
              </c:numCache>
            </c:numRef>
          </c:cat>
          <c:val>
            <c:numRef>
              <c:f>'Ins empalme'!$B$3:$N$3</c:f>
              <c:numCache>
                <c:formatCode>0.0</c:formatCode>
                <c:ptCount val="13"/>
                <c:pt idx="0">
                  <c:v>13</c:v>
                </c:pt>
                <c:pt idx="1">
                  <c:v>11.4</c:v>
                </c:pt>
                <c:pt idx="2">
                  <c:v>10.9</c:v>
                </c:pt>
                <c:pt idx="3">
                  <c:v>10.9</c:v>
                </c:pt>
                <c:pt idx="4">
                  <c:v>11.7</c:v>
                </c:pt>
                <c:pt idx="5">
                  <c:v>10.4</c:v>
                </c:pt>
                <c:pt idx="6">
                  <c:v>10.4</c:v>
                </c:pt>
                <c:pt idx="7">
                  <c:v>12</c:v>
                </c:pt>
                <c:pt idx="8">
                  <c:v>17.3</c:v>
                </c:pt>
                <c:pt idx="9">
                  <c:v>13.7</c:v>
                </c:pt>
                <c:pt idx="10">
                  <c:v>13.8</c:v>
                </c:pt>
                <c:pt idx="11">
                  <c:v>12.6</c:v>
                </c:pt>
                <c:pt idx="12">
                  <c:v>11.7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13-E245-459D-AA9B-7D5FE4FF8CD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1210890271"/>
        <c:axId val="1210907071"/>
      </c:lineChart>
      <c:catAx>
        <c:axId val="121089027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210907071"/>
        <c:crosses val="autoZero"/>
        <c:auto val="1"/>
        <c:lblAlgn val="ctr"/>
        <c:lblOffset val="100"/>
        <c:noMultiLvlLbl val="0"/>
      </c:catAx>
      <c:valAx>
        <c:axId val="1210907071"/>
        <c:scaling>
          <c:orientation val="minMax"/>
        </c:scaling>
        <c:delete val="0"/>
        <c:axPos val="l"/>
        <c:numFmt formatCode="0" sourceLinked="0"/>
        <c:majorTickMark val="none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210890271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/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600">
          <a:solidFill>
            <a:schemeClr val="tx1"/>
          </a:solidFill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'Abs empalme'!$A$2</c:f>
              <c:strCache>
                <c:ptCount val="1"/>
                <c:pt idx="0">
                  <c:v>Pobreza Monetaria</c:v>
                </c:pt>
              </c:strCache>
            </c:strRef>
          </c:tx>
          <c:spPr>
            <a:ln w="28575" cap="rnd">
              <a:solidFill>
                <a:srgbClr val="002060"/>
              </a:solidFill>
              <a:round/>
            </a:ln>
            <a:effectLst/>
          </c:spPr>
          <c:marker>
            <c:symbol val="none"/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B34B-444A-9E6F-75D711D54DC1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34B-444A-9E6F-75D711D54DC1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B34B-444A-9E6F-75D711D54DC1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34B-444A-9E6F-75D711D54DC1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34B-444A-9E6F-75D711D54DC1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34B-444A-9E6F-75D711D54DC1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B34B-444A-9E6F-75D711D54DC1}"/>
                </c:ext>
              </c:extLst>
            </c:dLbl>
            <c:dLbl>
              <c:idx val="7"/>
              <c:layout>
                <c:manualLayout>
                  <c:x val="-3.1797463013124333E-2"/>
                  <c:y val="-5.985035830033037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B34B-444A-9E6F-75D711D54DC1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34B-444A-9E6F-75D711D54DC1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B34B-444A-9E6F-75D711D54DC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lang="en-US" sz="1600" b="1" i="0" u="none" strike="noStrike" kern="1200" baseline="0">
                    <a:solidFill>
                      <a:srgbClr val="00206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'Abs empalme'!$B$1:$N$1</c:f>
              <c:numCache>
                <c:formatCode>General</c:formatCode>
                <c:ptCount val="13"/>
                <c:pt idx="0">
                  <c:v>2012</c:v>
                </c:pt>
                <c:pt idx="1">
                  <c:v>2013</c:v>
                </c:pt>
                <c:pt idx="2">
                  <c:v>2014</c:v>
                </c:pt>
                <c:pt idx="3">
                  <c:v>2015</c:v>
                </c:pt>
                <c:pt idx="4">
                  <c:v>2016</c:v>
                </c:pt>
                <c:pt idx="5">
                  <c:v>2017</c:v>
                </c:pt>
                <c:pt idx="6">
                  <c:v>2018</c:v>
                </c:pt>
                <c:pt idx="7">
                  <c:v>2019</c:v>
                </c:pt>
                <c:pt idx="8">
                  <c:v>2020</c:v>
                </c:pt>
                <c:pt idx="9">
                  <c:v>2021</c:v>
                </c:pt>
                <c:pt idx="10">
                  <c:v>2022</c:v>
                </c:pt>
                <c:pt idx="11">
                  <c:v>2023</c:v>
                </c:pt>
                <c:pt idx="12">
                  <c:v>2024</c:v>
                </c:pt>
              </c:numCache>
            </c:numRef>
          </c:cat>
          <c:val>
            <c:numRef>
              <c:f>'Abs empalme'!$B$2:$N$2</c:f>
              <c:numCache>
                <c:formatCode>#,##0</c:formatCode>
                <c:ptCount val="13"/>
                <c:pt idx="0">
                  <c:v>17938</c:v>
                </c:pt>
                <c:pt idx="1">
                  <c:v>17086</c:v>
                </c:pt>
                <c:pt idx="2">
                  <c:v>16465</c:v>
                </c:pt>
                <c:pt idx="3">
                  <c:v>16526</c:v>
                </c:pt>
                <c:pt idx="4">
                  <c:v>16712</c:v>
                </c:pt>
                <c:pt idx="5">
                  <c:v>16500</c:v>
                </c:pt>
                <c:pt idx="6">
                  <c:v>16644</c:v>
                </c:pt>
                <c:pt idx="7">
                  <c:v>17461</c:v>
                </c:pt>
                <c:pt idx="8">
                  <c:v>21059</c:v>
                </c:pt>
                <c:pt idx="9">
                  <c:v>19634</c:v>
                </c:pt>
                <c:pt idx="10">
                  <c:v>18332</c:v>
                </c:pt>
                <c:pt idx="11">
                  <c:v>17505</c:v>
                </c:pt>
                <c:pt idx="12">
                  <c:v>16238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9-B34B-444A-9E6F-75D711D54DC1}"/>
            </c:ext>
          </c:extLst>
        </c:ser>
        <c:ser>
          <c:idx val="1"/>
          <c:order val="1"/>
          <c:tx>
            <c:strRef>
              <c:f>'Abs empalme'!$A$3</c:f>
              <c:strCache>
                <c:ptCount val="1"/>
                <c:pt idx="0">
                  <c:v>Pobreza Monetaria Extrema</c:v>
                </c:pt>
              </c:strCache>
            </c:strRef>
          </c:tx>
          <c:spPr>
            <a:ln w="28575" cap="rnd">
              <a:solidFill>
                <a:srgbClr val="00B050"/>
              </a:solidFill>
              <a:round/>
            </a:ln>
            <a:effectLst/>
          </c:spPr>
          <c:marker>
            <c:symbol val="none"/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B34B-444A-9E6F-75D711D54DC1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34B-444A-9E6F-75D711D54DC1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B34B-444A-9E6F-75D711D54DC1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34B-444A-9E6F-75D711D54DC1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B34B-444A-9E6F-75D711D54DC1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B34B-444A-9E6F-75D711D54DC1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B34B-444A-9E6F-75D711D54DC1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B34B-444A-9E6F-75D711D54DC1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B34B-444A-9E6F-75D711D54DC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lang="en-US" sz="1600" b="1" i="0" u="none" strike="noStrike" kern="1200" baseline="0">
                    <a:solidFill>
                      <a:srgbClr val="00B05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'Abs empalme'!$B$1:$N$1</c:f>
              <c:numCache>
                <c:formatCode>General</c:formatCode>
                <c:ptCount val="13"/>
                <c:pt idx="0">
                  <c:v>2012</c:v>
                </c:pt>
                <c:pt idx="1">
                  <c:v>2013</c:v>
                </c:pt>
                <c:pt idx="2">
                  <c:v>2014</c:v>
                </c:pt>
                <c:pt idx="3">
                  <c:v>2015</c:v>
                </c:pt>
                <c:pt idx="4">
                  <c:v>2016</c:v>
                </c:pt>
                <c:pt idx="5">
                  <c:v>2017</c:v>
                </c:pt>
                <c:pt idx="6">
                  <c:v>2018</c:v>
                </c:pt>
                <c:pt idx="7">
                  <c:v>2019</c:v>
                </c:pt>
                <c:pt idx="8">
                  <c:v>2020</c:v>
                </c:pt>
                <c:pt idx="9">
                  <c:v>2021</c:v>
                </c:pt>
                <c:pt idx="10">
                  <c:v>2022</c:v>
                </c:pt>
                <c:pt idx="11">
                  <c:v>2023</c:v>
                </c:pt>
                <c:pt idx="12">
                  <c:v>2024</c:v>
                </c:pt>
              </c:numCache>
            </c:numRef>
          </c:cat>
          <c:val>
            <c:numRef>
              <c:f>'Abs empalme'!$B$3:$N$3</c:f>
              <c:numCache>
                <c:formatCode>#,##0</c:formatCode>
                <c:ptCount val="13"/>
                <c:pt idx="0">
                  <c:v>5690</c:v>
                </c:pt>
                <c:pt idx="1">
                  <c:v>5051</c:v>
                </c:pt>
                <c:pt idx="2">
                  <c:v>4842</c:v>
                </c:pt>
                <c:pt idx="3">
                  <c:v>4896</c:v>
                </c:pt>
                <c:pt idx="4">
                  <c:v>5332</c:v>
                </c:pt>
                <c:pt idx="5">
                  <c:v>4784</c:v>
                </c:pt>
                <c:pt idx="6">
                  <c:v>4863</c:v>
                </c:pt>
                <c:pt idx="7">
                  <c:v>5727</c:v>
                </c:pt>
                <c:pt idx="8">
                  <c:v>8422</c:v>
                </c:pt>
                <c:pt idx="9">
                  <c:v>6774</c:v>
                </c:pt>
                <c:pt idx="10">
                  <c:v>6905</c:v>
                </c:pt>
                <c:pt idx="11">
                  <c:v>6392</c:v>
                </c:pt>
                <c:pt idx="12">
                  <c:v>5972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13-B34B-444A-9E6F-75D711D54DC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smooth val="0"/>
        <c:axId val="1468054575"/>
        <c:axId val="1468038255"/>
      </c:lineChart>
      <c:catAx>
        <c:axId val="146805457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6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468038255"/>
        <c:crosses val="autoZero"/>
        <c:auto val="1"/>
        <c:lblAlgn val="ctr"/>
        <c:lblOffset val="100"/>
        <c:noMultiLvlLbl val="0"/>
      </c:catAx>
      <c:valAx>
        <c:axId val="1468038255"/>
        <c:scaling>
          <c:orientation val="minMax"/>
        </c:scaling>
        <c:delete val="0"/>
        <c:axPos val="l"/>
        <c:numFmt formatCode="#,##0" sourceLinked="1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6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46805457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1600" b="0" i="0" u="none" strike="noStrike" kern="1200" baseline="0">
              <a:solidFill>
                <a:schemeClr val="tx1"/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lang="en-US" sz="1600" b="0" i="0" u="none" strike="noStrike" kern="1200" baseline="0">
          <a:solidFill>
            <a:schemeClr val="tx1"/>
          </a:solidFill>
          <a:latin typeface="Dosis" pitchFamily="2" charset="0"/>
          <a:ea typeface="+mn-ea"/>
          <a:cs typeface="+mn-cs"/>
        </a:defRPr>
      </a:pPr>
      <a:endParaRPr lang="es-CO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84F8B5-1013-4F2C-B111-21191C5F6D05}" type="datetimeFigureOut">
              <a:rPr lang="es-CO" smtClean="0"/>
              <a:t>24/07/2025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F4787A-28F6-4DE7-BC6D-511B38BD5717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318489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7D931C89-B757-1164-9AB7-1FFC099C4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B4D04804-D835-E8B7-2007-A894DB34DD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A0A3D3B2-AA92-4802-DA38-747E852A82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40375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5FDC38-CFF6-C8FC-96C1-7402973F9E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F78043D-EEB2-8B54-CE8D-1FD3ED30AC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3756562-43FB-422D-13C8-AEC3737E1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995CE-D813-4DB7-B722-5CF0968F51B3}" type="datetimeFigureOut">
              <a:rPr lang="es-CO" smtClean="0"/>
              <a:t>24/07/2025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95B161F-9674-82A8-5A4C-1BF3703E6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9D6D394-DE8C-A456-7664-6CCE52E21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9272-FC90-4045-8B80-6E3135CD686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847643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9C6511-ABBC-70BA-B7B0-18607D3E2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ECC6B7E-F9DD-ECAF-EA49-7AF717B9C5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C790B33-8951-73C6-2B35-02C5EFA2F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995CE-D813-4DB7-B722-5CF0968F51B3}" type="datetimeFigureOut">
              <a:rPr lang="es-CO" smtClean="0"/>
              <a:t>24/07/2025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49AC92C-08FD-F6CD-65D4-682D3FD95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10BBE94-5A84-486D-C81D-4C7AE3C59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9272-FC90-4045-8B80-6E3135CD686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20587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E81D66-654B-8DCD-FCC1-D62624D57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596E871-8FB0-5246-04DF-E11D6ACC8C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F8785E-72FE-8602-3B7E-C9F86FB3E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995CE-D813-4DB7-B722-5CF0968F51B3}" type="datetimeFigureOut">
              <a:rPr lang="es-CO" smtClean="0"/>
              <a:t>24/07/2025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69BD5A-3D27-A628-82AE-6B39F0665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A8B354D-65D9-6637-E38C-7ED277441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9272-FC90-4045-8B80-6E3135CD686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2969170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7318D6-D8B7-B4F4-EE93-390FE32BF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99049EB-8BEF-CABD-847C-79C071C235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70697F8-8544-3F66-5282-E5DE512CD2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9DF380C-4BC2-3237-DA8C-5784C18DF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995CE-D813-4DB7-B722-5CF0968F51B3}" type="datetimeFigureOut">
              <a:rPr lang="es-CO" smtClean="0"/>
              <a:t>24/07/2025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B16C8DF-91A1-D5EA-C307-7014040F8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1E824BE-96F7-0E9A-CBC8-D9CE2F578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9272-FC90-4045-8B80-6E3135CD686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238258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10E549-F04C-BE7C-9413-D217AD0E7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92011A2-47B6-E751-1EA1-DDB7883431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0EF987E-90D1-6904-C794-157039146D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81D88699-AE46-48EE-A5EC-F5991AEFDC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FB493BE-6FA5-5CDF-F6FA-515EA41FF9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81F0FF89-A8ED-F82B-F26E-9F31338668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995CE-D813-4DB7-B722-5CF0968F51B3}" type="datetimeFigureOut">
              <a:rPr lang="es-CO" smtClean="0"/>
              <a:t>24/07/2025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57E3B53-2E38-A9DC-2FF3-A795399E3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B1A44185-1443-4570-5A71-724F90669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9272-FC90-4045-8B80-6E3135CD686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417714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155AC3-FFAD-088A-B10C-7968FE56B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4444791-7D89-306A-339D-13099EAFB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995CE-D813-4DB7-B722-5CF0968F51B3}" type="datetimeFigureOut">
              <a:rPr lang="es-CO" smtClean="0"/>
              <a:t>24/07/2025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54E75CB-081F-0199-6330-F3AF667CF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BBF1930-BCBD-0B48-C3E3-6AD23D8F1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9272-FC90-4045-8B80-6E3135CD686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892521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F79E8A7-AE6A-6D7C-620D-146D6466E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995CE-D813-4DB7-B722-5CF0968F51B3}" type="datetimeFigureOut">
              <a:rPr lang="es-CO" smtClean="0"/>
              <a:t>24/07/2025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C353C77-5636-95D7-6178-F3C503EC9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60218D5-981D-50C7-544E-C51A3383C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9272-FC90-4045-8B80-6E3135CD686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600445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A479D5-4428-8D0C-675A-349CBE4CE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AD8975A-DD51-A9D7-6208-3D33B33BFB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8D3B005-DF55-1DC6-E476-34C1EC0401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F9B6BEA-E0D0-5772-70D0-4C5D713AAB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995CE-D813-4DB7-B722-5CF0968F51B3}" type="datetimeFigureOut">
              <a:rPr lang="es-CO" smtClean="0"/>
              <a:t>24/07/2025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B3D6EAD-1620-61C9-B718-7A9EA0138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10DCE9B-4989-528F-0FA2-0C771C8C8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9272-FC90-4045-8B80-6E3135CD686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734246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854AC7-B826-0820-424B-1F50E1058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8E91FB48-1073-61A9-21F0-E9924FACD6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9F510B5-0E66-00D5-B090-5A6A056CC8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64F7A0E-986C-E890-72F5-F19ADDB99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995CE-D813-4DB7-B722-5CF0968F51B3}" type="datetimeFigureOut">
              <a:rPr lang="es-CO" smtClean="0"/>
              <a:t>24/07/2025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E245F7B-A32C-CDDA-0FF4-B45EBB343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9729A09-3443-0B24-FBA9-35EE2EC02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9272-FC90-4045-8B80-6E3135CD686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196081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2DC32E-B32B-1456-E45B-F5515A858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422A9D9-9956-66C4-ED68-AA2319D5B4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FA22E31-4FF0-F75B-3BE6-EAC362C59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995CE-D813-4DB7-B722-5CF0968F51B3}" type="datetimeFigureOut">
              <a:rPr lang="es-CO" smtClean="0"/>
              <a:t>24/07/2025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824A645-DF31-4377-7A23-0210F785F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244A3B0-5388-66AD-08FA-944356F99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9272-FC90-4045-8B80-6E3135CD686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35000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EFC19BA-691A-2854-00B3-651F99FC0A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479EF68-8B1C-BD10-920E-775DDDA02D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A37C5D9-A75E-7AA6-1D66-7FE24AE91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995CE-D813-4DB7-B722-5CF0968F51B3}" type="datetimeFigureOut">
              <a:rPr lang="es-CO" smtClean="0"/>
              <a:t>24/07/2025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24C7EA5-3C72-11B5-2373-3968610AE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B1B0B56-C6B3-FF77-7E19-62D61B04A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9272-FC90-4045-8B80-6E3135CD686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4129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F2C496ED-4ADE-3141-FFCA-87F268C92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BD7AEEF-9069-7DC7-4B57-6D552F2F62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1DC6F69-7958-910E-B581-01E3F28F89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8995CE-D813-4DB7-B722-5CF0968F51B3}" type="datetimeFigureOut">
              <a:rPr lang="es-CO" smtClean="0"/>
              <a:t>24/07/2025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E5B5026-FE1A-1126-C0B5-58A05780F4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B616DC2-2AAB-1AA5-1B60-B6DC1BC094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C89272-FC90-4045-8B80-6E3135CD686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07514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191BC-70B9-AA3B-E636-6AA8FBD8F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19D7C6D2-7F08-19D3-3BD1-5E28D11C4BC2}"/>
              </a:ext>
            </a:extLst>
          </p:cNvPr>
          <p:cNvSpPr txBox="1"/>
          <p:nvPr/>
        </p:nvSpPr>
        <p:spPr>
          <a:xfrm>
            <a:off x="-10032" y="-4029"/>
            <a:ext cx="1220203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Incidencia Pobreza Monetaria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Total Nacional - Porcentaje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028E199-BCE0-FA57-E3EC-262C2FD70957}"/>
              </a:ext>
            </a:extLst>
          </p:cNvPr>
          <p:cNvSpPr txBox="1"/>
          <p:nvPr/>
        </p:nvSpPr>
        <p:spPr>
          <a:xfrm>
            <a:off x="-10032" y="6594151"/>
            <a:ext cx="1078347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defTabSz="914492">
              <a:defRPr/>
            </a:pPr>
            <a:r>
              <a:rPr lang="es-CO" sz="900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Fuente:  DANE– Cálculos Camacol</a:t>
            </a:r>
          </a:p>
        </p:txBody>
      </p:sp>
      <p:sp>
        <p:nvSpPr>
          <p:cNvPr id="3" name="Google Shape;189;p5">
            <a:extLst>
              <a:ext uri="{FF2B5EF4-FFF2-40B4-BE49-F238E27FC236}">
                <a16:creationId xmlns:a16="http://schemas.microsoft.com/office/drawing/2014/main" id="{D53CDCFC-7FCD-57ED-DD04-9417F31F35BE}"/>
              </a:ext>
            </a:extLst>
          </p:cNvPr>
          <p:cNvSpPr txBox="1"/>
          <p:nvPr/>
        </p:nvSpPr>
        <p:spPr>
          <a:xfrm>
            <a:off x="10492142" y="6538204"/>
            <a:ext cx="1457608" cy="2707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20009"/>
              </a:lnSpc>
            </a:pPr>
            <a:r>
              <a:rPr lang="en-US" sz="1466" dirty="0">
                <a:solidFill>
                  <a:srgbClr val="00227C"/>
                </a:solidFill>
                <a:latin typeface="Dosis"/>
                <a:ea typeface="Dosis"/>
                <a:cs typeface="Dosis"/>
                <a:sym typeface="Dosis"/>
              </a:rPr>
              <a:t>www.camacol.co</a:t>
            </a:r>
            <a:endParaRPr sz="120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44C17B62-5193-06F7-6B34-3A72A1304AC4}"/>
              </a:ext>
            </a:extLst>
          </p:cNvPr>
          <p:cNvSpPr txBox="1"/>
          <p:nvPr/>
        </p:nvSpPr>
        <p:spPr>
          <a:xfrm>
            <a:off x="103516" y="5723466"/>
            <a:ext cx="11982088" cy="73866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En 2024 la incidencia de la pobreza monetaria y pobreza monetaria extrema cayeron 2,8 y 0,9 puntos porcentuales  respectivamente, en comparación con el año 2023</a:t>
            </a:r>
            <a:endParaRPr kumimoji="0" lang="es-CO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  <p:graphicFrame>
        <p:nvGraphicFramePr>
          <p:cNvPr id="5" name="Gráfico 4">
            <a:extLst>
              <a:ext uri="{FF2B5EF4-FFF2-40B4-BE49-F238E27FC236}">
                <a16:creationId xmlns:a16="http://schemas.microsoft.com/office/drawing/2014/main" id="{CD784C25-023E-C25C-B642-0FA200F7E99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32778212"/>
              </p:ext>
            </p:extLst>
          </p:nvPr>
        </p:nvGraphicFramePr>
        <p:xfrm>
          <a:off x="198436" y="743544"/>
          <a:ext cx="11887167" cy="49638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940375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ADEB6-8B42-AA2C-9FDB-B8A0D83CF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7B8D0BD-2569-4E33-22F2-F3860901F134}"/>
              </a:ext>
            </a:extLst>
          </p:cNvPr>
          <p:cNvSpPr txBox="1"/>
          <p:nvPr/>
        </p:nvSpPr>
        <p:spPr>
          <a:xfrm>
            <a:off x="-10032" y="-4029"/>
            <a:ext cx="1220203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Personas en Pobreza Monetaria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Total Nacional – Miles de personas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6DB9190-1C3F-5007-A784-018A1B5DAD20}"/>
              </a:ext>
            </a:extLst>
          </p:cNvPr>
          <p:cNvSpPr txBox="1"/>
          <p:nvPr/>
        </p:nvSpPr>
        <p:spPr>
          <a:xfrm>
            <a:off x="-10032" y="6594151"/>
            <a:ext cx="1078347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defTabSz="914492">
              <a:defRPr/>
            </a:pPr>
            <a:r>
              <a:rPr lang="es-CO" sz="900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Fuente:  DANE– Cálculos Camacol</a:t>
            </a:r>
          </a:p>
        </p:txBody>
      </p:sp>
      <p:sp>
        <p:nvSpPr>
          <p:cNvPr id="3" name="Google Shape;189;p5">
            <a:extLst>
              <a:ext uri="{FF2B5EF4-FFF2-40B4-BE49-F238E27FC236}">
                <a16:creationId xmlns:a16="http://schemas.microsoft.com/office/drawing/2014/main" id="{DA9CC774-4E7B-16CB-431C-FBDCF29EC2C8}"/>
              </a:ext>
            </a:extLst>
          </p:cNvPr>
          <p:cNvSpPr txBox="1"/>
          <p:nvPr/>
        </p:nvSpPr>
        <p:spPr>
          <a:xfrm>
            <a:off x="10492142" y="6538204"/>
            <a:ext cx="1457608" cy="2707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20009"/>
              </a:lnSpc>
            </a:pPr>
            <a:r>
              <a:rPr lang="en-US" sz="1466" dirty="0">
                <a:solidFill>
                  <a:srgbClr val="00227C"/>
                </a:solidFill>
                <a:latin typeface="Dosis"/>
                <a:ea typeface="Dosis"/>
                <a:cs typeface="Dosis"/>
                <a:sym typeface="Dosis"/>
              </a:rPr>
              <a:t>www.camacol.co</a:t>
            </a:r>
            <a:endParaRPr sz="120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D6C639C-75C1-BB3E-6EE4-624667132C48}"/>
              </a:ext>
            </a:extLst>
          </p:cNvPr>
          <p:cNvSpPr txBox="1"/>
          <p:nvPr/>
        </p:nvSpPr>
        <p:spPr>
          <a:xfrm>
            <a:off x="103516" y="5723466"/>
            <a:ext cx="11982088" cy="73866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lvl="0" algn="ctr" defTabSz="914492">
              <a:defRPr/>
            </a:pPr>
            <a:r>
              <a:rPr lang="es-MX" sz="2100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1.267.000 y 420.000 personas salieron de la pobreza monetaria y pobreza monetaria extrema respectivamente, en comparación con el año 2023</a:t>
            </a:r>
            <a:endParaRPr lang="es-CO" sz="2100" dirty="0">
              <a:solidFill>
                <a:prstClr val="black"/>
              </a:solidFill>
              <a:latin typeface="Dosis" pitchFamily="2" charset="0"/>
              <a:cs typeface="Arial"/>
              <a:sym typeface="Arial"/>
            </a:endParaRPr>
          </a:p>
        </p:txBody>
      </p:sp>
      <p:graphicFrame>
        <p:nvGraphicFramePr>
          <p:cNvPr id="6" name="Gráfico 5">
            <a:extLst>
              <a:ext uri="{FF2B5EF4-FFF2-40B4-BE49-F238E27FC236}">
                <a16:creationId xmlns:a16="http://schemas.microsoft.com/office/drawing/2014/main" id="{A2C40D3B-D40F-0E1B-AFAB-8F146897001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63199115"/>
              </p:ext>
            </p:extLst>
          </p:nvPr>
        </p:nvGraphicFramePr>
        <p:xfrm>
          <a:off x="103516" y="743544"/>
          <a:ext cx="11982088" cy="49038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478359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0DCA4699-EE07-F7F3-B1D6-210AB1E33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2653EE8-A1BC-432B-4F1E-1A65C79677C2}"/>
              </a:ext>
            </a:extLst>
          </p:cNvPr>
          <p:cNvSpPr txBox="1"/>
          <p:nvPr/>
        </p:nvSpPr>
        <p:spPr>
          <a:xfrm>
            <a:off x="0" y="6627168"/>
            <a:ext cx="1030077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46">
              <a:defRPr/>
            </a:pPr>
            <a:r>
              <a:rPr lang="es-CO" sz="900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Fuente: DANE– Cálculos Camacol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B0FBB2E-78CD-2C12-C5A9-1646668B08A5}"/>
              </a:ext>
            </a:extLst>
          </p:cNvPr>
          <p:cNvSpPr txBox="1"/>
          <p:nvPr/>
        </p:nvSpPr>
        <p:spPr>
          <a:xfrm>
            <a:off x="517410" y="5802830"/>
            <a:ext cx="11157176" cy="73866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lvl="0" algn="ctr" defTabSz="914492">
              <a:defRPr/>
            </a:pPr>
            <a:r>
              <a:rPr lang="es-MX" sz="2100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En Neiva e Ibagué se presentó una reducción de más de 5 puntos porcentuales entre 2024 y 2023 en la incidencia de la pobreza monetaria</a:t>
            </a:r>
            <a:endParaRPr lang="es-CO" sz="2100" dirty="0">
              <a:solidFill>
                <a:prstClr val="black"/>
              </a:solidFill>
              <a:latin typeface="Dosis" pitchFamily="2" charset="0"/>
              <a:cs typeface="Arial"/>
              <a:sym typeface="Arial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F3F85B5-90DA-B487-74CC-E1F7567E6BEC}"/>
              </a:ext>
            </a:extLst>
          </p:cNvPr>
          <p:cNvSpPr txBox="1"/>
          <p:nvPr/>
        </p:nvSpPr>
        <p:spPr>
          <a:xfrm>
            <a:off x="1858925" y="156325"/>
            <a:ext cx="847414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46">
              <a:defRPr/>
            </a:pPr>
            <a:r>
              <a:rPr lang="es-MX" sz="2000" b="1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Incidencia Pobreza Monetaria – Ciudades </a:t>
            </a:r>
          </a:p>
          <a:p>
            <a:pPr algn="ctr" defTabSz="914446">
              <a:defRPr/>
            </a:pPr>
            <a:r>
              <a:rPr lang="es-MX" sz="1400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Porcentaje – Variación en puntos porcentuales</a:t>
            </a:r>
            <a:endParaRPr lang="es-CO" sz="1400" dirty="0">
              <a:solidFill>
                <a:srgbClr val="002060"/>
              </a:solidFill>
              <a:latin typeface="Dosis" pitchFamily="2" charset="0"/>
              <a:cs typeface="Arial"/>
              <a:sym typeface="Arial"/>
            </a:endParaRPr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B7F1B77F-E872-7BE1-139E-07991EDAEB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3075548"/>
              </p:ext>
            </p:extLst>
          </p:nvPr>
        </p:nvGraphicFramePr>
        <p:xfrm>
          <a:off x="915784" y="847421"/>
          <a:ext cx="4838250" cy="4367515"/>
        </p:xfrm>
        <a:graphic>
          <a:graphicData uri="http://schemas.openxmlformats.org/drawingml/2006/table">
            <a:tbl>
              <a:tblPr/>
              <a:tblGrid>
                <a:gridCol w="1238250">
                  <a:extLst>
                    <a:ext uri="{9D8B030D-6E8A-4147-A177-3AD203B41FA5}">
                      <a16:colId xmlns:a16="http://schemas.microsoft.com/office/drawing/2014/main" val="226729927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252255275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97981911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307896898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238170085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520969804"/>
                    </a:ext>
                  </a:extLst>
                </a:gridCol>
              </a:tblGrid>
              <a:tr h="306092">
                <a:tc rowSpan="2"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s-MX" sz="1300" b="1" i="0" u="none" strike="noStrike" kern="1200" dirty="0">
                          <a:solidFill>
                            <a:srgbClr val="FFFFFF"/>
                          </a:solidFill>
                          <a:effectLst/>
                          <a:latin typeface="Dosis" pitchFamily="2" charset="0"/>
                          <a:ea typeface="+mn-ea"/>
                          <a:cs typeface="+mn-cs"/>
                        </a:rPr>
                        <a:t>Ciudad</a:t>
                      </a:r>
                      <a:endParaRPr sz="1300" b="1" i="0" u="none" strike="noStrike" kern="1200" dirty="0">
                        <a:solidFill>
                          <a:srgbClr val="FFFFFF"/>
                        </a:solidFill>
                        <a:effectLst/>
                        <a:latin typeface="Dosis" pitchFamily="2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solidFill>
                      <a:srgbClr val="00206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b"/>
                      <a:r>
                        <a:rPr lang="es-CO" sz="1300" b="1" i="0" u="none" strike="noStrike" dirty="0">
                          <a:solidFill>
                            <a:srgbClr val="FFFFFF"/>
                          </a:solidFill>
                          <a:effectLst/>
                          <a:latin typeface="Dosis" pitchFamily="2" charset="0"/>
                        </a:rPr>
                        <a:t>2021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206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b"/>
                      <a:r>
                        <a:rPr lang="es-MX" sz="1300" b="1" i="0" u="none" strike="noStrike" dirty="0">
                          <a:solidFill>
                            <a:srgbClr val="FFFFFF"/>
                          </a:solidFill>
                          <a:effectLst/>
                          <a:latin typeface="Dosis" pitchFamily="2" charset="0"/>
                        </a:rPr>
                        <a:t>2022</a:t>
                      </a:r>
                      <a:endParaRPr lang="es-CO" sz="1300" b="1" i="0" u="none" strike="noStrike" dirty="0">
                        <a:solidFill>
                          <a:srgbClr val="FFFFFF"/>
                        </a:solidFill>
                        <a:effectLst/>
                        <a:latin typeface="Dosis" pitchFamily="2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206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b"/>
                      <a:r>
                        <a:rPr lang="es-CO" sz="1300" b="1" i="0" u="none" strike="noStrike" dirty="0">
                          <a:solidFill>
                            <a:srgbClr val="FFFFFF"/>
                          </a:solidFill>
                          <a:effectLst/>
                          <a:latin typeface="Dosis" pitchFamily="2" charset="0"/>
                        </a:rPr>
                        <a:t>2023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206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b"/>
                      <a:r>
                        <a:rPr lang="es-MX" sz="1300" b="1" i="0" u="none" strike="noStrike" dirty="0">
                          <a:solidFill>
                            <a:srgbClr val="FFFFFF"/>
                          </a:solidFill>
                          <a:effectLst/>
                          <a:latin typeface="Dosis" pitchFamily="2" charset="0"/>
                        </a:rPr>
                        <a:t>2024</a:t>
                      </a:r>
                      <a:endParaRPr lang="es-CO" sz="1300" b="1" i="0" u="none" strike="noStrike" dirty="0">
                        <a:solidFill>
                          <a:srgbClr val="FFFFFF"/>
                        </a:solidFill>
                        <a:effectLst/>
                        <a:latin typeface="Dosis" pitchFamily="2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s-CO" sz="1300" b="1" i="0" u="none" strike="noStrike" dirty="0">
                          <a:solidFill>
                            <a:srgbClr val="FFFFFF"/>
                          </a:solidFill>
                          <a:effectLst/>
                          <a:latin typeface="Dosis" pitchFamily="2" charset="0"/>
                        </a:rPr>
                        <a:t>Variación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6345139"/>
                  </a:ext>
                </a:extLst>
              </a:tr>
              <a:tr h="306092">
                <a:tc v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s-CO" sz="1300" b="1" i="0" u="none" strike="noStrike" dirty="0">
                          <a:solidFill>
                            <a:srgbClr val="FFFFFF"/>
                          </a:solidFill>
                          <a:effectLst/>
                          <a:latin typeface="Dosis" pitchFamily="2" charset="0"/>
                        </a:rPr>
                        <a:t>24 vs 23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9444800"/>
                  </a:ext>
                </a:extLst>
              </a:tr>
              <a:tr h="31066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Armenia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38,0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33,5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32,6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27,8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s-CO" sz="13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Dosis" pitchFamily="2" charset="0"/>
                          <a:ea typeface="+mn-ea"/>
                          <a:cs typeface="+mn-cs"/>
                        </a:rPr>
                        <a:t>-4,8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5356814"/>
                  </a:ext>
                </a:extLst>
              </a:tr>
              <a:tr h="31066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Barranquilla A.M.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39,4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35,7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31,1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30,3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Dosis" pitchFamily="2" charset="0"/>
                          <a:ea typeface="+mn-ea"/>
                          <a:cs typeface="+mn-cs"/>
                        </a:rPr>
                        <a:t>-0,8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480592"/>
                  </a:ext>
                </a:extLst>
              </a:tr>
              <a:tr h="31066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Bogotá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30,7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28,1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24,1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19,6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s-CO" sz="13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Dosis" pitchFamily="2" charset="0"/>
                          <a:ea typeface="+mn-ea"/>
                          <a:cs typeface="+mn-cs"/>
                        </a:rPr>
                        <a:t>-4,5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6641180"/>
                  </a:ext>
                </a:extLst>
              </a:tr>
              <a:tr h="319797"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Bucaramanga  A.M.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40,8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34,2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32,4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30,5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Dosis" pitchFamily="2" charset="0"/>
                          <a:ea typeface="+mn-ea"/>
                          <a:cs typeface="+mn-cs"/>
                        </a:rPr>
                        <a:t>-1,9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7055754"/>
                  </a:ext>
                </a:extLst>
              </a:tr>
              <a:tr h="31066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Cali  A.M.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32,5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24,0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24,6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23,9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Dosis" pitchFamily="2" charset="0"/>
                          <a:ea typeface="+mn-ea"/>
                          <a:cs typeface="+mn-cs"/>
                        </a:rPr>
                        <a:t>-0,7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7586938"/>
                  </a:ext>
                </a:extLst>
              </a:tr>
              <a:tr h="31066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Cartagena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42,5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43,6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42,8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41,1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s-CO" sz="13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Dosis" pitchFamily="2" charset="0"/>
                          <a:ea typeface="+mn-ea"/>
                          <a:cs typeface="+mn-cs"/>
                        </a:rPr>
                        <a:t>-1,7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6498709"/>
                  </a:ext>
                </a:extLst>
              </a:tr>
              <a:tr h="31066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Cúcuta  A.M.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46,7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42,8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37,4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34,8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Dosis" pitchFamily="2" charset="0"/>
                          <a:ea typeface="+mn-ea"/>
                          <a:cs typeface="+mn-cs"/>
                        </a:rPr>
                        <a:t>-2,6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995186"/>
                  </a:ext>
                </a:extLst>
              </a:tr>
              <a:tr h="319797"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Florencia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50,6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45,8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45,4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43,5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s-CO" sz="13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Dosis" pitchFamily="2" charset="0"/>
                          <a:ea typeface="+mn-ea"/>
                          <a:cs typeface="+mn-cs"/>
                        </a:rPr>
                        <a:t>-1,9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1314337"/>
                  </a:ext>
                </a:extLst>
              </a:tr>
              <a:tr h="31066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Ibagué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44,5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40,9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36,9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31,3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s-CO" sz="13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Dosis" pitchFamily="2" charset="0"/>
                          <a:ea typeface="+mn-ea"/>
                          <a:cs typeface="+mn-cs"/>
                        </a:rPr>
                        <a:t>-5,6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7202591"/>
                  </a:ext>
                </a:extLst>
              </a:tr>
              <a:tr h="31066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Manizales  A.M.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26,2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20,6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18,7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16,9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Dosis" pitchFamily="2" charset="0"/>
                          <a:ea typeface="+mn-ea"/>
                          <a:cs typeface="+mn-cs"/>
                        </a:rPr>
                        <a:t>-1,8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0583180"/>
                  </a:ext>
                </a:extLst>
              </a:tr>
              <a:tr h="31066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Medellín  A.M.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29,5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24,8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23,2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19,4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Dosis" pitchFamily="2" charset="0"/>
                          <a:ea typeface="+mn-ea"/>
                          <a:cs typeface="+mn-cs"/>
                        </a:rPr>
                        <a:t>-3,8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6155083"/>
                  </a:ext>
                </a:extLst>
              </a:tr>
              <a:tr h="319797"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Montería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37,8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39,5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36,2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32,1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s-CO" sz="13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Dosis" pitchFamily="2" charset="0"/>
                          <a:ea typeface="+mn-ea"/>
                          <a:cs typeface="+mn-cs"/>
                        </a:rPr>
                        <a:t>-4,1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6548617"/>
                  </a:ext>
                </a:extLst>
              </a:tr>
            </a:tbl>
          </a:graphicData>
        </a:graphic>
      </p:graphicFrame>
      <p:sp>
        <p:nvSpPr>
          <p:cNvPr id="3" name="Google Shape;189;p5">
            <a:extLst>
              <a:ext uri="{FF2B5EF4-FFF2-40B4-BE49-F238E27FC236}">
                <a16:creationId xmlns:a16="http://schemas.microsoft.com/office/drawing/2014/main" id="{077F4BEE-1CA6-58D2-7513-1E20C90ED9DA}"/>
              </a:ext>
            </a:extLst>
          </p:cNvPr>
          <p:cNvSpPr txBox="1"/>
          <p:nvPr/>
        </p:nvSpPr>
        <p:spPr>
          <a:xfrm>
            <a:off x="10470370" y="6508199"/>
            <a:ext cx="1457608" cy="2707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20009"/>
              </a:lnSpc>
            </a:pPr>
            <a:r>
              <a:rPr lang="en-US" sz="1466">
                <a:solidFill>
                  <a:srgbClr val="00227C"/>
                </a:solidFill>
                <a:latin typeface="Dosis"/>
                <a:ea typeface="Dosis"/>
                <a:cs typeface="Dosis"/>
                <a:sym typeface="Dosis"/>
              </a:rPr>
              <a:t>www.camacol.co</a:t>
            </a:r>
            <a:endParaRPr sz="1200"/>
          </a:p>
        </p:txBody>
      </p:sp>
      <p:graphicFrame>
        <p:nvGraphicFramePr>
          <p:cNvPr id="11" name="Tabla 10">
            <a:extLst>
              <a:ext uri="{FF2B5EF4-FFF2-40B4-BE49-F238E27FC236}">
                <a16:creationId xmlns:a16="http://schemas.microsoft.com/office/drawing/2014/main" id="{C48B991A-0F37-9430-8B6C-6684E375F5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0342198"/>
              </p:ext>
            </p:extLst>
          </p:nvPr>
        </p:nvGraphicFramePr>
        <p:xfrm>
          <a:off x="6869674" y="847421"/>
          <a:ext cx="4804912" cy="4358378"/>
        </p:xfrm>
        <a:graphic>
          <a:graphicData uri="http://schemas.openxmlformats.org/drawingml/2006/table">
            <a:tbl>
              <a:tblPr/>
              <a:tblGrid>
                <a:gridCol w="1204912">
                  <a:extLst>
                    <a:ext uri="{9D8B030D-6E8A-4147-A177-3AD203B41FA5}">
                      <a16:colId xmlns:a16="http://schemas.microsoft.com/office/drawing/2014/main" val="164887152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3168598185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328028153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333314161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93101743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714658034"/>
                    </a:ext>
                  </a:extLst>
                </a:gridCol>
              </a:tblGrid>
              <a:tr h="306092">
                <a:tc rowSpan="2"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s-MX" sz="1300" b="1" i="0" u="none" strike="noStrike" kern="1200" dirty="0">
                          <a:solidFill>
                            <a:srgbClr val="FFFFFF"/>
                          </a:solidFill>
                          <a:effectLst/>
                          <a:latin typeface="Dosis" pitchFamily="2" charset="0"/>
                          <a:ea typeface="+mn-ea"/>
                          <a:cs typeface="+mn-cs"/>
                        </a:rPr>
                        <a:t>Ciudad</a:t>
                      </a:r>
                      <a:endParaRPr sz="1300" b="1" i="0" u="none" strike="noStrike" kern="1200" dirty="0">
                        <a:solidFill>
                          <a:srgbClr val="FFFFFF"/>
                        </a:solidFill>
                        <a:effectLst/>
                        <a:latin typeface="Dosis" pitchFamily="2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206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b"/>
                      <a:r>
                        <a:rPr lang="es-CO" sz="1300" b="1" i="0" u="none" strike="noStrike" dirty="0">
                          <a:solidFill>
                            <a:srgbClr val="FFFFFF"/>
                          </a:solidFill>
                          <a:effectLst/>
                          <a:latin typeface="Dosis" pitchFamily="2" charset="0"/>
                        </a:rPr>
                        <a:t>2021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206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b"/>
                      <a:r>
                        <a:rPr lang="es-MX" sz="1300" b="1" i="0" u="none" strike="noStrike" dirty="0">
                          <a:solidFill>
                            <a:srgbClr val="FFFFFF"/>
                          </a:solidFill>
                          <a:effectLst/>
                          <a:latin typeface="Dosis" pitchFamily="2" charset="0"/>
                        </a:rPr>
                        <a:t>2022</a:t>
                      </a:r>
                      <a:endParaRPr lang="es-CO" sz="1300" b="1" i="0" u="none" strike="noStrike" dirty="0">
                        <a:solidFill>
                          <a:srgbClr val="FFFFFF"/>
                        </a:solidFill>
                        <a:effectLst/>
                        <a:latin typeface="Dosis" pitchFamily="2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206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b"/>
                      <a:r>
                        <a:rPr lang="es-CO" sz="1300" b="1" i="0" u="none" strike="noStrike" dirty="0">
                          <a:solidFill>
                            <a:srgbClr val="FFFFFF"/>
                          </a:solidFill>
                          <a:effectLst/>
                          <a:latin typeface="Dosis" pitchFamily="2" charset="0"/>
                        </a:rPr>
                        <a:t>2023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206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b"/>
                      <a:r>
                        <a:rPr lang="es-MX" sz="1300" b="1" i="0" u="none" strike="noStrike" dirty="0">
                          <a:solidFill>
                            <a:srgbClr val="FFFFFF"/>
                          </a:solidFill>
                          <a:effectLst/>
                          <a:latin typeface="Dosis" pitchFamily="2" charset="0"/>
                        </a:rPr>
                        <a:t>2024</a:t>
                      </a:r>
                      <a:endParaRPr lang="es-CO" sz="1300" b="1" i="0" u="none" strike="noStrike" dirty="0">
                        <a:solidFill>
                          <a:srgbClr val="FFFFFF"/>
                        </a:solidFill>
                        <a:effectLst/>
                        <a:latin typeface="Dosis" pitchFamily="2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s-CO" sz="1300" b="1" i="0" u="none" strike="noStrike" dirty="0">
                          <a:solidFill>
                            <a:srgbClr val="FFFFFF"/>
                          </a:solidFill>
                          <a:effectLst/>
                          <a:latin typeface="Dosis" pitchFamily="2" charset="0"/>
                        </a:rPr>
                        <a:t>Variación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8532994"/>
                  </a:ext>
                </a:extLst>
              </a:tr>
              <a:tr h="306092">
                <a:tc v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s-CO" sz="1300" b="1" i="0" u="none" strike="noStrike" dirty="0">
                          <a:solidFill>
                            <a:srgbClr val="FFFFFF"/>
                          </a:solidFill>
                          <a:effectLst/>
                          <a:latin typeface="Dosis" pitchFamily="2" charset="0"/>
                        </a:rPr>
                        <a:t>24 vs 23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3049675"/>
                  </a:ext>
                </a:extLst>
              </a:tr>
              <a:tr h="31066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Neiva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48,2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42,9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43,8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36,7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s-CO" sz="13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Dosis" pitchFamily="2" charset="0"/>
                          <a:ea typeface="+mn-ea"/>
                          <a:cs typeface="+mn-cs"/>
                        </a:rPr>
                        <a:t>-7,1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064744"/>
                  </a:ext>
                </a:extLst>
              </a:tr>
              <a:tr h="31066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Pasto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37,3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34,2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32,1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30,6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s-CO" sz="1300" b="0" i="0" u="none" strike="noStrike" kern="1200">
                          <a:solidFill>
                            <a:schemeClr val="tx1"/>
                          </a:solidFill>
                          <a:effectLst/>
                          <a:latin typeface="Dosis" pitchFamily="2" charset="0"/>
                          <a:ea typeface="+mn-ea"/>
                          <a:cs typeface="+mn-cs"/>
                        </a:rPr>
                        <a:t>-1,5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271635"/>
                  </a:ext>
                </a:extLst>
              </a:tr>
              <a:tr h="31066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Pereira  A.M.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34,9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29,8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28,0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25,4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s-CO" sz="13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Dosis" pitchFamily="2" charset="0"/>
                          <a:ea typeface="+mn-ea"/>
                          <a:cs typeface="+mn-cs"/>
                        </a:rPr>
                        <a:t>-2,6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2139908"/>
                  </a:ext>
                </a:extLst>
              </a:tr>
              <a:tr h="319797"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Popayán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41,7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38,8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41,1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38,8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s-CO" sz="1300" b="0" i="0" u="none" strike="noStrike" kern="1200">
                          <a:solidFill>
                            <a:schemeClr val="tx1"/>
                          </a:solidFill>
                          <a:effectLst/>
                          <a:latin typeface="Dosis" pitchFamily="2" charset="0"/>
                          <a:ea typeface="+mn-ea"/>
                          <a:cs typeface="+mn-cs"/>
                        </a:rPr>
                        <a:t>-2,3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5523859"/>
                  </a:ext>
                </a:extLst>
              </a:tr>
              <a:tr h="31066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Quibdó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67,4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62,3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62,0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59,6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s-CO" sz="13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Dosis" pitchFamily="2" charset="0"/>
                          <a:ea typeface="+mn-ea"/>
                          <a:cs typeface="+mn-cs"/>
                        </a:rPr>
                        <a:t>-2,4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2709731"/>
                  </a:ext>
                </a:extLst>
              </a:tr>
              <a:tr h="31066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Riohacha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50,3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48,8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47,9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48,8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s-CO" sz="1300" b="0" i="0" u="none" strike="noStrike" kern="1200">
                          <a:solidFill>
                            <a:schemeClr val="tx1"/>
                          </a:solidFill>
                          <a:effectLst/>
                          <a:latin typeface="Dosis" pitchFamily="2" charset="0"/>
                          <a:ea typeface="+mn-ea"/>
                          <a:cs typeface="+mn-cs"/>
                        </a:rPr>
                        <a:t>0,9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7004727"/>
                  </a:ext>
                </a:extLst>
              </a:tr>
              <a:tr h="31066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Santa Marta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45,8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44,4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41,5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37,9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s-CO" sz="13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Dosis" pitchFamily="2" charset="0"/>
                          <a:ea typeface="+mn-ea"/>
                          <a:cs typeface="+mn-cs"/>
                        </a:rPr>
                        <a:t>-3,6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5889512"/>
                  </a:ext>
                </a:extLst>
              </a:tr>
              <a:tr h="319797"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Sincelejo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47,9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49,5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46,4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46,0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s-CO" sz="13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Dosis" pitchFamily="2" charset="0"/>
                          <a:ea typeface="+mn-ea"/>
                          <a:cs typeface="+mn-cs"/>
                        </a:rPr>
                        <a:t>-0,4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771969"/>
                  </a:ext>
                </a:extLst>
              </a:tr>
              <a:tr h="31066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Tunja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41,7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35,6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31,5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28,7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s-CO" sz="13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Dosis" pitchFamily="2" charset="0"/>
                          <a:ea typeface="+mn-ea"/>
                          <a:cs typeface="+mn-cs"/>
                        </a:rPr>
                        <a:t>-2,8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106635"/>
                  </a:ext>
                </a:extLst>
              </a:tr>
              <a:tr h="31066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Valledupar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50,1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48,5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51,4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47,5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s-CO" sz="13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Dosis" pitchFamily="2" charset="0"/>
                          <a:ea typeface="+mn-ea"/>
                          <a:cs typeface="+mn-cs"/>
                        </a:rPr>
                        <a:t>-3,9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2876345"/>
                  </a:ext>
                </a:extLst>
              </a:tr>
              <a:tr h="31066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Villavicencio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 dirty="0">
                          <a:effectLst/>
                          <a:latin typeface="Dosis" pitchFamily="2" charset="0"/>
                        </a:rPr>
                        <a:t>27,7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27,2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30,4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0" i="0" u="none" strike="noStrike">
                          <a:effectLst/>
                          <a:latin typeface="Dosis" pitchFamily="2" charset="0"/>
                        </a:rPr>
                        <a:t>25,8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s-CO" sz="13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Dosis" pitchFamily="2" charset="0"/>
                          <a:ea typeface="+mn-ea"/>
                          <a:cs typeface="+mn-cs"/>
                        </a:rPr>
                        <a:t>-4,6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9929963"/>
                  </a:ext>
                </a:extLst>
              </a:tr>
              <a:tr h="31066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s-MX" sz="13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Dosis" pitchFamily="2" charset="0"/>
                          <a:ea typeface="+mn-ea"/>
                          <a:cs typeface="+mn-cs"/>
                        </a:rPr>
                        <a:t>Total Nacional</a:t>
                      </a:r>
                      <a:endParaRPr lang="es-CO" sz="1300" b="1" i="0" u="none" strike="noStrike" kern="1200" dirty="0">
                        <a:solidFill>
                          <a:schemeClr val="tx1"/>
                        </a:solidFill>
                        <a:effectLst/>
                        <a:latin typeface="Dosis" pitchFamily="2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1" i="0" u="none" strike="noStrike" dirty="0">
                          <a:effectLst/>
                          <a:latin typeface="Dosis" pitchFamily="2" charset="0"/>
                        </a:rPr>
                        <a:t>39,7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1" i="0" u="none" strike="noStrike">
                          <a:effectLst/>
                          <a:latin typeface="Dosis" pitchFamily="2" charset="0"/>
                        </a:rPr>
                        <a:t>36,6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1" i="0" u="none" strike="noStrike" dirty="0">
                          <a:effectLst/>
                          <a:latin typeface="Dosis" pitchFamily="2" charset="0"/>
                        </a:rPr>
                        <a:t>34,6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300" b="1" i="0" u="none" strike="noStrike" dirty="0">
                          <a:effectLst/>
                          <a:latin typeface="Dosis" pitchFamily="2" charset="0"/>
                        </a:rPr>
                        <a:t>31,8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s-CO" sz="13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Dosis" pitchFamily="2" charset="0"/>
                          <a:ea typeface="+mn-ea"/>
                          <a:cs typeface="+mn-cs"/>
                        </a:rPr>
                        <a:t>-2,8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01099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02091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Yu Gothic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Yu Gothic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Yu Gothic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Yu Gothic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E9C3C2A87D08D409B3F8E77471845A6" ma:contentTypeVersion="17" ma:contentTypeDescription="Create a new document." ma:contentTypeScope="" ma:versionID="c183e8ef4075ce3bee142c121839b84b">
  <xsd:schema xmlns:xsd="http://www.w3.org/2001/XMLSchema" xmlns:xs="http://www.w3.org/2001/XMLSchema" xmlns:p="http://schemas.microsoft.com/office/2006/metadata/properties" xmlns:ns1="http://schemas.microsoft.com/sharepoint/v3" xmlns:ns2="d62384bc-84af-4cee-9670-bdd7e3103028" xmlns:ns3="d07a1b0e-5e0d-4395-b8ed-6b7f4c24bf15" targetNamespace="http://schemas.microsoft.com/office/2006/metadata/properties" ma:root="true" ma:fieldsID="54e9e5cb529ceac8d53a7862cdca92d4" ns1:_="" ns2:_="" ns3:_="">
    <xsd:import namespace="http://schemas.microsoft.com/sharepoint/v3"/>
    <xsd:import namespace="d62384bc-84af-4cee-9670-bdd7e3103028"/>
    <xsd:import namespace="d07a1b0e-5e0d-4395-b8ed-6b7f4c24bf1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4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5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2384bc-84af-4cee-9670-bdd7e310302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4acb3148-5304-4beb-92c5-86c952aca7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07a1b0e-5e0d-4395-b8ed-6b7f4c24bf1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Taxonomy Catch All Column" ma:hidden="true" ma:list="{d98bf23e-96a5-4ebc-af27-c0a9078782cb}" ma:internalName="TaxCatchAll" ma:showField="CatchAllData" ma:web="d07a1b0e-5e0d-4395-b8ed-6b7f4c24bf1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d62384bc-84af-4cee-9670-bdd7e3103028">
      <Terms xmlns="http://schemas.microsoft.com/office/infopath/2007/PartnerControls"/>
    </lcf76f155ced4ddcb4097134ff3c332f>
    <TaxCatchAll xmlns="d07a1b0e-5e0d-4395-b8ed-6b7f4c24bf15" xsi:nil="true"/>
  </documentManagement>
</p:properties>
</file>

<file path=customXml/itemProps1.xml><?xml version="1.0" encoding="utf-8"?>
<ds:datastoreItem xmlns:ds="http://schemas.openxmlformats.org/officeDocument/2006/customXml" ds:itemID="{A2D6CC71-CD3E-48D3-8465-11CC8A061A8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DD8DC3F-64A8-474C-B5A6-E88097CC005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d62384bc-84af-4cee-9670-bdd7e3103028"/>
    <ds:schemaRef ds:uri="d07a1b0e-5e0d-4395-b8ed-6b7f4c24bf1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04EEC8D-2964-4438-B0CC-0A1C60DCC528}">
  <ds:schemaRefs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sharepoint/v3"/>
    <ds:schemaRef ds:uri="http://purl.org/dc/dcmitype/"/>
    <ds:schemaRef ds:uri="http://purl.org/dc/terms/"/>
    <ds:schemaRef ds:uri="http://www.w3.org/XML/1998/namespace"/>
    <ds:schemaRef ds:uri="http://schemas.microsoft.com/office/infopath/2007/PartnerControls"/>
    <ds:schemaRef ds:uri="d07a1b0e-5e0d-4395-b8ed-6b7f4c24bf15"/>
    <ds:schemaRef ds:uri="d62384bc-84af-4cee-9670-bdd7e3103028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228</TotalTime>
  <Words>349</Words>
  <Application>Microsoft Office PowerPoint</Application>
  <PresentationFormat>Panorámica</PresentationFormat>
  <Paragraphs>174</Paragraphs>
  <Slides>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Dosis</vt:lpstr>
      <vt:lpstr>Tema de Office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Juan Fernando Cardozo Bohorquez</dc:creator>
  <cp:lastModifiedBy>Juan Fernando Cardozo Bohorquez</cp:lastModifiedBy>
  <cp:revision>1</cp:revision>
  <dcterms:created xsi:type="dcterms:W3CDTF">2025-07-24T17:04:02Z</dcterms:created>
  <dcterms:modified xsi:type="dcterms:W3CDTF">2025-07-24T21:31:05Z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0x010100BE9C3C2A87D08D409B3F8E77471845A6</vt:lpwstr>
  </property>
  <property fmtid="{D5CDD505-2E9C-101B-9397-08002B2CF9AE}" pid="3" name="MediaServiceImageTags">
    <vt:lpwstr/>
  </property>
</Properties>
</file>