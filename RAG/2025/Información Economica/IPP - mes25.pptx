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14937" r:id="rId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8F3"/>
    <a:srgbClr val="304A7E"/>
    <a:srgbClr val="002060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a Peña Oquendo" userId="647bcffa-acf4-436a-8466-afe0de332068" providerId="ADAL" clId="{1B1D2C0D-B5A9-42FC-AE80-05E4E5D0C69F}"/>
    <pc:docChg chg="modSld">
      <pc:chgData name="Daniela Peña Oquendo" userId="647bcffa-acf4-436a-8466-afe0de332068" providerId="ADAL" clId="{1B1D2C0D-B5A9-42FC-AE80-05E4E5D0C69F}" dt="2025-11-05T20:13:11.397" v="153" actId="20577"/>
      <pc:docMkLst>
        <pc:docMk/>
      </pc:docMkLst>
    </pc:docChg>
  </pc:docChgLst>
  <pc:docChgLst>
    <pc:chgData name="Juan Fernando Cardozo Bohorquez" userId="77be3ac0-b86e-40b8-9a26-78cb499008ea" providerId="ADAL" clId="{41C33D28-6993-4F59-A0B1-83CA8A78724C}"/>
    <pc:docChg chg="modSld">
      <pc:chgData name="Juan Fernando Cardozo Bohorquez" userId="77be3ac0-b86e-40b8-9a26-78cb499008ea" providerId="ADAL" clId="{41C33D28-6993-4F59-A0B1-83CA8A78724C}" dt="2025-11-06T21:15:07.755" v="7" actId="27918"/>
      <pc:docMkLst>
        <pc:docMk/>
      </pc:docMkLst>
      <pc:sldChg chg="mod">
        <pc:chgData name="Juan Fernando Cardozo Bohorquez" userId="77be3ac0-b86e-40b8-9a26-78cb499008ea" providerId="ADAL" clId="{41C33D28-6993-4F59-A0B1-83CA8A78724C}" dt="2025-11-06T21:15:07.755" v="7" actId="27918"/>
        <pc:sldMkLst>
          <pc:docMk/>
          <pc:sldMk cId="3463929420" sldId="14937"/>
        </pc:sldMkLst>
      </pc:sldChg>
    </pc:docChg>
  </pc:docChgLst>
  <pc:docChgLst>
    <pc:chgData name="Maria Paula Moreno" userId="7f06c5a4-f807-4a12-9115-03c525bf8f95" providerId="ADAL" clId="{AED59630-D74B-4023-A9B2-02C28F26EB88}"/>
    <pc:docChg chg="modSld">
      <pc:chgData name="Maria Paula Moreno" userId="7f06c5a4-f807-4a12-9115-03c525bf8f95" providerId="ADAL" clId="{AED59630-D74B-4023-A9B2-02C28F26EB88}" dt="2025-11-05T19:28:13.273" v="87" actId="27918"/>
      <pc:docMkLst>
        <pc:docMk/>
      </pc:docMkLst>
      <pc:sldChg chg="modSp mod">
        <pc:chgData name="Maria Paula Moreno" userId="7f06c5a4-f807-4a12-9115-03c525bf8f95" providerId="ADAL" clId="{AED59630-D74B-4023-A9B2-02C28F26EB88}" dt="2025-11-05T19:28:13.273" v="87" actId="27918"/>
        <pc:sldMkLst>
          <pc:docMk/>
          <pc:sldMk cId="3463929420" sldId="1493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.xlsx"/><Relationship Id="rId1" Type="http://schemas.openxmlformats.org/officeDocument/2006/relationships/themeOverride" Target="../theme/themeOverrid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7.8320677486230311E-2"/>
          <c:y val="5.3314763257584719E-2"/>
          <c:w val="0.8286688640204436"/>
          <c:h val="0.79057185779392336"/>
        </c:manualLayout>
      </c:layout>
      <c:lineChart>
        <c:grouping val="standard"/>
        <c:varyColors val="0"/>
        <c:ser>
          <c:idx val="2"/>
          <c:order val="0"/>
          <c:tx>
            <c:strRef>
              <c:f>Bullett!$E$3</c:f>
              <c:strCache>
                <c:ptCount val="1"/>
                <c:pt idx="0">
                  <c:v>Producción Nacional</c:v>
                </c:pt>
              </c:strCache>
            </c:strRef>
          </c:tx>
          <c:spPr>
            <a:ln w="22225" cap="rnd">
              <a:solidFill>
                <a:srgbClr val="4F81BD"/>
              </a:solidFill>
              <a:round/>
            </a:ln>
            <a:effectLst/>
          </c:spPr>
          <c:marker>
            <c:symbol val="none"/>
          </c:marker>
          <c:dPt>
            <c:idx val="66"/>
            <c:marker>
              <c:symbol val="picture"/>
              <c:spPr>
                <a:solidFill>
                  <a:schemeClr val="accent3"/>
                </a:solidFill>
                <a:ln w="25400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95DD-4936-B136-451E1EBFB487}"/>
              </c:ext>
            </c:extLst>
          </c:dPt>
          <c:dLbls>
            <c:dLbl>
              <c:idx val="81"/>
              <c:layout>
                <c:manualLayout>
                  <c:x val="-5.5474611706108337E-3"/>
                  <c:y val="-2.281291651233705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2DA-4C23-9077-C7BB87C56B97}"/>
                </c:ext>
              </c:extLst>
            </c:dLbl>
            <c:spPr>
              <a:solidFill>
                <a:srgbClr val="DEE8F3"/>
              </a:solidFill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Bullett!$B$16:$B$97</c:f>
              <c:numCache>
                <c:formatCode>mmm\-yy</c:formatCode>
                <c:ptCount val="82"/>
                <c:pt idx="0">
                  <c:v>43466</c:v>
                </c:pt>
                <c:pt idx="1">
                  <c:v>43497</c:v>
                </c:pt>
                <c:pt idx="2">
                  <c:v>43525</c:v>
                </c:pt>
                <c:pt idx="3">
                  <c:v>43556</c:v>
                </c:pt>
                <c:pt idx="4">
                  <c:v>43586</c:v>
                </c:pt>
                <c:pt idx="5">
                  <c:v>43617</c:v>
                </c:pt>
                <c:pt idx="6">
                  <c:v>43647</c:v>
                </c:pt>
                <c:pt idx="7">
                  <c:v>43678</c:v>
                </c:pt>
                <c:pt idx="8">
                  <c:v>43709</c:v>
                </c:pt>
                <c:pt idx="9">
                  <c:v>43739</c:v>
                </c:pt>
                <c:pt idx="10">
                  <c:v>43770</c:v>
                </c:pt>
                <c:pt idx="11">
                  <c:v>43800</c:v>
                </c:pt>
                <c:pt idx="12">
                  <c:v>43831</c:v>
                </c:pt>
                <c:pt idx="13">
                  <c:v>43862</c:v>
                </c:pt>
                <c:pt idx="14">
                  <c:v>43891</c:v>
                </c:pt>
                <c:pt idx="15">
                  <c:v>43922</c:v>
                </c:pt>
                <c:pt idx="16">
                  <c:v>43952</c:v>
                </c:pt>
                <c:pt idx="17">
                  <c:v>43983</c:v>
                </c:pt>
                <c:pt idx="18">
                  <c:v>44013</c:v>
                </c:pt>
                <c:pt idx="19">
                  <c:v>44044</c:v>
                </c:pt>
                <c:pt idx="20">
                  <c:v>44075</c:v>
                </c:pt>
                <c:pt idx="21">
                  <c:v>44105</c:v>
                </c:pt>
                <c:pt idx="22">
                  <c:v>44136</c:v>
                </c:pt>
                <c:pt idx="23">
                  <c:v>44166</c:v>
                </c:pt>
                <c:pt idx="24">
                  <c:v>44197</c:v>
                </c:pt>
                <c:pt idx="25">
                  <c:v>44228</c:v>
                </c:pt>
                <c:pt idx="26">
                  <c:v>44256</c:v>
                </c:pt>
                <c:pt idx="27">
                  <c:v>44287</c:v>
                </c:pt>
                <c:pt idx="28">
                  <c:v>44317</c:v>
                </c:pt>
                <c:pt idx="29">
                  <c:v>44348</c:v>
                </c:pt>
                <c:pt idx="30">
                  <c:v>44378</c:v>
                </c:pt>
                <c:pt idx="31">
                  <c:v>44409</c:v>
                </c:pt>
                <c:pt idx="32">
                  <c:v>44440</c:v>
                </c:pt>
                <c:pt idx="33">
                  <c:v>44470</c:v>
                </c:pt>
                <c:pt idx="34">
                  <c:v>44501</c:v>
                </c:pt>
                <c:pt idx="35">
                  <c:v>44531</c:v>
                </c:pt>
                <c:pt idx="36">
                  <c:v>44562</c:v>
                </c:pt>
                <c:pt idx="37">
                  <c:v>44593</c:v>
                </c:pt>
                <c:pt idx="38">
                  <c:v>44621</c:v>
                </c:pt>
                <c:pt idx="39">
                  <c:v>44652</c:v>
                </c:pt>
                <c:pt idx="40">
                  <c:v>44682</c:v>
                </c:pt>
                <c:pt idx="41">
                  <c:v>44713</c:v>
                </c:pt>
                <c:pt idx="42">
                  <c:v>44743</c:v>
                </c:pt>
                <c:pt idx="43">
                  <c:v>44774</c:v>
                </c:pt>
                <c:pt idx="44">
                  <c:v>44805</c:v>
                </c:pt>
                <c:pt idx="45">
                  <c:v>44835</c:v>
                </c:pt>
                <c:pt idx="46">
                  <c:v>44866</c:v>
                </c:pt>
                <c:pt idx="47">
                  <c:v>44896</c:v>
                </c:pt>
                <c:pt idx="48">
                  <c:v>44927</c:v>
                </c:pt>
                <c:pt idx="49">
                  <c:v>44958</c:v>
                </c:pt>
                <c:pt idx="50">
                  <c:v>44986</c:v>
                </c:pt>
                <c:pt idx="51">
                  <c:v>45017</c:v>
                </c:pt>
                <c:pt idx="52">
                  <c:v>45047</c:v>
                </c:pt>
                <c:pt idx="53">
                  <c:v>45078</c:v>
                </c:pt>
                <c:pt idx="54">
                  <c:v>45108</c:v>
                </c:pt>
                <c:pt idx="55">
                  <c:v>45139</c:v>
                </c:pt>
                <c:pt idx="56">
                  <c:v>45170</c:v>
                </c:pt>
                <c:pt idx="57">
                  <c:v>45200</c:v>
                </c:pt>
                <c:pt idx="58">
                  <c:v>45231</c:v>
                </c:pt>
                <c:pt idx="59">
                  <c:v>45261</c:v>
                </c:pt>
                <c:pt idx="60">
                  <c:v>45292</c:v>
                </c:pt>
                <c:pt idx="61">
                  <c:v>45323</c:v>
                </c:pt>
                <c:pt idx="62">
                  <c:v>45352</c:v>
                </c:pt>
                <c:pt idx="63">
                  <c:v>45383</c:v>
                </c:pt>
                <c:pt idx="64">
                  <c:v>45413</c:v>
                </c:pt>
                <c:pt idx="65">
                  <c:v>45444</c:v>
                </c:pt>
                <c:pt idx="66">
                  <c:v>45474</c:v>
                </c:pt>
                <c:pt idx="67">
                  <c:v>45505</c:v>
                </c:pt>
                <c:pt idx="68">
                  <c:v>45536</c:v>
                </c:pt>
                <c:pt idx="69">
                  <c:v>45566</c:v>
                </c:pt>
                <c:pt idx="70">
                  <c:v>45597</c:v>
                </c:pt>
                <c:pt idx="71">
                  <c:v>45627</c:v>
                </c:pt>
                <c:pt idx="72">
                  <c:v>45658</c:v>
                </c:pt>
                <c:pt idx="73">
                  <c:v>45689</c:v>
                </c:pt>
                <c:pt idx="74">
                  <c:v>45717</c:v>
                </c:pt>
                <c:pt idx="75">
                  <c:v>45748</c:v>
                </c:pt>
                <c:pt idx="76">
                  <c:v>45778</c:v>
                </c:pt>
                <c:pt idx="77">
                  <c:v>45809</c:v>
                </c:pt>
                <c:pt idx="78">
                  <c:v>45839</c:v>
                </c:pt>
                <c:pt idx="79">
                  <c:v>45870</c:v>
                </c:pt>
                <c:pt idx="80">
                  <c:v>45901</c:v>
                </c:pt>
                <c:pt idx="81">
                  <c:v>45931</c:v>
                </c:pt>
              </c:numCache>
            </c:numRef>
          </c:cat>
          <c:val>
            <c:numRef>
              <c:f>Bullett!$E$16:$E$97</c:f>
              <c:numCache>
                <c:formatCode>0.00%</c:formatCode>
                <c:ptCount val="82"/>
                <c:pt idx="0">
                  <c:v>2.7174887892376764E-2</c:v>
                </c:pt>
                <c:pt idx="1">
                  <c:v>3.8167938931297662E-2</c:v>
                </c:pt>
                <c:pt idx="2">
                  <c:v>4.7057764981105032E-2</c:v>
                </c:pt>
                <c:pt idx="3">
                  <c:v>5.9420159770218195E-2</c:v>
                </c:pt>
                <c:pt idx="4">
                  <c:v>5.3135429474793661E-2</c:v>
                </c:pt>
                <c:pt idx="5">
                  <c:v>3.7548364403798828E-2</c:v>
                </c:pt>
                <c:pt idx="6">
                  <c:v>4.6099603349493146E-2</c:v>
                </c:pt>
                <c:pt idx="7">
                  <c:v>4.9885219848136986E-2</c:v>
                </c:pt>
                <c:pt idx="8">
                  <c:v>3.7768388376304252E-2</c:v>
                </c:pt>
                <c:pt idx="9">
                  <c:v>2.399591558883607E-2</c:v>
                </c:pt>
                <c:pt idx="10">
                  <c:v>4.0114117748768052E-2</c:v>
                </c:pt>
                <c:pt idx="11">
                  <c:v>6.0864219216581805E-2</c:v>
                </c:pt>
                <c:pt idx="12">
                  <c:v>4.6974591810005961E-2</c:v>
                </c:pt>
                <c:pt idx="13">
                  <c:v>2.6730103806228422E-2</c:v>
                </c:pt>
                <c:pt idx="14">
                  <c:v>-1.8045888115494346E-3</c:v>
                </c:pt>
                <c:pt idx="15">
                  <c:v>-4.8292806913496578E-2</c:v>
                </c:pt>
                <c:pt idx="16">
                  <c:v>-5.1538653990492844E-2</c:v>
                </c:pt>
                <c:pt idx="17">
                  <c:v>-1.9154165607254803E-2</c:v>
                </c:pt>
                <c:pt idx="18">
                  <c:v>-1.0026963262554922E-2</c:v>
                </c:pt>
                <c:pt idx="19">
                  <c:v>3.3638886552855851E-3</c:v>
                </c:pt>
                <c:pt idx="20">
                  <c:v>-1.3045284586622241E-2</c:v>
                </c:pt>
                <c:pt idx="21">
                  <c:v>-6.8140269237162432E-3</c:v>
                </c:pt>
                <c:pt idx="22">
                  <c:v>-6.4001329897763748E-3</c:v>
                </c:pt>
                <c:pt idx="23">
                  <c:v>-8.6927725805117095E-3</c:v>
                </c:pt>
                <c:pt idx="24">
                  <c:v>2.6019514635976959E-2</c:v>
                </c:pt>
                <c:pt idx="25">
                  <c:v>6.3189822225966807E-2</c:v>
                </c:pt>
                <c:pt idx="26">
                  <c:v>0.11251721763085398</c:v>
                </c:pt>
                <c:pt idx="27">
                  <c:v>0.16513843140746021</c:v>
                </c:pt>
                <c:pt idx="28">
                  <c:v>0.18710982150707811</c:v>
                </c:pt>
                <c:pt idx="29">
                  <c:v>0.18171606325066958</c:v>
                </c:pt>
                <c:pt idx="30">
                  <c:v>0.18333475189377824</c:v>
                </c:pt>
                <c:pt idx="31">
                  <c:v>0.17609588467018678</c:v>
                </c:pt>
                <c:pt idx="32">
                  <c:v>0.19666610540495011</c:v>
                </c:pt>
                <c:pt idx="33">
                  <c:v>0.22297523427041499</c:v>
                </c:pt>
                <c:pt idx="34">
                  <c:v>0.25807261167809914</c:v>
                </c:pt>
                <c:pt idx="35">
                  <c:v>0.26549189911474858</c:v>
                </c:pt>
                <c:pt idx="36">
                  <c:v>0.29439973990083712</c:v>
                </c:pt>
                <c:pt idx="37">
                  <c:v>0.31072192725255565</c:v>
                </c:pt>
                <c:pt idx="38">
                  <c:v>0.33761510485181478</c:v>
                </c:pt>
                <c:pt idx="39">
                  <c:v>0.34344437652811743</c:v>
                </c:pt>
                <c:pt idx="40">
                  <c:v>0.34590030368120894</c:v>
                </c:pt>
                <c:pt idx="41">
                  <c:v>0.31639368236326426</c:v>
                </c:pt>
                <c:pt idx="42">
                  <c:v>0.32992879234697559</c:v>
                </c:pt>
                <c:pt idx="43">
                  <c:v>0.29126282782212098</c:v>
                </c:pt>
                <c:pt idx="44">
                  <c:v>0.27268889826931209</c:v>
                </c:pt>
                <c:pt idx="45">
                  <c:v>0.26346035438188431</c:v>
                </c:pt>
                <c:pt idx="46">
                  <c:v>0.2452290710818541</c:v>
                </c:pt>
                <c:pt idx="47">
                  <c:v>0.21804263182208139</c:v>
                </c:pt>
                <c:pt idx="48">
                  <c:v>0.16200941915227629</c:v>
                </c:pt>
                <c:pt idx="49">
                  <c:v>0.13149939540507849</c:v>
                </c:pt>
                <c:pt idx="50">
                  <c:v>7.086659724632649E-2</c:v>
                </c:pt>
                <c:pt idx="51">
                  <c:v>3.662628675425128E-2</c:v>
                </c:pt>
                <c:pt idx="52">
                  <c:v>-1.8876231357657813E-2</c:v>
                </c:pt>
                <c:pt idx="53">
                  <c:v>-3.3050047214353118E-2</c:v>
                </c:pt>
                <c:pt idx="54">
                  <c:v>-6.4250946457544589E-2</c:v>
                </c:pt>
                <c:pt idx="55">
                  <c:v>-2.7209007119598283E-2</c:v>
                </c:pt>
                <c:pt idx="56">
                  <c:v>-9.7844112769486236E-3</c:v>
                </c:pt>
                <c:pt idx="57">
                  <c:v>-2.4637210309724988E-2</c:v>
                </c:pt>
                <c:pt idx="58">
                  <c:v>-5.7777540449618359E-2</c:v>
                </c:pt>
                <c:pt idx="59">
                  <c:v>-5.7918404941214696E-2</c:v>
                </c:pt>
                <c:pt idx="60">
                  <c:v>-5.4796001080789081E-2</c:v>
                </c:pt>
                <c:pt idx="61">
                  <c:v>-5.5463531926262299E-2</c:v>
                </c:pt>
                <c:pt idx="62">
                  <c:v>-4.0732537410188674E-2</c:v>
                </c:pt>
                <c:pt idx="63">
                  <c:v>-1.7007735776595312E-2</c:v>
                </c:pt>
                <c:pt idx="64">
                  <c:v>-2.5241193628000591E-3</c:v>
                </c:pt>
                <c:pt idx="65">
                  <c:v>3.4869025735294157E-2</c:v>
                </c:pt>
                <c:pt idx="66">
                  <c:v>4.352098023349904E-2</c:v>
                </c:pt>
                <c:pt idx="67">
                  <c:v>1.2935436287302871E-2</c:v>
                </c:pt>
                <c:pt idx="68">
                  <c:v>4.4660302573551469E-3</c:v>
                </c:pt>
                <c:pt idx="69">
                  <c:v>1.0159329373230497E-2</c:v>
                </c:pt>
                <c:pt idx="70">
                  <c:v>4.8002266931141957E-2</c:v>
                </c:pt>
                <c:pt idx="71">
                  <c:v>7.211870255348507E-2</c:v>
                </c:pt>
                <c:pt idx="72">
                  <c:v>7.5010005145503378E-2</c:v>
                </c:pt>
                <c:pt idx="73">
                  <c:v>5.979521412004285E-2</c:v>
                </c:pt>
                <c:pt idx="74">
                  <c:v>4.87131835332546E-2</c:v>
                </c:pt>
                <c:pt idx="75">
                  <c:v>4.0966679689680152E-2</c:v>
                </c:pt>
                <c:pt idx="76">
                  <c:v>3.7057864252375783E-2</c:v>
                </c:pt>
                <c:pt idx="77">
                  <c:v>2.1759644740493966E-2</c:v>
                </c:pt>
                <c:pt idx="78">
                  <c:v>2.2542232068679002E-2</c:v>
                </c:pt>
                <c:pt idx="79">
                  <c:v>3.9038870841268114E-2</c:v>
                </c:pt>
                <c:pt idx="80">
                  <c:v>3.668093147335072E-2</c:v>
                </c:pt>
                <c:pt idx="81">
                  <c:v>1.8025939766981747E-2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5DD-4936-B136-451E1EBFB487}"/>
            </c:ext>
          </c:extLst>
        </c:ser>
        <c:ser>
          <c:idx val="3"/>
          <c:order val="1"/>
          <c:tx>
            <c:strRef>
              <c:f>Bullett!$F$3</c:f>
              <c:strCache>
                <c:ptCount val="1"/>
                <c:pt idx="0">
                  <c:v>Materiales Construcción</c:v>
                </c:pt>
              </c:strCache>
            </c:strRef>
          </c:tx>
          <c:spPr>
            <a:ln w="2222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81"/>
              <c:layout>
                <c:manualLayout>
                  <c:x val="-2.1633395148441428E-3"/>
                  <c:y val="1.929420134307022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2DA-4C23-9077-C7BB87C56B97}"/>
                </c:ext>
              </c:extLst>
            </c:dLbl>
            <c:spPr>
              <a:solidFill>
                <a:srgbClr val="304A7E"/>
              </a:solidFill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Bullett!$B$16:$B$97</c:f>
              <c:numCache>
                <c:formatCode>mmm\-yy</c:formatCode>
                <c:ptCount val="82"/>
                <c:pt idx="0">
                  <c:v>43466</c:v>
                </c:pt>
                <c:pt idx="1">
                  <c:v>43497</c:v>
                </c:pt>
                <c:pt idx="2">
                  <c:v>43525</c:v>
                </c:pt>
                <c:pt idx="3">
                  <c:v>43556</c:v>
                </c:pt>
                <c:pt idx="4">
                  <c:v>43586</c:v>
                </c:pt>
                <c:pt idx="5">
                  <c:v>43617</c:v>
                </c:pt>
                <c:pt idx="6">
                  <c:v>43647</c:v>
                </c:pt>
                <c:pt idx="7">
                  <c:v>43678</c:v>
                </c:pt>
                <c:pt idx="8">
                  <c:v>43709</c:v>
                </c:pt>
                <c:pt idx="9">
                  <c:v>43739</c:v>
                </c:pt>
                <c:pt idx="10">
                  <c:v>43770</c:v>
                </c:pt>
                <c:pt idx="11">
                  <c:v>43800</c:v>
                </c:pt>
                <c:pt idx="12">
                  <c:v>43831</c:v>
                </c:pt>
                <c:pt idx="13">
                  <c:v>43862</c:v>
                </c:pt>
                <c:pt idx="14">
                  <c:v>43891</c:v>
                </c:pt>
                <c:pt idx="15">
                  <c:v>43922</c:v>
                </c:pt>
                <c:pt idx="16">
                  <c:v>43952</c:v>
                </c:pt>
                <c:pt idx="17">
                  <c:v>43983</c:v>
                </c:pt>
                <c:pt idx="18">
                  <c:v>44013</c:v>
                </c:pt>
                <c:pt idx="19">
                  <c:v>44044</c:v>
                </c:pt>
                <c:pt idx="20">
                  <c:v>44075</c:v>
                </c:pt>
                <c:pt idx="21">
                  <c:v>44105</c:v>
                </c:pt>
                <c:pt idx="22">
                  <c:v>44136</c:v>
                </c:pt>
                <c:pt idx="23">
                  <c:v>44166</c:v>
                </c:pt>
                <c:pt idx="24">
                  <c:v>44197</c:v>
                </c:pt>
                <c:pt idx="25">
                  <c:v>44228</c:v>
                </c:pt>
                <c:pt idx="26">
                  <c:v>44256</c:v>
                </c:pt>
                <c:pt idx="27">
                  <c:v>44287</c:v>
                </c:pt>
                <c:pt idx="28">
                  <c:v>44317</c:v>
                </c:pt>
                <c:pt idx="29">
                  <c:v>44348</c:v>
                </c:pt>
                <c:pt idx="30">
                  <c:v>44378</c:v>
                </c:pt>
                <c:pt idx="31">
                  <c:v>44409</c:v>
                </c:pt>
                <c:pt idx="32">
                  <c:v>44440</c:v>
                </c:pt>
                <c:pt idx="33">
                  <c:v>44470</c:v>
                </c:pt>
                <c:pt idx="34">
                  <c:v>44501</c:v>
                </c:pt>
                <c:pt idx="35">
                  <c:v>44531</c:v>
                </c:pt>
                <c:pt idx="36">
                  <c:v>44562</c:v>
                </c:pt>
                <c:pt idx="37">
                  <c:v>44593</c:v>
                </c:pt>
                <c:pt idx="38">
                  <c:v>44621</c:v>
                </c:pt>
                <c:pt idx="39">
                  <c:v>44652</c:v>
                </c:pt>
                <c:pt idx="40">
                  <c:v>44682</c:v>
                </c:pt>
                <c:pt idx="41">
                  <c:v>44713</c:v>
                </c:pt>
                <c:pt idx="42">
                  <c:v>44743</c:v>
                </c:pt>
                <c:pt idx="43">
                  <c:v>44774</c:v>
                </c:pt>
                <c:pt idx="44">
                  <c:v>44805</c:v>
                </c:pt>
                <c:pt idx="45">
                  <c:v>44835</c:v>
                </c:pt>
                <c:pt idx="46">
                  <c:v>44866</c:v>
                </c:pt>
                <c:pt idx="47">
                  <c:v>44896</c:v>
                </c:pt>
                <c:pt idx="48">
                  <c:v>44927</c:v>
                </c:pt>
                <c:pt idx="49">
                  <c:v>44958</c:v>
                </c:pt>
                <c:pt idx="50">
                  <c:v>44986</c:v>
                </c:pt>
                <c:pt idx="51">
                  <c:v>45017</c:v>
                </c:pt>
                <c:pt idx="52">
                  <c:v>45047</c:v>
                </c:pt>
                <c:pt idx="53">
                  <c:v>45078</c:v>
                </c:pt>
                <c:pt idx="54">
                  <c:v>45108</c:v>
                </c:pt>
                <c:pt idx="55">
                  <c:v>45139</c:v>
                </c:pt>
                <c:pt idx="56">
                  <c:v>45170</c:v>
                </c:pt>
                <c:pt idx="57">
                  <c:v>45200</c:v>
                </c:pt>
                <c:pt idx="58">
                  <c:v>45231</c:v>
                </c:pt>
                <c:pt idx="59">
                  <c:v>45261</c:v>
                </c:pt>
                <c:pt idx="60">
                  <c:v>45292</c:v>
                </c:pt>
                <c:pt idx="61">
                  <c:v>45323</c:v>
                </c:pt>
                <c:pt idx="62">
                  <c:v>45352</c:v>
                </c:pt>
                <c:pt idx="63">
                  <c:v>45383</c:v>
                </c:pt>
                <c:pt idx="64">
                  <c:v>45413</c:v>
                </c:pt>
                <c:pt idx="65">
                  <c:v>45444</c:v>
                </c:pt>
                <c:pt idx="66">
                  <c:v>45474</c:v>
                </c:pt>
                <c:pt idx="67">
                  <c:v>45505</c:v>
                </c:pt>
                <c:pt idx="68">
                  <c:v>45536</c:v>
                </c:pt>
                <c:pt idx="69">
                  <c:v>45566</c:v>
                </c:pt>
                <c:pt idx="70">
                  <c:v>45597</c:v>
                </c:pt>
                <c:pt idx="71">
                  <c:v>45627</c:v>
                </c:pt>
                <c:pt idx="72">
                  <c:v>45658</c:v>
                </c:pt>
                <c:pt idx="73">
                  <c:v>45689</c:v>
                </c:pt>
                <c:pt idx="74">
                  <c:v>45717</c:v>
                </c:pt>
                <c:pt idx="75">
                  <c:v>45748</c:v>
                </c:pt>
                <c:pt idx="76">
                  <c:v>45778</c:v>
                </c:pt>
                <c:pt idx="77">
                  <c:v>45809</c:v>
                </c:pt>
                <c:pt idx="78">
                  <c:v>45839</c:v>
                </c:pt>
                <c:pt idx="79">
                  <c:v>45870</c:v>
                </c:pt>
                <c:pt idx="80">
                  <c:v>45901</c:v>
                </c:pt>
                <c:pt idx="81">
                  <c:v>45931</c:v>
                </c:pt>
              </c:numCache>
            </c:numRef>
          </c:cat>
          <c:val>
            <c:numRef>
              <c:f>Bullett!$F$16:$F$97</c:f>
              <c:numCache>
                <c:formatCode>0.00%</c:formatCode>
                <c:ptCount val="82"/>
                <c:pt idx="0">
                  <c:v>2.4510259028873937E-2</c:v>
                </c:pt>
                <c:pt idx="1">
                  <c:v>2.6213771460217972E-2</c:v>
                </c:pt>
                <c:pt idx="2">
                  <c:v>2.2909191277946439E-2</c:v>
                </c:pt>
                <c:pt idx="3">
                  <c:v>2.9194382852919532E-2</c:v>
                </c:pt>
                <c:pt idx="4">
                  <c:v>3.0431185069412559E-2</c:v>
                </c:pt>
                <c:pt idx="5">
                  <c:v>2.9479291027642462E-2</c:v>
                </c:pt>
                <c:pt idx="6">
                  <c:v>2.1820505797498502E-2</c:v>
                </c:pt>
                <c:pt idx="7">
                  <c:v>3.1287164943738066E-2</c:v>
                </c:pt>
                <c:pt idx="8">
                  <c:v>3.4448099415204547E-2</c:v>
                </c:pt>
                <c:pt idx="9">
                  <c:v>3.7250068474390607E-2</c:v>
                </c:pt>
                <c:pt idx="10">
                  <c:v>3.3114992721979597E-2</c:v>
                </c:pt>
                <c:pt idx="11">
                  <c:v>3.404139433551201E-2</c:v>
                </c:pt>
                <c:pt idx="12">
                  <c:v>3.534209333937488E-2</c:v>
                </c:pt>
                <c:pt idx="13">
                  <c:v>3.6517359237272728E-2</c:v>
                </c:pt>
                <c:pt idx="14">
                  <c:v>5.0728548300053911E-2</c:v>
                </c:pt>
                <c:pt idx="15">
                  <c:v>5.3231597845601275E-2</c:v>
                </c:pt>
                <c:pt idx="16">
                  <c:v>5.0410421127765837E-2</c:v>
                </c:pt>
                <c:pt idx="17">
                  <c:v>4.6119536128456762E-2</c:v>
                </c:pt>
                <c:pt idx="18">
                  <c:v>4.6551107934238667E-2</c:v>
                </c:pt>
                <c:pt idx="19">
                  <c:v>4.1958662290428439E-2</c:v>
                </c:pt>
                <c:pt idx="20">
                  <c:v>4.1250772899920518E-2</c:v>
                </c:pt>
                <c:pt idx="21">
                  <c:v>4.1281577325939622E-2</c:v>
                </c:pt>
                <c:pt idx="22">
                  <c:v>4.2796759422331743E-2</c:v>
                </c:pt>
                <c:pt idx="23">
                  <c:v>3.6432271091212387E-2</c:v>
                </c:pt>
                <c:pt idx="24">
                  <c:v>4.4026258205689395E-2</c:v>
                </c:pt>
                <c:pt idx="25">
                  <c:v>5.1631377993752281E-2</c:v>
                </c:pt>
                <c:pt idx="26">
                  <c:v>4.6224961479198745E-2</c:v>
                </c:pt>
                <c:pt idx="27">
                  <c:v>5.8297110713372513E-2</c:v>
                </c:pt>
                <c:pt idx="28">
                  <c:v>6.8206914125541473E-2</c:v>
                </c:pt>
                <c:pt idx="29">
                  <c:v>8.0412722776498802E-2</c:v>
                </c:pt>
                <c:pt idx="30">
                  <c:v>9.8779134295227555E-2</c:v>
                </c:pt>
                <c:pt idx="31">
                  <c:v>0.10020432487655362</c:v>
                </c:pt>
                <c:pt idx="32">
                  <c:v>0.10205293518832703</c:v>
                </c:pt>
                <c:pt idx="33">
                  <c:v>0.1029585798816568</c:v>
                </c:pt>
                <c:pt idx="34">
                  <c:v>0.11180543827056244</c:v>
                </c:pt>
                <c:pt idx="35">
                  <c:v>0.12273420294765391</c:v>
                </c:pt>
                <c:pt idx="36">
                  <c:v>0.14151576123407095</c:v>
                </c:pt>
                <c:pt idx="37">
                  <c:v>0.14002805512005945</c:v>
                </c:pt>
                <c:pt idx="38">
                  <c:v>0.14989363442971682</c:v>
                </c:pt>
                <c:pt idx="39">
                  <c:v>0.14826447612144644</c:v>
                </c:pt>
                <c:pt idx="40">
                  <c:v>0.15211513994910919</c:v>
                </c:pt>
                <c:pt idx="41">
                  <c:v>0.14254143646408823</c:v>
                </c:pt>
                <c:pt idx="42">
                  <c:v>0.14708624708624707</c:v>
                </c:pt>
                <c:pt idx="43">
                  <c:v>0.1458639634759733</c:v>
                </c:pt>
                <c:pt idx="44">
                  <c:v>0.14671695789392669</c:v>
                </c:pt>
                <c:pt idx="45">
                  <c:v>0.14768546903740054</c:v>
                </c:pt>
                <c:pt idx="46">
                  <c:v>0.14423515114689356</c:v>
                </c:pt>
                <c:pt idx="47">
                  <c:v>0.14039984911354186</c:v>
                </c:pt>
                <c:pt idx="48">
                  <c:v>0.1432138660399529</c:v>
                </c:pt>
                <c:pt idx="49">
                  <c:v>0.15431383902721474</c:v>
                </c:pt>
                <c:pt idx="50">
                  <c:v>0.13583321474313359</c:v>
                </c:pt>
                <c:pt idx="51">
                  <c:v>0.10850049095244763</c:v>
                </c:pt>
                <c:pt idx="52">
                  <c:v>9.131064945820988E-2</c:v>
                </c:pt>
                <c:pt idx="53">
                  <c:v>8.4760983697153902E-2</c:v>
                </c:pt>
                <c:pt idx="54">
                  <c:v>5.1276840750524855E-2</c:v>
                </c:pt>
                <c:pt idx="55">
                  <c:v>4.2071853052404018E-2</c:v>
                </c:pt>
                <c:pt idx="56">
                  <c:v>3.6114653957172616E-2</c:v>
                </c:pt>
                <c:pt idx="57">
                  <c:v>2.8714524207011705E-2</c:v>
                </c:pt>
                <c:pt idx="58">
                  <c:v>1.606372386325905E-2</c:v>
                </c:pt>
                <c:pt idx="59">
                  <c:v>1.0187880391637982E-2</c:v>
                </c:pt>
                <c:pt idx="60">
                  <c:v>-9.50790183733774E-3</c:v>
                </c:pt>
                <c:pt idx="61">
                  <c:v>-2.6022071733132535E-2</c:v>
                </c:pt>
                <c:pt idx="62">
                  <c:v>-2.5997619495082391E-2</c:v>
                </c:pt>
                <c:pt idx="63">
                  <c:v>-2.0499841822208209E-2</c:v>
                </c:pt>
                <c:pt idx="64">
                  <c:v>-2.2767518340500836E-2</c:v>
                </c:pt>
                <c:pt idx="65">
                  <c:v>-1.4837929058141852E-2</c:v>
                </c:pt>
                <c:pt idx="66">
                  <c:v>-6.6365979381443063E-3</c:v>
                </c:pt>
                <c:pt idx="67">
                  <c:v>-1.9441384226559499E-4</c:v>
                </c:pt>
                <c:pt idx="68">
                  <c:v>4.0168448331714401E-3</c:v>
                </c:pt>
                <c:pt idx="69">
                  <c:v>6.8808828302500125E-3</c:v>
                </c:pt>
                <c:pt idx="70">
                  <c:v>1.7638988697981528E-2</c:v>
                </c:pt>
                <c:pt idx="71">
                  <c:v>1.9842829076620827E-2</c:v>
                </c:pt>
                <c:pt idx="72">
                  <c:v>1.6668828641847044E-2</c:v>
                </c:pt>
                <c:pt idx="73">
                  <c:v>1.0686924612116178E-2</c:v>
                </c:pt>
                <c:pt idx="74">
                  <c:v>1.2541806020067048E-2</c:v>
                </c:pt>
                <c:pt idx="75">
                  <c:v>2.4804599186099008E-2</c:v>
                </c:pt>
                <c:pt idx="76">
                  <c:v>2.5239451203727503E-2</c:v>
                </c:pt>
                <c:pt idx="77">
                  <c:v>1.9263089851325299E-2</c:v>
                </c:pt>
                <c:pt idx="78">
                  <c:v>1.7383407926315098E-2</c:v>
                </c:pt>
                <c:pt idx="79">
                  <c:v>1.9445164635727208E-2</c:v>
                </c:pt>
                <c:pt idx="80">
                  <c:v>8.5823062528231908E-3</c:v>
                </c:pt>
                <c:pt idx="81">
                  <c:v>4.5773966862225901E-3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95DD-4936-B136-451E1EBFB4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80528095"/>
        <c:axId val="580525215"/>
      </c:lineChart>
      <c:dateAx>
        <c:axId val="580528095"/>
        <c:scaling>
          <c:orientation val="minMax"/>
          <c:min val="44105"/>
        </c:scaling>
        <c:delete val="0"/>
        <c:axPos val="b"/>
        <c:numFmt formatCode="mmm\-yy" sourceLinked="1"/>
        <c:majorTickMark val="out"/>
        <c:minorTickMark val="none"/>
        <c:tickLblPos val="low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80525215"/>
        <c:crosses val="autoZero"/>
        <c:auto val="1"/>
        <c:lblOffset val="100"/>
        <c:baseTimeUnit val="months"/>
        <c:majorUnit val="4"/>
        <c:majorTimeUnit val="months"/>
      </c:dateAx>
      <c:valAx>
        <c:axId val="580525215"/>
        <c:scaling>
          <c:orientation val="minMax"/>
        </c:scaling>
        <c:delete val="0"/>
        <c:axPos val="l"/>
        <c:numFmt formatCode="0%" sourceLinked="0"/>
        <c:majorTickMark val="none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5805280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59515652049348478"/>
          <c:y val="0.17511848251441545"/>
          <c:w val="0.30388763548045522"/>
          <c:h val="0.20763829748939266"/>
        </c:manualLayout>
      </c:layout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2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8CB34-B609-4D25-BD5B-6642CB4C419D}" type="datetimeFigureOut">
              <a:rPr lang="es-CO" smtClean="0"/>
              <a:t>6/11/2025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A078D6-C099-48A0-84C5-2E81CCC6F5A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3129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3A22478-6DD5-C796-E3E5-09F87EAB6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0574FF66-0980-6491-3A50-D51A03D1A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09E41AAA-4828-6769-DC05-8BFB95ED4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4255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2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2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2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252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4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4"/>
          <p:cNvSpPr txBox="1"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4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4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4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75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5"/>
          <p:cNvSpPr txBox="1"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2667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5"/>
          <p:cNvSpPr txBox="1"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spcBef>
                <a:spcPts val="267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1333">
                <a:solidFill>
                  <a:srgbClr val="888888"/>
                </a:solidFill>
              </a:defRPr>
            </a:lvl1pPr>
            <a:lvl2pPr marL="609630" lvl="1" indent="-152408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200">
                <a:solidFill>
                  <a:srgbClr val="888888"/>
                </a:solidFill>
              </a:defRPr>
            </a:lvl2pPr>
            <a:lvl3pPr marL="914446" lvl="2" indent="-152408" algn="l">
              <a:spcBef>
                <a:spcPts val="213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067">
                <a:solidFill>
                  <a:srgbClr val="888888"/>
                </a:solidFill>
              </a:defRPr>
            </a:lvl3pPr>
            <a:lvl4pPr marL="1219261" lvl="3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4pPr>
            <a:lvl5pPr marL="1524076" lvl="4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5pPr>
            <a:lvl6pPr marL="1828891" lvl="5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6pPr>
            <a:lvl7pPr marL="2133707" lvl="6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7pPr>
            <a:lvl8pPr marL="2438522" lvl="7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8pPr>
            <a:lvl9pPr marL="2743337" lvl="8" indent="-152408" algn="l">
              <a:spcBef>
                <a:spcPts val="187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933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5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5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5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193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6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6"/>
          <p:cNvSpPr txBox="1">
            <a:spLocks noGrp="1"/>
          </p:cNvSpPr>
          <p:nvPr>
            <p:ph type="body" idx="1"/>
          </p:nvPr>
        </p:nvSpPr>
        <p:spPr>
          <a:xfrm>
            <a:off x="304800" y="1066800"/>
            <a:ext cx="2692400" cy="3017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70947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67"/>
            </a:lvl1pPr>
            <a:lvl2pPr marL="609630" lvl="1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1600"/>
            </a:lvl2pPr>
            <a:lvl3pPr marL="914446" lvl="2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200"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200"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9pPr>
          </a:lstStyle>
          <a:p>
            <a:endParaRPr/>
          </a:p>
        </p:txBody>
      </p:sp>
      <p:sp>
        <p:nvSpPr>
          <p:cNvPr id="36" name="Google Shape;36;p36"/>
          <p:cNvSpPr txBox="1">
            <a:spLocks noGrp="1"/>
          </p:cNvSpPr>
          <p:nvPr>
            <p:ph type="body" idx="2"/>
          </p:nvPr>
        </p:nvSpPr>
        <p:spPr>
          <a:xfrm>
            <a:off x="3098800" y="1066800"/>
            <a:ext cx="2692400" cy="3017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70947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67"/>
            </a:lvl1pPr>
            <a:lvl2pPr marL="609630" lvl="1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1600"/>
            </a:lvl2pPr>
            <a:lvl3pPr marL="914446" lvl="2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200"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200"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9pPr>
          </a:lstStyle>
          <a:p>
            <a:endParaRPr/>
          </a:p>
        </p:txBody>
      </p:sp>
      <p:sp>
        <p:nvSpPr>
          <p:cNvPr id="37" name="Google Shape;37;p36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6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6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097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7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7"/>
          <p:cNvSpPr txBox="1"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1pPr>
            <a:lvl2pPr marL="609630" lvl="1" indent="-152408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333" b="1"/>
            </a:lvl2pPr>
            <a:lvl3pPr marL="914446" lvl="2" indent="-152408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200" b="1"/>
            </a:lvl3pPr>
            <a:lvl4pPr marL="1219261" lvl="3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4pPr>
            <a:lvl5pPr marL="1524076" lvl="4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5pPr>
            <a:lvl6pPr marL="1828891" lvl="5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6pPr>
            <a:lvl7pPr marL="2133707" lvl="6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7pPr>
            <a:lvl8pPr marL="2438522" lvl="7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8pPr>
            <a:lvl9pPr marL="2743337" lvl="8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9pPr>
          </a:lstStyle>
          <a:p>
            <a:endParaRPr/>
          </a:p>
        </p:txBody>
      </p:sp>
      <p:sp>
        <p:nvSpPr>
          <p:cNvPr id="43" name="Google Shape;43;p37"/>
          <p:cNvSpPr txBox="1">
            <a:spLocks noGrp="1"/>
          </p:cNvSpPr>
          <p:nvPr>
            <p:ph type="body" idx="2"/>
          </p:nvPr>
        </p:nvSpPr>
        <p:spPr>
          <a:xfrm>
            <a:off x="304800" y="1449917"/>
            <a:ext cx="2693459" cy="263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1600"/>
            </a:lvl1pPr>
            <a:lvl2pPr marL="609630" lvl="1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1333"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3pPr>
            <a:lvl4pPr marL="1219261" lvl="3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067"/>
            </a:lvl4pPr>
            <a:lvl5pPr marL="1524076" lvl="4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067"/>
            </a:lvl5pPr>
            <a:lvl6pPr marL="1828891" lvl="5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6pPr>
            <a:lvl7pPr marL="2133707" lvl="6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7pPr>
            <a:lvl8pPr marL="2438522" lvl="7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8pPr>
            <a:lvl9pPr marL="2743337" lvl="8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9pPr>
          </a:lstStyle>
          <a:p>
            <a:endParaRPr/>
          </a:p>
        </p:txBody>
      </p:sp>
      <p:sp>
        <p:nvSpPr>
          <p:cNvPr id="44" name="Google Shape;44;p37"/>
          <p:cNvSpPr txBox="1">
            <a:spLocks noGrp="1"/>
          </p:cNvSpPr>
          <p:nvPr>
            <p:ph type="body" idx="3"/>
          </p:nvPr>
        </p:nvSpPr>
        <p:spPr>
          <a:xfrm>
            <a:off x="3096684" y="1023409"/>
            <a:ext cx="2694517" cy="426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1pPr>
            <a:lvl2pPr marL="609630" lvl="1" indent="-152408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333" b="1"/>
            </a:lvl2pPr>
            <a:lvl3pPr marL="914446" lvl="2" indent="-152408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200" b="1"/>
            </a:lvl3pPr>
            <a:lvl4pPr marL="1219261" lvl="3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4pPr>
            <a:lvl5pPr marL="1524076" lvl="4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5pPr>
            <a:lvl6pPr marL="1828891" lvl="5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6pPr>
            <a:lvl7pPr marL="2133707" lvl="6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7pPr>
            <a:lvl8pPr marL="2438522" lvl="7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8pPr>
            <a:lvl9pPr marL="2743337" lvl="8" indent="-152408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067" b="1"/>
            </a:lvl9pPr>
          </a:lstStyle>
          <a:p>
            <a:endParaRPr/>
          </a:p>
        </p:txBody>
      </p:sp>
      <p:sp>
        <p:nvSpPr>
          <p:cNvPr id="45" name="Google Shape;45;p37"/>
          <p:cNvSpPr txBox="1">
            <a:spLocks noGrp="1"/>
          </p:cNvSpPr>
          <p:nvPr>
            <p:ph type="body" idx="4"/>
          </p:nvPr>
        </p:nvSpPr>
        <p:spPr>
          <a:xfrm>
            <a:off x="3096684" y="1449917"/>
            <a:ext cx="2694517" cy="263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1600"/>
            </a:lvl1pPr>
            <a:lvl2pPr marL="609630" lvl="1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1333"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200"/>
            </a:lvl3pPr>
            <a:lvl4pPr marL="1219261" lvl="3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067"/>
            </a:lvl4pPr>
            <a:lvl5pPr marL="1524076" lvl="4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067"/>
            </a:lvl5pPr>
            <a:lvl6pPr marL="1828891" lvl="5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6pPr>
            <a:lvl7pPr marL="2133707" lvl="6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7pPr>
            <a:lvl8pPr marL="2438522" lvl="7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8pPr>
            <a:lvl9pPr marL="2743337" lvl="8" indent="-220144" algn="l">
              <a:spcBef>
                <a:spcPts val="213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067"/>
            </a:lvl9pPr>
          </a:lstStyle>
          <a:p>
            <a:endParaRPr/>
          </a:p>
        </p:txBody>
      </p:sp>
      <p:sp>
        <p:nvSpPr>
          <p:cNvPr id="46" name="Google Shape;46;p37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7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7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44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8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8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8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8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546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9"/>
          <p:cNvSpPr txBox="1"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1333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9"/>
          <p:cNvSpPr txBox="1">
            <a:spLocks noGrp="1"/>
          </p:cNvSpPr>
          <p:nvPr>
            <p:ph type="body" idx="1"/>
          </p:nvPr>
        </p:nvSpPr>
        <p:spPr>
          <a:xfrm>
            <a:off x="2383367" y="182034"/>
            <a:ext cx="3407833" cy="39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87881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2133"/>
            </a:lvl1pPr>
            <a:lvl2pPr marL="609630" lvl="1" indent="-270947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1867"/>
            </a:lvl2pPr>
            <a:lvl3pPr marL="914446" lvl="2" indent="-254013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1600"/>
            </a:lvl3pPr>
            <a:lvl4pPr marL="1219261" lvl="3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1333"/>
            </a:lvl4pPr>
            <a:lvl5pPr marL="1524076" lvl="4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1333"/>
            </a:lvl5pPr>
            <a:lvl6pPr marL="1828891" lvl="5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6pPr>
            <a:lvl7pPr marL="2133707" lvl="6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7pPr>
            <a:lvl8pPr marL="2438522" lvl="7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8pPr>
            <a:lvl9pPr marL="2743337" lvl="8" indent="-237079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1333"/>
            </a:lvl9pPr>
          </a:lstStyle>
          <a:p>
            <a:endParaRPr/>
          </a:p>
        </p:txBody>
      </p:sp>
      <p:sp>
        <p:nvSpPr>
          <p:cNvPr id="57" name="Google Shape;57;p39"/>
          <p:cNvSpPr txBox="1">
            <a:spLocks noGrp="1"/>
          </p:cNvSpPr>
          <p:nvPr>
            <p:ph type="body" idx="2"/>
          </p:nvPr>
        </p:nvSpPr>
        <p:spPr>
          <a:xfrm>
            <a:off x="304800" y="956734"/>
            <a:ext cx="2005542" cy="31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spcBef>
                <a:spcPts val="187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933"/>
            </a:lvl1pPr>
            <a:lvl2pPr marL="609630" lvl="1" indent="-152408" algn="l"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800"/>
            </a:lvl2pPr>
            <a:lvl3pPr marL="914446" lvl="2" indent="-152408" algn="l">
              <a:spcBef>
                <a:spcPts val="133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667"/>
            </a:lvl3pPr>
            <a:lvl4pPr marL="1219261" lvl="3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4pPr>
            <a:lvl5pPr marL="1524076" lvl="4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5pPr>
            <a:lvl6pPr marL="1828891" lvl="5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6pPr>
            <a:lvl7pPr marL="2133707" lvl="6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7pPr>
            <a:lvl8pPr marL="2438522" lvl="7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8pPr>
            <a:lvl9pPr marL="2743337" lvl="8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9pPr>
          </a:lstStyle>
          <a:p>
            <a:endParaRPr/>
          </a:p>
        </p:txBody>
      </p:sp>
      <p:sp>
        <p:nvSpPr>
          <p:cNvPr id="58" name="Google Shape;58;p39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9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9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996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0"/>
          <p:cNvSpPr txBox="1"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1333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0"/>
          <p:cNvSpPr>
            <a:spLocks noGrp="1"/>
          </p:cNvSpPr>
          <p:nvPr>
            <p:ph type="pic" idx="2"/>
          </p:nvPr>
        </p:nvSpPr>
        <p:spPr>
          <a:xfrm>
            <a:off x="1194859" y="408517"/>
            <a:ext cx="36576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0"/>
          <p:cNvSpPr txBox="1">
            <a:spLocks noGrp="1"/>
          </p:cNvSpPr>
          <p:nvPr>
            <p:ph type="body" idx="1"/>
          </p:nvPr>
        </p:nvSpPr>
        <p:spPr>
          <a:xfrm>
            <a:off x="1194859" y="3578225"/>
            <a:ext cx="3657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spcBef>
                <a:spcPts val="187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933"/>
            </a:lvl1pPr>
            <a:lvl2pPr marL="609630" lvl="1" indent="-152408" algn="l"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800"/>
            </a:lvl2pPr>
            <a:lvl3pPr marL="914446" lvl="2" indent="-152408" algn="l">
              <a:spcBef>
                <a:spcPts val="133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667"/>
            </a:lvl3pPr>
            <a:lvl4pPr marL="1219261" lvl="3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4pPr>
            <a:lvl5pPr marL="1524076" lvl="4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5pPr>
            <a:lvl6pPr marL="1828891" lvl="5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6pPr>
            <a:lvl7pPr marL="2133707" lvl="6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7pPr>
            <a:lvl8pPr marL="2438522" lvl="7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8pPr>
            <a:lvl9pPr marL="2743337" lvl="8" indent="-152408" algn="l"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600"/>
            </a:lvl9pPr>
          </a:lstStyle>
          <a:p>
            <a:endParaRPr/>
          </a:p>
        </p:txBody>
      </p:sp>
      <p:sp>
        <p:nvSpPr>
          <p:cNvPr id="65" name="Google Shape;65;p40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40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0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5096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1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1"/>
          <p:cNvSpPr txBox="1">
            <a:spLocks noGrp="1"/>
          </p:cNvSpPr>
          <p:nvPr>
            <p:ph type="body" idx="1"/>
          </p:nvPr>
        </p:nvSpPr>
        <p:spPr>
          <a:xfrm rot="5400000">
            <a:off x="1539346" y="-167745"/>
            <a:ext cx="3017309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1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1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1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441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2"/>
          <p:cNvSpPr txBox="1">
            <a:spLocks noGrp="1"/>
          </p:cNvSpPr>
          <p:nvPr>
            <p:ph type="title"/>
          </p:nvPr>
        </p:nvSpPr>
        <p:spPr>
          <a:xfrm rot="5400000">
            <a:off x="3154892" y="1447801"/>
            <a:ext cx="3901017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2"/>
          <p:cNvSpPr txBox="1">
            <a:spLocks noGrp="1"/>
          </p:cNvSpPr>
          <p:nvPr>
            <p:ph type="body" idx="1"/>
          </p:nvPr>
        </p:nvSpPr>
        <p:spPr>
          <a:xfrm rot="5400000">
            <a:off x="360892" y="127000"/>
            <a:ext cx="3901017" cy="40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914446" lvl="2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1524076" lvl="4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1828891" lvl="5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2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2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2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41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CB1BDE-B6E5-DC14-A2B2-5163CDE954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B93CE6E-1157-C511-9F6F-65BB7D647C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6E1C1C-FD5D-67AD-8555-796AC27A2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1FAD6-D258-4C97-B551-D6950FAB0054}" type="datetimeFigureOut">
              <a:rPr lang="es-CO" smtClean="0"/>
              <a:t>6/11/2025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C77F56-8616-D3AA-8473-EF067CA8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307C635-E59C-552F-5026-9E0CF3E3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4751A-1558-40BE-9011-B436DEA040E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44219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erp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31217C3-476F-08A3-8C94-32E1026AE6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1797" y="6005947"/>
            <a:ext cx="382863" cy="604285"/>
          </a:xfrm>
          <a:prstGeom prst="rect">
            <a:avLst/>
          </a:prstGeom>
        </p:spPr>
      </p:pic>
      <p:pic>
        <p:nvPicPr>
          <p:cNvPr id="12" name="Imagen 6" descr="Forma, Rectángulo&#10;&#10;Descripción generada automáticamente">
            <a:extLst>
              <a:ext uri="{FF2B5EF4-FFF2-40B4-BE49-F238E27FC236}">
                <a16:creationId xmlns:a16="http://schemas.microsoft.com/office/drawing/2014/main" id="{05B91F90-0C16-AFA3-48AE-AB5A4649A93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-89088" y="6717168"/>
            <a:ext cx="12362460" cy="253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31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1"/>
          <p:cNvSpPr txBox="1"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1"/>
          <p:cNvSpPr txBox="1"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1"/>
          <p:cNvSpPr txBox="1">
            <a:spLocks noGrp="1"/>
          </p:cNvSpPr>
          <p:nvPr>
            <p:ph type="dt" idx="10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1"/>
          <p:cNvSpPr txBox="1">
            <a:spLocks noGrp="1"/>
          </p:cNvSpPr>
          <p:nvPr>
            <p:ph type="ftr" idx="11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1"/>
          <p:cNvSpPr txBox="1">
            <a:spLocks noGrp="1"/>
          </p:cNvSpPr>
          <p:nvPr>
            <p:ph type="sldNum" idx="12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04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41ED564-2BC1-0AAA-F208-480410D63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C0FC3DAD-7E22-CE2C-96A3-BB7DC86ECF14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1627B33A-7F79-FF01-5CC5-EBA9C387BDF7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873B3BAA-0AE7-55BF-D00F-DC7137E8838E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1;p2">
            <a:extLst>
              <a:ext uri="{FF2B5EF4-FFF2-40B4-BE49-F238E27FC236}">
                <a16:creationId xmlns:a16="http://schemas.microsoft.com/office/drawing/2014/main" id="{1B024B16-8644-FF0F-BDA1-3087AC867077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9F454CE-E5FD-864D-B31C-4A9EF8AF9C3F}"/>
              </a:ext>
            </a:extLst>
          </p:cNvPr>
          <p:cNvSpPr txBox="1"/>
          <p:nvPr/>
        </p:nvSpPr>
        <p:spPr>
          <a:xfrm>
            <a:off x="1909446" y="274025"/>
            <a:ext cx="94807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Índice de Precios del Productor</a:t>
            </a:r>
            <a:r>
              <a:rPr kumimoji="0" lang="es-E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 de Materiales de Construcción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anual (%) – Octubre 2025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842F5AD-38A3-643F-39E0-4F4B07CAF87B}"/>
              </a:ext>
            </a:extLst>
          </p:cNvPr>
          <p:cNvSpPr txBox="1"/>
          <p:nvPr/>
        </p:nvSpPr>
        <p:spPr>
          <a:xfrm>
            <a:off x="833120" y="6435497"/>
            <a:ext cx="49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DANE – Elaboración Camacol</a:t>
            </a:r>
          </a:p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Nota: los </a:t>
            </a:r>
            <a:r>
              <a:rPr lang="es-CO" sz="9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materiales de construcción seleccionados corresponden a los de la división CIIU</a:t>
            </a: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0C71390-DE15-E1E8-3867-B5D8967F0297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A7799A4-A7EB-32C0-76C8-6666677D3E60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8F4F0FE2-FC72-A9B3-9EFD-B659F425F6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7493258"/>
              </p:ext>
            </p:extLst>
          </p:nvPr>
        </p:nvGraphicFramePr>
        <p:xfrm>
          <a:off x="1235044" y="1232769"/>
          <a:ext cx="6164081" cy="42225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D5483549-5765-D2FE-2B27-91EEF29A44A2}"/>
              </a:ext>
            </a:extLst>
          </p:cNvPr>
          <p:cNvSpPr txBox="1"/>
          <p:nvPr/>
        </p:nvSpPr>
        <p:spPr>
          <a:xfrm>
            <a:off x="915897" y="5636116"/>
            <a:ext cx="11206480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0" algn="ctr" defTabSz="914446">
              <a:defRPr/>
            </a:pPr>
            <a:r>
              <a:rPr lang="es-CO" sz="21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El Índice de Precios al Productor (IPP) </a:t>
            </a:r>
            <a:r>
              <a:rPr lang="es-MX" sz="21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se desaceleró: de 3,67 % en septiembre a 1,80 % en octubre de 2025. M</a:t>
            </a:r>
            <a:r>
              <a:rPr lang="es-CO" sz="2100" dirty="0" err="1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ientras</a:t>
            </a:r>
            <a:r>
              <a:rPr lang="es-CO" sz="21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 los materiales de construcción presentaron una variación anual de 0,46 %.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6638ED0A-E05C-EC7E-EE25-60F6C2997A59}"/>
              </a:ext>
            </a:extLst>
          </p:cNvPr>
          <p:cNvSpPr txBox="1"/>
          <p:nvPr/>
        </p:nvSpPr>
        <p:spPr>
          <a:xfrm>
            <a:off x="8023123" y="955547"/>
            <a:ext cx="3727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1600" b="1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Materiales de Construcción 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16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(División CIIU)</a:t>
            </a:r>
            <a:endParaRPr kumimoji="0" lang="es-CO" sz="160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BFCC57BC-2FEE-FC86-DFD2-0263CCE181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526898"/>
              </p:ext>
            </p:extLst>
          </p:nvPr>
        </p:nvGraphicFramePr>
        <p:xfrm>
          <a:off x="7692193" y="1552294"/>
          <a:ext cx="4058440" cy="38605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023">
                  <a:extLst>
                    <a:ext uri="{9D8B030D-6E8A-4147-A177-3AD203B41FA5}">
                      <a16:colId xmlns:a16="http://schemas.microsoft.com/office/drawing/2014/main" val="3497815857"/>
                    </a:ext>
                  </a:extLst>
                </a:gridCol>
                <a:gridCol w="1321417">
                  <a:extLst>
                    <a:ext uri="{9D8B030D-6E8A-4147-A177-3AD203B41FA5}">
                      <a16:colId xmlns:a16="http://schemas.microsoft.com/office/drawing/2014/main" val="1801336677"/>
                    </a:ext>
                  </a:extLst>
                </a:gridCol>
              </a:tblGrid>
              <a:tr h="301659">
                <a:tc>
                  <a:txBody>
                    <a:bodyPr/>
                    <a:lstStyle/>
                    <a:p>
                      <a:pPr algn="ctr" fontAlgn="b"/>
                      <a:r>
                        <a:rPr lang="es-CO" sz="1200" b="1" u="none" strike="noStrike">
                          <a:solidFill>
                            <a:schemeClr val="bg1"/>
                          </a:solidFill>
                          <a:effectLst/>
                          <a:latin typeface="Dosis" pitchFamily="2" charset="0"/>
                        </a:rPr>
                        <a:t>Materiales de Construcción</a:t>
                      </a:r>
                      <a:endParaRPr lang="es-CO" sz="1200" b="1" i="0" u="none" strike="noStrike">
                        <a:solidFill>
                          <a:schemeClr val="bg1"/>
                        </a:solidFill>
                        <a:effectLst/>
                        <a:latin typeface="Dosis" pitchFamily="2" charset="0"/>
                      </a:endParaRPr>
                    </a:p>
                  </a:txBody>
                  <a:tcPr marL="9525" marR="9525" marT="9525" marB="0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200" b="1" u="none" strike="noStrike">
                          <a:solidFill>
                            <a:schemeClr val="bg1"/>
                          </a:solidFill>
                          <a:effectLst/>
                          <a:latin typeface="Dosis" pitchFamily="2" charset="0"/>
                        </a:rPr>
                        <a:t>Variación anual (%)</a:t>
                      </a:r>
                      <a:endParaRPr lang="es-CO" sz="1200" b="1" i="0" u="none" strike="noStrike">
                        <a:solidFill>
                          <a:schemeClr val="bg1"/>
                        </a:solidFill>
                        <a:effectLst/>
                        <a:latin typeface="Dosis" pitchFamily="2" charset="0"/>
                      </a:endParaRPr>
                    </a:p>
                  </a:txBody>
                  <a:tcPr marL="9525" marR="9525" marT="9525" marB="0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124536"/>
                  </a:ext>
                </a:extLst>
              </a:tr>
              <a:tr h="342011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ES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Silvicultura y extracción de madera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2,37 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4758746"/>
                  </a:ext>
                </a:extLst>
              </a:tr>
              <a:tr h="342011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Transformación de la madera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2,40 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79074585"/>
                  </a:ext>
                </a:extLst>
              </a:tr>
              <a:tr h="251382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ES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Fabriación de otros minerales no metálicos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1,68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22062014"/>
                  </a:ext>
                </a:extLst>
              </a:tr>
              <a:tr h="251382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ES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Fabricación de papel, cartón y productos de papel y cartón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1,33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340092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ES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Fabricación de productos de caucho y de plástico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0,13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70261626"/>
                  </a:ext>
                </a:extLst>
              </a:tr>
              <a:tr h="360442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ES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Fabricación de aparatos y equipo eléctrico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-0,56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056868305"/>
                  </a:ext>
                </a:extLst>
              </a:tr>
              <a:tr h="360442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ES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Fabriación de productos de metal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-0,82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992545016"/>
                  </a:ext>
                </a:extLst>
              </a:tr>
              <a:tr h="251382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ES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Fabricación de productos metalúrgicos básicos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-2,41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5306533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Otras industrias manufactureras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-5,49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84204236"/>
                  </a:ext>
                </a:extLst>
              </a:tr>
              <a:tr h="251382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ES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Fabricación de productos informáticos, electrónicos y ópticos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-8,78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719119989"/>
                  </a:ext>
                </a:extLst>
              </a:tr>
              <a:tr h="282910"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ES" sz="1200" b="0" i="0" u="none" strike="noStrike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Extracción de otras minas y canteras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auto">
                        <a:buNone/>
                      </a:pPr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Dosis" pitchFamily="2" charset="0"/>
                        </a:rPr>
                        <a:t>-12,60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7349307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3929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C3C2A87D08D409B3F8E77471845A6" ma:contentTypeVersion="17" ma:contentTypeDescription="Create a new document." ma:contentTypeScope="" ma:versionID="36923b15c676d0562b70891912cfef9b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ee7d2c55e47cbf68a8afd0eec465ff3a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Props1.xml><?xml version="1.0" encoding="utf-8"?>
<ds:datastoreItem xmlns:ds="http://schemas.openxmlformats.org/officeDocument/2006/customXml" ds:itemID="{560BDBC3-5E0E-4641-BA85-B5175DA458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62384bc-84af-4cee-9670-bdd7e3103028"/>
    <ds:schemaRef ds:uri="d07a1b0e-5e0d-4395-b8ed-6b7f4c24bf1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B6AAA27-20AE-4AD8-A3E4-D924A315FF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B097628-8116-42EF-A1FF-B69508039286}">
  <ds:schemaRefs>
    <ds:schemaRef ds:uri="http://schemas.microsoft.com/office/2006/documentManagement/types"/>
    <ds:schemaRef ds:uri="http://schemas.microsoft.com/office/2006/metadata/properties"/>
    <ds:schemaRef ds:uri="http://schemas.microsoft.com/sharepoint/v3"/>
    <ds:schemaRef ds:uri="http://purl.org/dc/elements/1.1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d07a1b0e-5e0d-4395-b8ed-6b7f4c24bf15"/>
    <ds:schemaRef ds:uri="d62384bc-84af-4cee-9670-bdd7e3103028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177</Words>
  <Application>Microsoft Office PowerPoint</Application>
  <PresentationFormat>Panorámica</PresentationFormat>
  <Paragraphs>34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Dosis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Nathaly Castro</dc:creator>
  <cp:lastModifiedBy>Juan Fernando Cardozo Bohorquez</cp:lastModifiedBy>
  <cp:revision>1</cp:revision>
  <dcterms:created xsi:type="dcterms:W3CDTF">2024-04-30T15:50:47Z</dcterms:created>
  <dcterms:modified xsi:type="dcterms:W3CDTF">2025-11-06T21:15:09Z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  <property fmtid="{D5CDD505-2E9C-101B-9397-08002B2CF9AE}" pid="3" name="MediaServiceImageTags">
    <vt:lpwstr/>
  </property>
</Properties>
</file>