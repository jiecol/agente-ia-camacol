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3.xml" ContentType="application/vnd.openxmlformats-officedocument.presentationml.notesSlide+xml"/>
  <Override PartName="/ppt/charts/chart4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8"/>
  </p:notesMasterIdLst>
  <p:sldIdLst>
    <p:sldId id="2147474788" r:id="rId5"/>
    <p:sldId id="2147474790" r:id="rId6"/>
    <p:sldId id="2147474789" r:id="rId7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7132"/>
    <a:srgbClr val="00B050"/>
    <a:srgbClr val="56A0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C27D81-5E6E-49AF-A72D-F583FE920186}" v="36" dt="2025-11-12T14:03:45.5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25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an Fernando Cardozo Bohorquez" userId="77be3ac0-b86e-40b8-9a26-78cb499008ea" providerId="ADAL" clId="{41C33D28-6993-4F59-A0B1-83CA8A78724C}"/>
    <pc:docChg chg="modSld">
      <pc:chgData name="Juan Fernando Cardozo Bohorquez" userId="77be3ac0-b86e-40b8-9a26-78cb499008ea" providerId="ADAL" clId="{41C33D28-6993-4F59-A0B1-83CA8A78724C}" dt="2025-11-12T14:05:13.514" v="241" actId="14100"/>
      <pc:docMkLst>
        <pc:docMk/>
      </pc:docMkLst>
      <pc:sldChg chg="modSp mod">
        <pc:chgData name="Juan Fernando Cardozo Bohorquez" userId="77be3ac0-b86e-40b8-9a26-78cb499008ea" providerId="ADAL" clId="{41C33D28-6993-4F59-A0B1-83CA8A78724C}" dt="2025-11-12T13:52:36.516" v="48"/>
        <pc:sldMkLst>
          <pc:docMk/>
          <pc:sldMk cId="2690457855" sldId="2147474788"/>
        </pc:sldMkLst>
        <pc:spChg chg="mod">
          <ac:chgData name="Juan Fernando Cardozo Bohorquez" userId="77be3ac0-b86e-40b8-9a26-78cb499008ea" providerId="ADAL" clId="{41C33D28-6993-4F59-A0B1-83CA8A78724C}" dt="2025-11-12T13:50:29.931" v="42" actId="20577"/>
          <ac:spMkLst>
            <pc:docMk/>
            <pc:sldMk cId="2690457855" sldId="2147474788"/>
            <ac:spMk id="4" creationId="{AB8EA146-1BEF-3A39-9060-BAEB4D91D454}"/>
          </ac:spMkLst>
        </pc:spChg>
        <pc:graphicFrameChg chg="mod">
          <ac:chgData name="Juan Fernando Cardozo Bohorquez" userId="77be3ac0-b86e-40b8-9a26-78cb499008ea" providerId="ADAL" clId="{41C33D28-6993-4F59-A0B1-83CA8A78724C}" dt="2025-11-12T13:52:36.516" v="48"/>
          <ac:graphicFrameMkLst>
            <pc:docMk/>
            <pc:sldMk cId="2690457855" sldId="2147474788"/>
            <ac:graphicFrameMk id="3" creationId="{481D5D5D-6600-48BA-A7DC-CCF9941901FA}"/>
          </ac:graphicFrameMkLst>
        </pc:graphicFrameChg>
      </pc:sldChg>
      <pc:sldChg chg="modSp mod">
        <pc:chgData name="Juan Fernando Cardozo Bohorquez" userId="77be3ac0-b86e-40b8-9a26-78cb499008ea" providerId="ADAL" clId="{41C33D28-6993-4F59-A0B1-83CA8A78724C}" dt="2025-11-12T14:03:13.642" v="234"/>
        <pc:sldMkLst>
          <pc:docMk/>
          <pc:sldMk cId="1681743974" sldId="2147474789"/>
        </pc:sldMkLst>
        <pc:spChg chg="mod">
          <ac:chgData name="Juan Fernando Cardozo Bohorquez" userId="77be3ac0-b86e-40b8-9a26-78cb499008ea" providerId="ADAL" clId="{41C33D28-6993-4F59-A0B1-83CA8A78724C}" dt="2025-11-12T14:02:25.855" v="227" actId="20577"/>
          <ac:spMkLst>
            <pc:docMk/>
            <pc:sldMk cId="1681743974" sldId="2147474789"/>
            <ac:spMk id="4" creationId="{746399F1-9038-57A2-117F-AB15DDC71B90}"/>
          </ac:spMkLst>
        </pc:spChg>
        <pc:graphicFrameChg chg="mod">
          <ac:chgData name="Juan Fernando Cardozo Bohorquez" userId="77be3ac0-b86e-40b8-9a26-78cb499008ea" providerId="ADAL" clId="{41C33D28-6993-4F59-A0B1-83CA8A78724C}" dt="2025-11-12T14:03:13.642" v="234"/>
          <ac:graphicFrameMkLst>
            <pc:docMk/>
            <pc:sldMk cId="1681743974" sldId="2147474789"/>
            <ac:graphicFrameMk id="5" creationId="{59FDFDDF-062F-4C43-B5E8-E181F722B689}"/>
          </ac:graphicFrameMkLst>
        </pc:graphicFrameChg>
      </pc:sldChg>
      <pc:sldChg chg="modSp mod">
        <pc:chgData name="Juan Fernando Cardozo Bohorquez" userId="77be3ac0-b86e-40b8-9a26-78cb499008ea" providerId="ADAL" clId="{41C33D28-6993-4F59-A0B1-83CA8A78724C}" dt="2025-11-12T14:05:13.514" v="241" actId="14100"/>
        <pc:sldMkLst>
          <pc:docMk/>
          <pc:sldMk cId="3819758729" sldId="2147474790"/>
        </pc:sldMkLst>
        <pc:spChg chg="mod">
          <ac:chgData name="Juan Fernando Cardozo Bohorquez" userId="77be3ac0-b86e-40b8-9a26-78cb499008ea" providerId="ADAL" clId="{41C33D28-6993-4F59-A0B1-83CA8A78724C}" dt="2025-11-12T14:05:08.665" v="239" actId="1076"/>
          <ac:spMkLst>
            <pc:docMk/>
            <pc:sldMk cId="3819758729" sldId="2147474790"/>
            <ac:spMk id="4" creationId="{745CBCB2-A6EC-2755-6D62-0632207E72C2}"/>
          </ac:spMkLst>
        </pc:spChg>
        <pc:spChg chg="mod">
          <ac:chgData name="Juan Fernando Cardozo Bohorquez" userId="77be3ac0-b86e-40b8-9a26-78cb499008ea" providerId="ADAL" clId="{41C33D28-6993-4F59-A0B1-83CA8A78724C}" dt="2025-11-12T13:54:39.711" v="99" actId="20577"/>
          <ac:spMkLst>
            <pc:docMk/>
            <pc:sldMk cId="3819758729" sldId="2147474790"/>
            <ac:spMk id="6" creationId="{0217CA9A-8644-3FAA-AACB-ECD54E83DA72}"/>
          </ac:spMkLst>
        </pc:spChg>
        <pc:spChg chg="mod">
          <ac:chgData name="Juan Fernando Cardozo Bohorquez" userId="77be3ac0-b86e-40b8-9a26-78cb499008ea" providerId="ADAL" clId="{41C33D28-6993-4F59-A0B1-83CA8A78724C}" dt="2025-11-12T13:58:43.764" v="140" actId="20577"/>
          <ac:spMkLst>
            <pc:docMk/>
            <pc:sldMk cId="3819758729" sldId="2147474790"/>
            <ac:spMk id="9" creationId="{5D3E63C3-406C-1318-0EA6-054C4A2461FA}"/>
          </ac:spMkLst>
        </pc:spChg>
        <pc:graphicFrameChg chg="mod">
          <ac:chgData name="Juan Fernando Cardozo Bohorquez" userId="77be3ac0-b86e-40b8-9a26-78cb499008ea" providerId="ADAL" clId="{41C33D28-6993-4F59-A0B1-83CA8A78724C}" dt="2025-11-12T14:05:11.333" v="240" actId="14100"/>
          <ac:graphicFrameMkLst>
            <pc:docMk/>
            <pc:sldMk cId="3819758729" sldId="2147474790"/>
            <ac:graphicFrameMk id="8" creationId="{858DBB8C-2285-2550-9749-7A54566F0BD6}"/>
          </ac:graphicFrameMkLst>
        </pc:graphicFrameChg>
        <pc:graphicFrameChg chg="mod">
          <ac:chgData name="Juan Fernando Cardozo Bohorquez" userId="77be3ac0-b86e-40b8-9a26-78cb499008ea" providerId="ADAL" clId="{41C33D28-6993-4F59-A0B1-83CA8A78724C}" dt="2025-11-12T14:05:13.514" v="241" actId="14100"/>
          <ac:graphicFrameMkLst>
            <pc:docMk/>
            <pc:sldMk cId="3819758729" sldId="2147474790"/>
            <ac:graphicFrameMk id="10" creationId="{9453BC96-82A6-9EB2-3BED-43BECB5C4179}"/>
          </ac:graphicFrameMkLst>
        </pc:graphicFrameChg>
      </pc:sldChg>
    </pc:docChg>
  </pc:docChgLst>
  <pc:docChgLst>
    <pc:chgData name="Juan Fernando Cardozo Bohorquez" userId="77be3ac0-b86e-40b8-9a26-78cb499008ea" providerId="ADAL" clId="{F8E89A17-26E5-4A8A-AC71-364166C03896}"/>
    <pc:docChg chg="undo custSel addSld delSld modSld sldOrd delMainMaster">
      <pc:chgData name="Juan Fernando Cardozo Bohorquez" userId="77be3ac0-b86e-40b8-9a26-78cb499008ea" providerId="ADAL" clId="{F8E89A17-26E5-4A8A-AC71-364166C03896}" dt="2025-10-15T14:28:19.866" v="306"/>
      <pc:docMkLst>
        <pc:docMk/>
      </pc:docMkLst>
      <pc:sldChg chg="modSp add del mod ord">
        <pc:chgData name="Juan Fernando Cardozo Bohorquez" userId="77be3ac0-b86e-40b8-9a26-78cb499008ea" providerId="ADAL" clId="{F8E89A17-26E5-4A8A-AC71-364166C03896}" dt="2025-10-15T14:19:45.015" v="98" actId="27918"/>
        <pc:sldMkLst>
          <pc:docMk/>
          <pc:sldMk cId="2690457855" sldId="2147474788"/>
        </pc:sldMkLst>
        <pc:spChg chg="mod">
          <ac:chgData name="Juan Fernando Cardozo Bohorquez" userId="77be3ac0-b86e-40b8-9a26-78cb499008ea" providerId="ADAL" clId="{F8E89A17-26E5-4A8A-AC71-364166C03896}" dt="2025-10-15T14:17:08.691" v="64" actId="20577"/>
          <ac:spMkLst>
            <pc:docMk/>
            <pc:sldMk cId="2690457855" sldId="2147474788"/>
            <ac:spMk id="4" creationId="{AB8EA146-1BEF-3A39-9060-BAEB4D91D454}"/>
          </ac:spMkLst>
        </pc:spChg>
        <pc:graphicFrameChg chg="mod">
          <ac:chgData name="Juan Fernando Cardozo Bohorquez" userId="77be3ac0-b86e-40b8-9a26-78cb499008ea" providerId="ADAL" clId="{F8E89A17-26E5-4A8A-AC71-364166C03896}" dt="2025-10-15T14:16:12.650" v="28"/>
          <ac:graphicFrameMkLst>
            <pc:docMk/>
            <pc:sldMk cId="2690457855" sldId="2147474788"/>
            <ac:graphicFrameMk id="3" creationId="{481D5D5D-6600-48BA-A7DC-CCF9941901FA}"/>
          </ac:graphicFrameMkLst>
        </pc:graphicFrameChg>
      </pc:sldChg>
      <pc:sldChg chg="modSp add del mod">
        <pc:chgData name="Juan Fernando Cardozo Bohorquez" userId="77be3ac0-b86e-40b8-9a26-78cb499008ea" providerId="ADAL" clId="{F8E89A17-26E5-4A8A-AC71-364166C03896}" dt="2025-10-15T14:28:19.866" v="306"/>
        <pc:sldMkLst>
          <pc:docMk/>
          <pc:sldMk cId="1681743974" sldId="2147474789"/>
        </pc:sldMkLst>
        <pc:spChg chg="mod">
          <ac:chgData name="Juan Fernando Cardozo Bohorquez" userId="77be3ac0-b86e-40b8-9a26-78cb499008ea" providerId="ADAL" clId="{F8E89A17-26E5-4A8A-AC71-364166C03896}" dt="2025-10-15T14:27:28.939" v="297" actId="20577"/>
          <ac:spMkLst>
            <pc:docMk/>
            <pc:sldMk cId="1681743974" sldId="2147474789"/>
            <ac:spMk id="4" creationId="{746399F1-9038-57A2-117F-AB15DDC71B90}"/>
          </ac:spMkLst>
        </pc:spChg>
        <pc:graphicFrameChg chg="mod">
          <ac:chgData name="Juan Fernando Cardozo Bohorquez" userId="77be3ac0-b86e-40b8-9a26-78cb499008ea" providerId="ADAL" clId="{F8E89A17-26E5-4A8A-AC71-364166C03896}" dt="2025-10-15T14:28:19.866" v="306"/>
          <ac:graphicFrameMkLst>
            <pc:docMk/>
            <pc:sldMk cId="1681743974" sldId="2147474789"/>
            <ac:graphicFrameMk id="5" creationId="{59FDFDDF-062F-4C43-B5E8-E181F722B689}"/>
          </ac:graphicFrameMkLst>
        </pc:graphicFrameChg>
      </pc:sldChg>
      <pc:sldChg chg="modSp add mod">
        <pc:chgData name="Juan Fernando Cardozo Bohorquez" userId="77be3ac0-b86e-40b8-9a26-78cb499008ea" providerId="ADAL" clId="{F8E89A17-26E5-4A8A-AC71-364166C03896}" dt="2025-10-15T14:23:32.861" v="180" actId="20577"/>
        <pc:sldMkLst>
          <pc:docMk/>
          <pc:sldMk cId="3819758729" sldId="2147474790"/>
        </pc:sldMkLst>
        <pc:spChg chg="mod">
          <ac:chgData name="Juan Fernando Cardozo Bohorquez" userId="77be3ac0-b86e-40b8-9a26-78cb499008ea" providerId="ADAL" clId="{F8E89A17-26E5-4A8A-AC71-364166C03896}" dt="2025-10-15T14:20:32.011" v="123" actId="20577"/>
          <ac:spMkLst>
            <pc:docMk/>
            <pc:sldMk cId="3819758729" sldId="2147474790"/>
            <ac:spMk id="6" creationId="{0217CA9A-8644-3FAA-AACB-ECD54E83DA72}"/>
          </ac:spMkLst>
        </pc:spChg>
        <pc:spChg chg="mod">
          <ac:chgData name="Juan Fernando Cardozo Bohorquez" userId="77be3ac0-b86e-40b8-9a26-78cb499008ea" providerId="ADAL" clId="{F8E89A17-26E5-4A8A-AC71-364166C03896}" dt="2025-10-15T14:23:32.861" v="180" actId="20577"/>
          <ac:spMkLst>
            <pc:docMk/>
            <pc:sldMk cId="3819758729" sldId="2147474790"/>
            <ac:spMk id="9" creationId="{5D3E63C3-406C-1318-0EA6-054C4A2461FA}"/>
          </ac:spMkLst>
        </pc:spChg>
        <pc:graphicFrameChg chg="mod">
          <ac:chgData name="Juan Fernando Cardozo Bohorquez" userId="77be3ac0-b86e-40b8-9a26-78cb499008ea" providerId="ADAL" clId="{F8E89A17-26E5-4A8A-AC71-364166C03896}" dt="2025-10-15T14:18:47.368" v="71"/>
          <ac:graphicFrameMkLst>
            <pc:docMk/>
            <pc:sldMk cId="3819758729" sldId="2147474790"/>
            <ac:graphicFrameMk id="8" creationId="{858DBB8C-2285-2550-9749-7A54566F0BD6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6.2510462962962962E-2"/>
          <c:y val="8.111432847263883E-2"/>
          <c:w val="0.8892765740740739"/>
          <c:h val="0.85044460164822477"/>
        </c:manualLayout>
      </c:layout>
      <c:lineChart>
        <c:grouping val="standard"/>
        <c:varyColors val="0"/>
        <c:ser>
          <c:idx val="0"/>
          <c:order val="0"/>
          <c:tx>
            <c:strRef>
              <c:f>Gráfico!$C$2</c:f>
              <c:strCache>
                <c:ptCount val="1"/>
                <c:pt idx="0">
                  <c:v>ICC</c:v>
                </c:pt>
              </c:strCache>
            </c:strRef>
          </c:tx>
          <c:spPr>
            <a:ln w="2222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Lbl>
              <c:idx val="8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CC7-402D-B755-AEFA1E9502A4}"/>
                </c:ext>
              </c:extLst>
            </c:dLbl>
            <c:dLbl>
              <c:idx val="81"/>
              <c:layout>
                <c:manualLayout>
                  <c:x val="-2.7046296296296297E-2"/>
                  <c:y val="-7.001321706203986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5BF-41E9-AD56-E4E3B4D320B2}"/>
                </c:ext>
              </c:extLst>
            </c:dLbl>
            <c:dLbl>
              <c:idx val="9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5BF-41E9-AD56-E4E3B4D320B2}"/>
                </c:ext>
              </c:extLst>
            </c:dLbl>
            <c:spPr>
              <a:solidFill>
                <a:srgbClr val="0E2841">
                  <a:lumMod val="50000"/>
                  <a:lumOff val="50000"/>
                </a:srgb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Dosis" pitchFamily="2" charset="0"/>
                    <a:ea typeface="+mn-ea"/>
                    <a:cs typeface="+mn-cs"/>
                  </a:defRPr>
                </a:pPr>
                <a:endParaRPr lang="es-CO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Gráfico!$B$99:$B$192</c:f>
              <c:numCache>
                <c:formatCode>mmm\-yy</c:formatCode>
                <c:ptCount val="94"/>
                <c:pt idx="0">
                  <c:v>43101</c:v>
                </c:pt>
                <c:pt idx="1">
                  <c:v>43132</c:v>
                </c:pt>
                <c:pt idx="2">
                  <c:v>43160</c:v>
                </c:pt>
                <c:pt idx="3">
                  <c:v>43191</c:v>
                </c:pt>
                <c:pt idx="4">
                  <c:v>43221</c:v>
                </c:pt>
                <c:pt idx="5">
                  <c:v>43252</c:v>
                </c:pt>
                <c:pt idx="6">
                  <c:v>43282</c:v>
                </c:pt>
                <c:pt idx="7">
                  <c:v>43313</c:v>
                </c:pt>
                <c:pt idx="8">
                  <c:v>43344</c:v>
                </c:pt>
                <c:pt idx="9">
                  <c:v>43374</c:v>
                </c:pt>
                <c:pt idx="10">
                  <c:v>43405</c:v>
                </c:pt>
                <c:pt idx="11">
                  <c:v>43435</c:v>
                </c:pt>
                <c:pt idx="12">
                  <c:v>43466</c:v>
                </c:pt>
                <c:pt idx="13">
                  <c:v>43497</c:v>
                </c:pt>
                <c:pt idx="14">
                  <c:v>43525</c:v>
                </c:pt>
                <c:pt idx="15">
                  <c:v>43556</c:v>
                </c:pt>
                <c:pt idx="16">
                  <c:v>43586</c:v>
                </c:pt>
                <c:pt idx="17">
                  <c:v>43617</c:v>
                </c:pt>
                <c:pt idx="18">
                  <c:v>43647</c:v>
                </c:pt>
                <c:pt idx="19">
                  <c:v>43678</c:v>
                </c:pt>
                <c:pt idx="20">
                  <c:v>43709</c:v>
                </c:pt>
                <c:pt idx="21">
                  <c:v>43739</c:v>
                </c:pt>
                <c:pt idx="22">
                  <c:v>43770</c:v>
                </c:pt>
                <c:pt idx="23">
                  <c:v>43800</c:v>
                </c:pt>
                <c:pt idx="24">
                  <c:v>43831</c:v>
                </c:pt>
                <c:pt idx="25">
                  <c:v>43862</c:v>
                </c:pt>
                <c:pt idx="26">
                  <c:v>43891</c:v>
                </c:pt>
                <c:pt idx="27">
                  <c:v>43922</c:v>
                </c:pt>
                <c:pt idx="28">
                  <c:v>43952</c:v>
                </c:pt>
                <c:pt idx="29">
                  <c:v>43983</c:v>
                </c:pt>
                <c:pt idx="30">
                  <c:v>44013</c:v>
                </c:pt>
                <c:pt idx="31">
                  <c:v>44044</c:v>
                </c:pt>
                <c:pt idx="32">
                  <c:v>44075</c:v>
                </c:pt>
                <c:pt idx="33">
                  <c:v>44105</c:v>
                </c:pt>
                <c:pt idx="34">
                  <c:v>44136</c:v>
                </c:pt>
                <c:pt idx="35">
                  <c:v>44166</c:v>
                </c:pt>
                <c:pt idx="36">
                  <c:v>44197</c:v>
                </c:pt>
                <c:pt idx="37">
                  <c:v>44228</c:v>
                </c:pt>
                <c:pt idx="38">
                  <c:v>44256</c:v>
                </c:pt>
                <c:pt idx="39">
                  <c:v>44287</c:v>
                </c:pt>
                <c:pt idx="40">
                  <c:v>44317</c:v>
                </c:pt>
                <c:pt idx="41">
                  <c:v>44348</c:v>
                </c:pt>
                <c:pt idx="42">
                  <c:v>44378</c:v>
                </c:pt>
                <c:pt idx="43">
                  <c:v>44409</c:v>
                </c:pt>
                <c:pt idx="44">
                  <c:v>44440</c:v>
                </c:pt>
                <c:pt idx="45">
                  <c:v>44470</c:v>
                </c:pt>
                <c:pt idx="46">
                  <c:v>44501</c:v>
                </c:pt>
                <c:pt idx="47">
                  <c:v>44531</c:v>
                </c:pt>
                <c:pt idx="48">
                  <c:v>44562</c:v>
                </c:pt>
                <c:pt idx="49">
                  <c:v>44593</c:v>
                </c:pt>
                <c:pt idx="50">
                  <c:v>44621</c:v>
                </c:pt>
                <c:pt idx="51">
                  <c:v>44652</c:v>
                </c:pt>
                <c:pt idx="52">
                  <c:v>44682</c:v>
                </c:pt>
                <c:pt idx="53">
                  <c:v>44713</c:v>
                </c:pt>
                <c:pt idx="54">
                  <c:v>44743</c:v>
                </c:pt>
                <c:pt idx="55">
                  <c:v>44774</c:v>
                </c:pt>
                <c:pt idx="56">
                  <c:v>44805</c:v>
                </c:pt>
                <c:pt idx="57">
                  <c:v>44835</c:v>
                </c:pt>
                <c:pt idx="58">
                  <c:v>44866</c:v>
                </c:pt>
                <c:pt idx="59">
                  <c:v>44896</c:v>
                </c:pt>
                <c:pt idx="60">
                  <c:v>44927</c:v>
                </c:pt>
                <c:pt idx="61">
                  <c:v>44958</c:v>
                </c:pt>
                <c:pt idx="62">
                  <c:v>44986</c:v>
                </c:pt>
                <c:pt idx="63">
                  <c:v>45017</c:v>
                </c:pt>
                <c:pt idx="64">
                  <c:v>45047</c:v>
                </c:pt>
                <c:pt idx="65">
                  <c:v>45078</c:v>
                </c:pt>
                <c:pt idx="66">
                  <c:v>45108</c:v>
                </c:pt>
                <c:pt idx="67">
                  <c:v>45139</c:v>
                </c:pt>
                <c:pt idx="68">
                  <c:v>45170</c:v>
                </c:pt>
                <c:pt idx="69">
                  <c:v>45200</c:v>
                </c:pt>
                <c:pt idx="70">
                  <c:v>45231</c:v>
                </c:pt>
                <c:pt idx="71">
                  <c:v>45261</c:v>
                </c:pt>
                <c:pt idx="72">
                  <c:v>45292</c:v>
                </c:pt>
                <c:pt idx="73">
                  <c:v>45323</c:v>
                </c:pt>
                <c:pt idx="74">
                  <c:v>45352</c:v>
                </c:pt>
                <c:pt idx="75">
                  <c:v>45383</c:v>
                </c:pt>
                <c:pt idx="76">
                  <c:v>45413</c:v>
                </c:pt>
                <c:pt idx="77">
                  <c:v>45444</c:v>
                </c:pt>
                <c:pt idx="78">
                  <c:v>45474</c:v>
                </c:pt>
                <c:pt idx="79">
                  <c:v>45505</c:v>
                </c:pt>
                <c:pt idx="80">
                  <c:v>45536</c:v>
                </c:pt>
                <c:pt idx="81">
                  <c:v>45566</c:v>
                </c:pt>
                <c:pt idx="82">
                  <c:v>45597</c:v>
                </c:pt>
                <c:pt idx="83">
                  <c:v>45627</c:v>
                </c:pt>
                <c:pt idx="84">
                  <c:v>45658</c:v>
                </c:pt>
                <c:pt idx="85">
                  <c:v>45689</c:v>
                </c:pt>
                <c:pt idx="86">
                  <c:v>45717</c:v>
                </c:pt>
                <c:pt idx="87">
                  <c:v>45748</c:v>
                </c:pt>
                <c:pt idx="88">
                  <c:v>45778</c:v>
                </c:pt>
                <c:pt idx="89">
                  <c:v>45809</c:v>
                </c:pt>
                <c:pt idx="90">
                  <c:v>45839</c:v>
                </c:pt>
                <c:pt idx="91">
                  <c:v>45870</c:v>
                </c:pt>
                <c:pt idx="92">
                  <c:v>45901</c:v>
                </c:pt>
                <c:pt idx="93">
                  <c:v>45931</c:v>
                </c:pt>
              </c:numCache>
            </c:numRef>
          </c:cat>
          <c:val>
            <c:numRef>
              <c:f>Gráfico!$C$99:$C$192</c:f>
              <c:numCache>
                <c:formatCode>0.0%</c:formatCode>
                <c:ptCount val="94"/>
                <c:pt idx="0">
                  <c:v>-5.3999999999999999E-2</c:v>
                </c:pt>
                <c:pt idx="1">
                  <c:v>-7.8E-2</c:v>
                </c:pt>
                <c:pt idx="2">
                  <c:v>-3.2000000000000001E-2</c:v>
                </c:pt>
                <c:pt idx="3">
                  <c:v>1.4999999999999999E-2</c:v>
                </c:pt>
                <c:pt idx="4">
                  <c:v>8.8999999999999996E-2</c:v>
                </c:pt>
                <c:pt idx="5">
                  <c:v>0.155</c:v>
                </c:pt>
                <c:pt idx="6">
                  <c:v>9.8000000000000004E-2</c:v>
                </c:pt>
                <c:pt idx="7">
                  <c:v>4.7E-2</c:v>
                </c:pt>
                <c:pt idx="8">
                  <c:v>-7.0000000000000001E-3</c:v>
                </c:pt>
                <c:pt idx="9">
                  <c:v>-1.2999999999999999E-2</c:v>
                </c:pt>
                <c:pt idx="10">
                  <c:v>-0.19600000000000001</c:v>
                </c:pt>
                <c:pt idx="11">
                  <c:v>-8.3000000000000004E-2</c:v>
                </c:pt>
                <c:pt idx="12">
                  <c:v>-2.7999999999999997E-2</c:v>
                </c:pt>
                <c:pt idx="13">
                  <c:v>-5.5999999999999994E-2</c:v>
                </c:pt>
                <c:pt idx="14">
                  <c:v>1.2E-2</c:v>
                </c:pt>
                <c:pt idx="15">
                  <c:v>-9.6000000000000002E-2</c:v>
                </c:pt>
                <c:pt idx="16">
                  <c:v>-0.05</c:v>
                </c:pt>
                <c:pt idx="17">
                  <c:v>-6.3E-2</c:v>
                </c:pt>
                <c:pt idx="18">
                  <c:v>-5.0999999999999997E-2</c:v>
                </c:pt>
                <c:pt idx="19">
                  <c:v>-0.11800000000000001</c:v>
                </c:pt>
                <c:pt idx="20">
                  <c:v>-0.107</c:v>
                </c:pt>
                <c:pt idx="21">
                  <c:v>-9.8000000000000004E-2</c:v>
                </c:pt>
                <c:pt idx="22">
                  <c:v>-0.14400000000000002</c:v>
                </c:pt>
                <c:pt idx="23">
                  <c:v>-9.5000000000000001E-2</c:v>
                </c:pt>
                <c:pt idx="24">
                  <c:v>-1.2E-2</c:v>
                </c:pt>
                <c:pt idx="25">
                  <c:v>-0.112</c:v>
                </c:pt>
                <c:pt idx="26">
                  <c:v>-0.23799999999999999</c:v>
                </c:pt>
                <c:pt idx="27">
                  <c:v>-0.41299999999999998</c:v>
                </c:pt>
                <c:pt idx="28">
                  <c:v>-0.34</c:v>
                </c:pt>
                <c:pt idx="29">
                  <c:v>-0.33100000000000002</c:v>
                </c:pt>
                <c:pt idx="30">
                  <c:v>-0.32700000000000001</c:v>
                </c:pt>
                <c:pt idx="31">
                  <c:v>-0.254</c:v>
                </c:pt>
                <c:pt idx="32">
                  <c:v>-0.216</c:v>
                </c:pt>
                <c:pt idx="33">
                  <c:v>-0.186</c:v>
                </c:pt>
                <c:pt idx="34">
                  <c:v>-0.13600000000000001</c:v>
                </c:pt>
                <c:pt idx="35">
                  <c:v>-0.104</c:v>
                </c:pt>
                <c:pt idx="36">
                  <c:v>-0.20799999999999999</c:v>
                </c:pt>
                <c:pt idx="37">
                  <c:v>-0.14599999999999999</c:v>
                </c:pt>
                <c:pt idx="38">
                  <c:v>-0.114</c:v>
                </c:pt>
                <c:pt idx="39">
                  <c:v>-0.34200000000000003</c:v>
                </c:pt>
                <c:pt idx="40">
                  <c:v>-0.34300000000000003</c:v>
                </c:pt>
                <c:pt idx="41">
                  <c:v>-0.223</c:v>
                </c:pt>
                <c:pt idx="42">
                  <c:v>-7.4999999999999997E-2</c:v>
                </c:pt>
                <c:pt idx="43">
                  <c:v>-8.199999999999999E-2</c:v>
                </c:pt>
                <c:pt idx="44">
                  <c:v>-0.03</c:v>
                </c:pt>
                <c:pt idx="45">
                  <c:v>-1.3000000000000001E-2</c:v>
                </c:pt>
                <c:pt idx="46">
                  <c:v>-1.3999999999999999E-2</c:v>
                </c:pt>
                <c:pt idx="47">
                  <c:v>-7.0000000000000007E-2</c:v>
                </c:pt>
                <c:pt idx="48">
                  <c:v>-0.13500000000000001</c:v>
                </c:pt>
                <c:pt idx="49">
                  <c:v>-0.17499999999999999</c:v>
                </c:pt>
                <c:pt idx="50">
                  <c:v>-0.17800000000000002</c:v>
                </c:pt>
                <c:pt idx="51">
                  <c:v>-0.17499999999999999</c:v>
                </c:pt>
                <c:pt idx="52">
                  <c:v>-0.14699999999999999</c:v>
                </c:pt>
                <c:pt idx="53">
                  <c:v>2.9000000000000001E-2</c:v>
                </c:pt>
                <c:pt idx="54">
                  <c:v>-0.104</c:v>
                </c:pt>
                <c:pt idx="55">
                  <c:v>-2.4E-2</c:v>
                </c:pt>
                <c:pt idx="56">
                  <c:v>-0.115</c:v>
                </c:pt>
                <c:pt idx="57">
                  <c:v>-0.19500000000000001</c:v>
                </c:pt>
                <c:pt idx="58">
                  <c:v>-0.248</c:v>
                </c:pt>
                <c:pt idx="59">
                  <c:v>-0.223</c:v>
                </c:pt>
                <c:pt idx="60">
                  <c:v>-0.28599999999999998</c:v>
                </c:pt>
                <c:pt idx="61">
                  <c:v>-0.27800000000000002</c:v>
                </c:pt>
                <c:pt idx="62">
                  <c:v>-0.28499999999999998</c:v>
                </c:pt>
                <c:pt idx="63">
                  <c:v>-0.28799999999999998</c:v>
                </c:pt>
                <c:pt idx="64">
                  <c:v>-0.22800000000000001</c:v>
                </c:pt>
                <c:pt idx="65">
                  <c:v>-0.14099999999999999</c:v>
                </c:pt>
                <c:pt idx="66">
                  <c:v>-0.17399999999999999</c:v>
                </c:pt>
                <c:pt idx="67">
                  <c:v>-0.188</c:v>
                </c:pt>
                <c:pt idx="68">
                  <c:v>-0.17899999999999999</c:v>
                </c:pt>
                <c:pt idx="69">
                  <c:v>-0.14000000000000001</c:v>
                </c:pt>
                <c:pt idx="70">
                  <c:v>-0.20899999999999999</c:v>
                </c:pt>
                <c:pt idx="71">
                  <c:v>-0.17299999999999999</c:v>
                </c:pt>
                <c:pt idx="72">
                  <c:v>-7.9000000000000001E-2</c:v>
                </c:pt>
                <c:pt idx="73">
                  <c:v>-9.4E-2</c:v>
                </c:pt>
                <c:pt idx="74">
                  <c:v>-0.13</c:v>
                </c:pt>
                <c:pt idx="75">
                  <c:v>-0.114</c:v>
                </c:pt>
                <c:pt idx="76">
                  <c:v>-0.14099999999999999</c:v>
                </c:pt>
                <c:pt idx="77">
                  <c:v>-0.127</c:v>
                </c:pt>
                <c:pt idx="78">
                  <c:v>-0.09</c:v>
                </c:pt>
                <c:pt idx="79">
                  <c:v>-0.153</c:v>
                </c:pt>
                <c:pt idx="80">
                  <c:v>-0.16</c:v>
                </c:pt>
                <c:pt idx="81">
                  <c:v>-3.6999999999999998E-2</c:v>
                </c:pt>
                <c:pt idx="82">
                  <c:v>-5.7000000000000002E-2</c:v>
                </c:pt>
                <c:pt idx="83">
                  <c:v>-3.4000000000000002E-2</c:v>
                </c:pt>
                <c:pt idx="84">
                  <c:v>-1.1000000000000001E-2</c:v>
                </c:pt>
                <c:pt idx="85">
                  <c:v>-0.12</c:v>
                </c:pt>
                <c:pt idx="86">
                  <c:v>-7.0999999999999994E-2</c:v>
                </c:pt>
                <c:pt idx="87">
                  <c:v>-8.5999999999999993E-2</c:v>
                </c:pt>
                <c:pt idx="88">
                  <c:v>-3.7999999999999999E-2</c:v>
                </c:pt>
                <c:pt idx="89">
                  <c:v>2.1999999999999999E-2</c:v>
                </c:pt>
                <c:pt idx="90">
                  <c:v>5.2999999999999999E-2</c:v>
                </c:pt>
                <c:pt idx="91">
                  <c:v>-2.4E-2</c:v>
                </c:pt>
                <c:pt idx="92">
                  <c:v>1.6E-2</c:v>
                </c:pt>
                <c:pt idx="93">
                  <c:v>0.13600000000000001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9D87-48FB-9DB9-DC6062AC9F7F}"/>
            </c:ext>
          </c:extLst>
        </c:ser>
        <c:ser>
          <c:idx val="1"/>
          <c:order val="1"/>
          <c:tx>
            <c:strRef>
              <c:f>Gráfico!$D$2</c:f>
              <c:strCache>
                <c:ptCount val="1"/>
                <c:pt idx="0">
                  <c:v>Disposición a comprar vivienda</c:v>
                </c:pt>
              </c:strCache>
            </c:strRef>
          </c:tx>
          <c:spPr>
            <a:ln w="22225" cap="rnd">
              <a:solidFill>
                <a:srgbClr val="002060"/>
              </a:solidFill>
              <a:round/>
            </a:ln>
            <a:effectLst/>
          </c:spPr>
          <c:marker>
            <c:symbol val="none"/>
          </c:marker>
          <c:dLbls>
            <c:dLbl>
              <c:idx val="8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0CC7-402D-B755-AEFA1E9502A4}"/>
                </c:ext>
              </c:extLst>
            </c:dLbl>
            <c:dLbl>
              <c:idx val="81"/>
              <c:layout>
                <c:manualLayout>
                  <c:x val="1.1759259259259259E-2"/>
                  <c:y val="3.750708056894987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35BF-41E9-AD56-E4E3B4D320B2}"/>
                </c:ext>
              </c:extLst>
            </c:dLbl>
            <c:dLbl>
              <c:idx val="9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35BF-41E9-AD56-E4E3B4D320B2}"/>
                </c:ext>
              </c:extLst>
            </c:dLbl>
            <c:spPr>
              <a:solidFill>
                <a:srgbClr val="002060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Dosis" pitchFamily="2" charset="0"/>
                    <a:ea typeface="+mn-ea"/>
                    <a:cs typeface="+mn-cs"/>
                  </a:defRPr>
                </a:pPr>
                <a:endParaRPr lang="es-CO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Gráfico!$B$99:$B$192</c:f>
              <c:numCache>
                <c:formatCode>mmm\-yy</c:formatCode>
                <c:ptCount val="94"/>
                <c:pt idx="0">
                  <c:v>43101</c:v>
                </c:pt>
                <c:pt idx="1">
                  <c:v>43132</c:v>
                </c:pt>
                <c:pt idx="2">
                  <c:v>43160</c:v>
                </c:pt>
                <c:pt idx="3">
                  <c:v>43191</c:v>
                </c:pt>
                <c:pt idx="4">
                  <c:v>43221</c:v>
                </c:pt>
                <c:pt idx="5">
                  <c:v>43252</c:v>
                </c:pt>
                <c:pt idx="6">
                  <c:v>43282</c:v>
                </c:pt>
                <c:pt idx="7">
                  <c:v>43313</c:v>
                </c:pt>
                <c:pt idx="8">
                  <c:v>43344</c:v>
                </c:pt>
                <c:pt idx="9">
                  <c:v>43374</c:v>
                </c:pt>
                <c:pt idx="10">
                  <c:v>43405</c:v>
                </c:pt>
                <c:pt idx="11">
                  <c:v>43435</c:v>
                </c:pt>
                <c:pt idx="12">
                  <c:v>43466</c:v>
                </c:pt>
                <c:pt idx="13">
                  <c:v>43497</c:v>
                </c:pt>
                <c:pt idx="14">
                  <c:v>43525</c:v>
                </c:pt>
                <c:pt idx="15">
                  <c:v>43556</c:v>
                </c:pt>
                <c:pt idx="16">
                  <c:v>43586</c:v>
                </c:pt>
                <c:pt idx="17">
                  <c:v>43617</c:v>
                </c:pt>
                <c:pt idx="18">
                  <c:v>43647</c:v>
                </c:pt>
                <c:pt idx="19">
                  <c:v>43678</c:v>
                </c:pt>
                <c:pt idx="20">
                  <c:v>43709</c:v>
                </c:pt>
                <c:pt idx="21">
                  <c:v>43739</c:v>
                </c:pt>
                <c:pt idx="22">
                  <c:v>43770</c:v>
                </c:pt>
                <c:pt idx="23">
                  <c:v>43800</c:v>
                </c:pt>
                <c:pt idx="24">
                  <c:v>43831</c:v>
                </c:pt>
                <c:pt idx="25">
                  <c:v>43862</c:v>
                </c:pt>
                <c:pt idx="26">
                  <c:v>43891</c:v>
                </c:pt>
                <c:pt idx="27">
                  <c:v>43922</c:v>
                </c:pt>
                <c:pt idx="28">
                  <c:v>43952</c:v>
                </c:pt>
                <c:pt idx="29">
                  <c:v>43983</c:v>
                </c:pt>
                <c:pt idx="30">
                  <c:v>44013</c:v>
                </c:pt>
                <c:pt idx="31">
                  <c:v>44044</c:v>
                </c:pt>
                <c:pt idx="32">
                  <c:v>44075</c:v>
                </c:pt>
                <c:pt idx="33">
                  <c:v>44105</c:v>
                </c:pt>
                <c:pt idx="34">
                  <c:v>44136</c:v>
                </c:pt>
                <c:pt idx="35">
                  <c:v>44166</c:v>
                </c:pt>
                <c:pt idx="36">
                  <c:v>44197</c:v>
                </c:pt>
                <c:pt idx="37">
                  <c:v>44228</c:v>
                </c:pt>
                <c:pt idx="38">
                  <c:v>44256</c:v>
                </c:pt>
                <c:pt idx="39">
                  <c:v>44287</c:v>
                </c:pt>
                <c:pt idx="40">
                  <c:v>44317</c:v>
                </c:pt>
                <c:pt idx="41">
                  <c:v>44348</c:v>
                </c:pt>
                <c:pt idx="42">
                  <c:v>44378</c:v>
                </c:pt>
                <c:pt idx="43">
                  <c:v>44409</c:v>
                </c:pt>
                <c:pt idx="44">
                  <c:v>44440</c:v>
                </c:pt>
                <c:pt idx="45">
                  <c:v>44470</c:v>
                </c:pt>
                <c:pt idx="46">
                  <c:v>44501</c:v>
                </c:pt>
                <c:pt idx="47">
                  <c:v>44531</c:v>
                </c:pt>
                <c:pt idx="48">
                  <c:v>44562</c:v>
                </c:pt>
                <c:pt idx="49">
                  <c:v>44593</c:v>
                </c:pt>
                <c:pt idx="50">
                  <c:v>44621</c:v>
                </c:pt>
                <c:pt idx="51">
                  <c:v>44652</c:v>
                </c:pt>
                <c:pt idx="52">
                  <c:v>44682</c:v>
                </c:pt>
                <c:pt idx="53">
                  <c:v>44713</c:v>
                </c:pt>
                <c:pt idx="54">
                  <c:v>44743</c:v>
                </c:pt>
                <c:pt idx="55">
                  <c:v>44774</c:v>
                </c:pt>
                <c:pt idx="56">
                  <c:v>44805</c:v>
                </c:pt>
                <c:pt idx="57">
                  <c:v>44835</c:v>
                </c:pt>
                <c:pt idx="58">
                  <c:v>44866</c:v>
                </c:pt>
                <c:pt idx="59">
                  <c:v>44896</c:v>
                </c:pt>
                <c:pt idx="60">
                  <c:v>44927</c:v>
                </c:pt>
                <c:pt idx="61">
                  <c:v>44958</c:v>
                </c:pt>
                <c:pt idx="62">
                  <c:v>44986</c:v>
                </c:pt>
                <c:pt idx="63">
                  <c:v>45017</c:v>
                </c:pt>
                <c:pt idx="64">
                  <c:v>45047</c:v>
                </c:pt>
                <c:pt idx="65">
                  <c:v>45078</c:v>
                </c:pt>
                <c:pt idx="66">
                  <c:v>45108</c:v>
                </c:pt>
                <c:pt idx="67">
                  <c:v>45139</c:v>
                </c:pt>
                <c:pt idx="68">
                  <c:v>45170</c:v>
                </c:pt>
                <c:pt idx="69">
                  <c:v>45200</c:v>
                </c:pt>
                <c:pt idx="70">
                  <c:v>45231</c:v>
                </c:pt>
                <c:pt idx="71">
                  <c:v>45261</c:v>
                </c:pt>
                <c:pt idx="72">
                  <c:v>45292</c:v>
                </c:pt>
                <c:pt idx="73">
                  <c:v>45323</c:v>
                </c:pt>
                <c:pt idx="74">
                  <c:v>45352</c:v>
                </c:pt>
                <c:pt idx="75">
                  <c:v>45383</c:v>
                </c:pt>
                <c:pt idx="76">
                  <c:v>45413</c:v>
                </c:pt>
                <c:pt idx="77">
                  <c:v>45444</c:v>
                </c:pt>
                <c:pt idx="78">
                  <c:v>45474</c:v>
                </c:pt>
                <c:pt idx="79">
                  <c:v>45505</c:v>
                </c:pt>
                <c:pt idx="80">
                  <c:v>45536</c:v>
                </c:pt>
                <c:pt idx="81">
                  <c:v>45566</c:v>
                </c:pt>
                <c:pt idx="82">
                  <c:v>45597</c:v>
                </c:pt>
                <c:pt idx="83">
                  <c:v>45627</c:v>
                </c:pt>
                <c:pt idx="84">
                  <c:v>45658</c:v>
                </c:pt>
                <c:pt idx="85">
                  <c:v>45689</c:v>
                </c:pt>
                <c:pt idx="86">
                  <c:v>45717</c:v>
                </c:pt>
                <c:pt idx="87">
                  <c:v>45748</c:v>
                </c:pt>
                <c:pt idx="88">
                  <c:v>45778</c:v>
                </c:pt>
                <c:pt idx="89">
                  <c:v>45809</c:v>
                </c:pt>
                <c:pt idx="90">
                  <c:v>45839</c:v>
                </c:pt>
                <c:pt idx="91">
                  <c:v>45870</c:v>
                </c:pt>
                <c:pt idx="92">
                  <c:v>45901</c:v>
                </c:pt>
                <c:pt idx="93">
                  <c:v>45931</c:v>
                </c:pt>
              </c:numCache>
            </c:numRef>
          </c:cat>
          <c:val>
            <c:numRef>
              <c:f>Gráfico!$D$99:$D$192</c:f>
              <c:numCache>
                <c:formatCode>0.0%</c:formatCode>
                <c:ptCount val="94"/>
                <c:pt idx="0">
                  <c:v>1.3000000000000001E-2</c:v>
                </c:pt>
                <c:pt idx="1">
                  <c:v>0.12</c:v>
                </c:pt>
                <c:pt idx="2">
                  <c:v>2.4E-2</c:v>
                </c:pt>
                <c:pt idx="3">
                  <c:v>2.7000000000000003E-2</c:v>
                </c:pt>
                <c:pt idx="4">
                  <c:v>-6.9999999999999993E-3</c:v>
                </c:pt>
                <c:pt idx="5">
                  <c:v>0.13800000000000001</c:v>
                </c:pt>
                <c:pt idx="6">
                  <c:v>8.4000000000000005E-2</c:v>
                </c:pt>
                <c:pt idx="7">
                  <c:v>2.7999999999999997E-2</c:v>
                </c:pt>
                <c:pt idx="8">
                  <c:v>7.4999999999999997E-2</c:v>
                </c:pt>
                <c:pt idx="9">
                  <c:v>2.5000000000000001E-2</c:v>
                </c:pt>
                <c:pt idx="10">
                  <c:v>-8.4000000000000005E-2</c:v>
                </c:pt>
                <c:pt idx="11">
                  <c:v>-5.0999999999999997E-2</c:v>
                </c:pt>
                <c:pt idx="12">
                  <c:v>-1.9E-2</c:v>
                </c:pt>
                <c:pt idx="13">
                  <c:v>0.03</c:v>
                </c:pt>
                <c:pt idx="14">
                  <c:v>1.2E-2</c:v>
                </c:pt>
                <c:pt idx="15">
                  <c:v>-8.9999999999999993E-3</c:v>
                </c:pt>
                <c:pt idx="16">
                  <c:v>-4.0000000000000001E-3</c:v>
                </c:pt>
                <c:pt idx="17">
                  <c:v>1E-3</c:v>
                </c:pt>
                <c:pt idx="18">
                  <c:v>5.0999999999999997E-2</c:v>
                </c:pt>
                <c:pt idx="19">
                  <c:v>2.7999999999999997E-2</c:v>
                </c:pt>
                <c:pt idx="20">
                  <c:v>3.7999999999999999E-2</c:v>
                </c:pt>
                <c:pt idx="21">
                  <c:v>1.4999999999999999E-2</c:v>
                </c:pt>
                <c:pt idx="22">
                  <c:v>-6.7000000000000004E-2</c:v>
                </c:pt>
                <c:pt idx="23">
                  <c:v>-9.1999999999999998E-2</c:v>
                </c:pt>
                <c:pt idx="24">
                  <c:v>1.7999999999999999E-2</c:v>
                </c:pt>
                <c:pt idx="25">
                  <c:v>4.0000000000000001E-3</c:v>
                </c:pt>
                <c:pt idx="26">
                  <c:v>-0.35099999999999998</c:v>
                </c:pt>
                <c:pt idx="27">
                  <c:v>-0.623</c:v>
                </c:pt>
                <c:pt idx="28">
                  <c:v>-0.42700000000000005</c:v>
                </c:pt>
                <c:pt idx="29">
                  <c:v>-0.34100000000000003</c:v>
                </c:pt>
                <c:pt idx="30">
                  <c:v>-0.318</c:v>
                </c:pt>
                <c:pt idx="31">
                  <c:v>-0.21</c:v>
                </c:pt>
                <c:pt idx="32">
                  <c:v>-0.17199999999999999</c:v>
                </c:pt>
                <c:pt idx="33">
                  <c:v>-8.2000000000000003E-2</c:v>
                </c:pt>
                <c:pt idx="34">
                  <c:v>-9.2999999999999999E-2</c:v>
                </c:pt>
                <c:pt idx="35">
                  <c:v>-6.7000000000000004E-2</c:v>
                </c:pt>
                <c:pt idx="36">
                  <c:v>-0.14599999999999999</c:v>
                </c:pt>
                <c:pt idx="37">
                  <c:v>-0.129</c:v>
                </c:pt>
                <c:pt idx="38">
                  <c:v>-7.0999999999999994E-2</c:v>
                </c:pt>
                <c:pt idx="39">
                  <c:v>-0.158</c:v>
                </c:pt>
                <c:pt idx="40">
                  <c:v>-0.38400000000000001</c:v>
                </c:pt>
                <c:pt idx="41">
                  <c:v>-0.23899999999999999</c:v>
                </c:pt>
                <c:pt idx="42">
                  <c:v>-2.9000000000000001E-2</c:v>
                </c:pt>
                <c:pt idx="43">
                  <c:v>-5.0999999999999997E-2</c:v>
                </c:pt>
                <c:pt idx="44">
                  <c:v>-5.0000000000000001E-3</c:v>
                </c:pt>
                <c:pt idx="45">
                  <c:v>-3.7999999999999999E-2</c:v>
                </c:pt>
                <c:pt idx="46">
                  <c:v>-0.13</c:v>
                </c:pt>
                <c:pt idx="47">
                  <c:v>-0.13400000000000001</c:v>
                </c:pt>
                <c:pt idx="48">
                  <c:v>-0.09</c:v>
                </c:pt>
                <c:pt idx="49">
                  <c:v>-0.15</c:v>
                </c:pt>
                <c:pt idx="50">
                  <c:v>-0.16200000000000001</c:v>
                </c:pt>
                <c:pt idx="51">
                  <c:v>-0.22600000000000001</c:v>
                </c:pt>
                <c:pt idx="52">
                  <c:v>-0.33</c:v>
                </c:pt>
                <c:pt idx="53">
                  <c:v>-0.182</c:v>
                </c:pt>
                <c:pt idx="54">
                  <c:v>-0.35299999999999998</c:v>
                </c:pt>
                <c:pt idx="55">
                  <c:v>-0.29099999999999998</c:v>
                </c:pt>
                <c:pt idx="56">
                  <c:v>-0.311</c:v>
                </c:pt>
                <c:pt idx="57">
                  <c:v>-0.36599999999999999</c:v>
                </c:pt>
                <c:pt idx="58">
                  <c:v>-0.42700000000000005</c:v>
                </c:pt>
                <c:pt idx="59">
                  <c:v>-0.48099999999999998</c:v>
                </c:pt>
                <c:pt idx="60">
                  <c:v>-0.51</c:v>
                </c:pt>
                <c:pt idx="61">
                  <c:v>-0.48299999999999998</c:v>
                </c:pt>
                <c:pt idx="62">
                  <c:v>-0.44800000000000001</c:v>
                </c:pt>
                <c:pt idx="63">
                  <c:v>-0.501</c:v>
                </c:pt>
                <c:pt idx="64">
                  <c:v>-0.44900000000000001</c:v>
                </c:pt>
                <c:pt idx="65">
                  <c:v>-0.435</c:v>
                </c:pt>
                <c:pt idx="66">
                  <c:v>-0.39700000000000002</c:v>
                </c:pt>
                <c:pt idx="67">
                  <c:v>-0.45200000000000001</c:v>
                </c:pt>
                <c:pt idx="68">
                  <c:v>-0.55400000000000005</c:v>
                </c:pt>
                <c:pt idx="69">
                  <c:v>-0.45800000000000002</c:v>
                </c:pt>
                <c:pt idx="70">
                  <c:v>-0.38500000000000001</c:v>
                </c:pt>
                <c:pt idx="71">
                  <c:v>-0.47799999999999998</c:v>
                </c:pt>
                <c:pt idx="72">
                  <c:v>-0.40200000000000002</c:v>
                </c:pt>
                <c:pt idx="73">
                  <c:v>-0.435</c:v>
                </c:pt>
                <c:pt idx="74">
                  <c:v>-0.42599999999999999</c:v>
                </c:pt>
                <c:pt idx="75">
                  <c:v>-0.40500000000000003</c:v>
                </c:pt>
                <c:pt idx="76">
                  <c:v>-0.34200000000000003</c:v>
                </c:pt>
                <c:pt idx="77">
                  <c:v>-0.41699999999999998</c:v>
                </c:pt>
                <c:pt idx="78">
                  <c:v>-0.26600000000000001</c:v>
                </c:pt>
                <c:pt idx="79">
                  <c:v>-0.28199999999999997</c:v>
                </c:pt>
                <c:pt idx="80">
                  <c:v>-0.30399999999999999</c:v>
                </c:pt>
                <c:pt idx="81">
                  <c:v>-0.11</c:v>
                </c:pt>
                <c:pt idx="82">
                  <c:v>-0.19700000000000001</c:v>
                </c:pt>
                <c:pt idx="83">
                  <c:v>-0.26200000000000001</c:v>
                </c:pt>
                <c:pt idx="84">
                  <c:v>-0.20300000000000001</c:v>
                </c:pt>
                <c:pt idx="85">
                  <c:v>-0.24299999999999999</c:v>
                </c:pt>
                <c:pt idx="86">
                  <c:v>-0.28100000000000003</c:v>
                </c:pt>
                <c:pt idx="87">
                  <c:v>-0.36799999999999999</c:v>
                </c:pt>
                <c:pt idx="88">
                  <c:v>-0.33100000000000002</c:v>
                </c:pt>
                <c:pt idx="89">
                  <c:v>-0.188</c:v>
                </c:pt>
                <c:pt idx="90">
                  <c:v>-0.14299999999999999</c:v>
                </c:pt>
                <c:pt idx="91">
                  <c:v>-0.128</c:v>
                </c:pt>
                <c:pt idx="92">
                  <c:v>-0.32200000000000001</c:v>
                </c:pt>
                <c:pt idx="93">
                  <c:v>-0.217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9D87-48FB-9DB9-DC6062AC9F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343143199"/>
        <c:axId val="1561331903"/>
      </c:lineChart>
      <c:dateAx>
        <c:axId val="1343143199"/>
        <c:scaling>
          <c:orientation val="minMax"/>
          <c:max val="45931"/>
          <c:min val="43739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mmm\-yy" sourceLinked="1"/>
        <c:majorTickMark val="none"/>
        <c:minorTickMark val="none"/>
        <c:tickLblPos val="low"/>
        <c:spPr>
          <a:noFill/>
          <a:ln w="9525" cap="flat" cmpd="sng" algn="ctr">
            <a:solidFill>
              <a:sysClr val="windowText" lastClr="0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Dosis" pitchFamily="2" charset="0"/>
                <a:ea typeface="+mn-ea"/>
                <a:cs typeface="+mn-cs"/>
              </a:defRPr>
            </a:pPr>
            <a:endParaRPr lang="es-CO"/>
          </a:p>
        </c:txPr>
        <c:crossAx val="1561331903"/>
        <c:crosses val="autoZero"/>
        <c:auto val="1"/>
        <c:lblOffset val="100"/>
        <c:baseTimeUnit val="months"/>
        <c:majorUnit val="6"/>
        <c:majorTimeUnit val="months"/>
      </c:dateAx>
      <c:valAx>
        <c:axId val="15613319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solidFill>
              <a:sysClr val="windowText" lastClr="000000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Dosis" pitchFamily="2" charset="0"/>
                <a:ea typeface="+mn-ea"/>
                <a:cs typeface="+mn-cs"/>
              </a:defRPr>
            </a:pPr>
            <a:endParaRPr lang="es-CO"/>
          </a:p>
        </c:txPr>
        <c:crossAx val="134314319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/>
              </a:solidFill>
              <a:latin typeface="Dosis" pitchFamily="2" charset="0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>
          <a:latin typeface="Dosis" pitchFamily="2" charset="0"/>
        </a:defRPr>
      </a:pPr>
      <a:endParaRPr lang="es-CO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669230264085701"/>
          <c:y val="0.12018391199101831"/>
          <c:w val="0.77241375537398194"/>
          <c:h val="0.68078555968196686"/>
        </c:manualLayout>
      </c:layout>
      <c:lineChart>
        <c:grouping val="standar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Disp. a comprar vivienda</c:v>
                </c:pt>
              </c:strCache>
            </c:strRef>
          </c:tx>
          <c:spPr>
            <a:ln w="25400">
              <a:solidFill>
                <a:schemeClr val="accent2"/>
              </a:solidFill>
            </a:ln>
          </c:spPr>
          <c:marker>
            <c:symbol val="none"/>
          </c:marker>
          <c:dLbls>
            <c:dLbl>
              <c:idx val="215"/>
              <c:delete val="1"/>
              <c:extLst>
                <c:ext xmlns:c15="http://schemas.microsoft.com/office/drawing/2012/chart" uri="{CE6537A1-D6FC-4f65-9D91-7224C49458BB}">
                  <c15:layout>
                    <c:manualLayout>
                      <c:w val="0.1261761454102312"/>
                      <c:h val="0.158478891456125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1BC3-4AA4-BFDA-56266C18A588}"/>
                </c:ext>
              </c:extLst>
            </c:dLbl>
            <c:dLbl>
              <c:idx val="22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CAD0-4E7D-8BC5-22E6ADC6FE1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1400" b="1" i="0" u="none" strike="noStrike" kern="1200" baseline="0">
                    <a:solidFill>
                      <a:srgbClr val="DA1F28"/>
                    </a:solidFill>
                    <a:latin typeface="Dosis" pitchFamily="2" charset="0"/>
                    <a:ea typeface="+mn-ea"/>
                    <a:cs typeface="+mn-cs"/>
                  </a:defRPr>
                </a:pPr>
                <a:endParaRPr lang="es-CO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Hoja1!$A$4:$A$227</c:f>
              <c:numCache>
                <c:formatCode>mmm\-yy</c:formatCode>
                <c:ptCount val="224"/>
                <c:pt idx="0">
                  <c:v>39142</c:v>
                </c:pt>
                <c:pt idx="1">
                  <c:v>39173</c:v>
                </c:pt>
                <c:pt idx="2">
                  <c:v>39203</c:v>
                </c:pt>
                <c:pt idx="3">
                  <c:v>39234</c:v>
                </c:pt>
                <c:pt idx="4">
                  <c:v>39264</c:v>
                </c:pt>
                <c:pt idx="5">
                  <c:v>39295</c:v>
                </c:pt>
                <c:pt idx="6">
                  <c:v>39326</c:v>
                </c:pt>
                <c:pt idx="7">
                  <c:v>39356</c:v>
                </c:pt>
                <c:pt idx="8">
                  <c:v>39387</c:v>
                </c:pt>
                <c:pt idx="9">
                  <c:v>39417</c:v>
                </c:pt>
                <c:pt idx="10">
                  <c:v>39448</c:v>
                </c:pt>
                <c:pt idx="11">
                  <c:v>39479</c:v>
                </c:pt>
                <c:pt idx="12">
                  <c:v>39508</c:v>
                </c:pt>
                <c:pt idx="13">
                  <c:v>39539</c:v>
                </c:pt>
                <c:pt idx="14">
                  <c:v>39569</c:v>
                </c:pt>
                <c:pt idx="15">
                  <c:v>39600</c:v>
                </c:pt>
                <c:pt idx="16">
                  <c:v>39630</c:v>
                </c:pt>
                <c:pt idx="17">
                  <c:v>39661</c:v>
                </c:pt>
                <c:pt idx="18">
                  <c:v>39692</c:v>
                </c:pt>
                <c:pt idx="19">
                  <c:v>39722</c:v>
                </c:pt>
                <c:pt idx="20">
                  <c:v>39753</c:v>
                </c:pt>
                <c:pt idx="21">
                  <c:v>39783</c:v>
                </c:pt>
                <c:pt idx="22">
                  <c:v>39814</c:v>
                </c:pt>
                <c:pt idx="23">
                  <c:v>39845</c:v>
                </c:pt>
                <c:pt idx="24">
                  <c:v>39873</c:v>
                </c:pt>
                <c:pt idx="25">
                  <c:v>39904</c:v>
                </c:pt>
                <c:pt idx="26">
                  <c:v>39934</c:v>
                </c:pt>
                <c:pt idx="27">
                  <c:v>39965</c:v>
                </c:pt>
                <c:pt idx="28">
                  <c:v>39995</c:v>
                </c:pt>
                <c:pt idx="29">
                  <c:v>40026</c:v>
                </c:pt>
                <c:pt idx="30">
                  <c:v>40057</c:v>
                </c:pt>
                <c:pt idx="31">
                  <c:v>40087</c:v>
                </c:pt>
                <c:pt idx="32">
                  <c:v>40118</c:v>
                </c:pt>
                <c:pt idx="33">
                  <c:v>40148</c:v>
                </c:pt>
                <c:pt idx="34">
                  <c:v>40179</c:v>
                </c:pt>
                <c:pt idx="35">
                  <c:v>40210</c:v>
                </c:pt>
                <c:pt idx="36">
                  <c:v>40238</c:v>
                </c:pt>
                <c:pt idx="37">
                  <c:v>40269</c:v>
                </c:pt>
                <c:pt idx="38">
                  <c:v>40299</c:v>
                </c:pt>
                <c:pt idx="39">
                  <c:v>40330</c:v>
                </c:pt>
                <c:pt idx="40">
                  <c:v>40360</c:v>
                </c:pt>
                <c:pt idx="41">
                  <c:v>40391</c:v>
                </c:pt>
                <c:pt idx="42">
                  <c:v>40422</c:v>
                </c:pt>
                <c:pt idx="43">
                  <c:v>40452</c:v>
                </c:pt>
                <c:pt idx="44">
                  <c:v>40483</c:v>
                </c:pt>
                <c:pt idx="45">
                  <c:v>40513</c:v>
                </c:pt>
                <c:pt idx="46">
                  <c:v>40544</c:v>
                </c:pt>
                <c:pt idx="47">
                  <c:v>40575</c:v>
                </c:pt>
                <c:pt idx="48">
                  <c:v>40603</c:v>
                </c:pt>
                <c:pt idx="49">
                  <c:v>40634</c:v>
                </c:pt>
                <c:pt idx="50">
                  <c:v>40664</c:v>
                </c:pt>
                <c:pt idx="51">
                  <c:v>40695</c:v>
                </c:pt>
                <c:pt idx="52">
                  <c:v>40725</c:v>
                </c:pt>
                <c:pt idx="53">
                  <c:v>40756</c:v>
                </c:pt>
                <c:pt idx="54">
                  <c:v>40787</c:v>
                </c:pt>
                <c:pt idx="55">
                  <c:v>40817</c:v>
                </c:pt>
                <c:pt idx="56">
                  <c:v>40848</c:v>
                </c:pt>
                <c:pt idx="57">
                  <c:v>40878</c:v>
                </c:pt>
                <c:pt idx="58">
                  <c:v>40909</c:v>
                </c:pt>
                <c:pt idx="59">
                  <c:v>40940</c:v>
                </c:pt>
                <c:pt idx="60">
                  <c:v>40969</c:v>
                </c:pt>
                <c:pt idx="61">
                  <c:v>41000</c:v>
                </c:pt>
                <c:pt idx="62">
                  <c:v>41030</c:v>
                </c:pt>
                <c:pt idx="63">
                  <c:v>41061</c:v>
                </c:pt>
                <c:pt idx="64">
                  <c:v>41091</c:v>
                </c:pt>
                <c:pt idx="65">
                  <c:v>41122</c:v>
                </c:pt>
                <c:pt idx="66">
                  <c:v>41153</c:v>
                </c:pt>
                <c:pt idx="67">
                  <c:v>41183</c:v>
                </c:pt>
                <c:pt idx="68">
                  <c:v>41214</c:v>
                </c:pt>
                <c:pt idx="69">
                  <c:v>41244</c:v>
                </c:pt>
                <c:pt idx="70">
                  <c:v>41275</c:v>
                </c:pt>
                <c:pt idx="71">
                  <c:v>41306</c:v>
                </c:pt>
                <c:pt idx="72">
                  <c:v>41334</c:v>
                </c:pt>
                <c:pt idx="73">
                  <c:v>41365</c:v>
                </c:pt>
                <c:pt idx="74">
                  <c:v>41395</c:v>
                </c:pt>
                <c:pt idx="75">
                  <c:v>41426</c:v>
                </c:pt>
                <c:pt idx="76">
                  <c:v>41456</c:v>
                </c:pt>
                <c:pt idx="77">
                  <c:v>41487</c:v>
                </c:pt>
                <c:pt idx="78">
                  <c:v>41518</c:v>
                </c:pt>
                <c:pt idx="79">
                  <c:v>41548</c:v>
                </c:pt>
                <c:pt idx="80">
                  <c:v>41579</c:v>
                </c:pt>
                <c:pt idx="81">
                  <c:v>41609</c:v>
                </c:pt>
                <c:pt idx="82">
                  <c:v>41640</c:v>
                </c:pt>
                <c:pt idx="83">
                  <c:v>41671</c:v>
                </c:pt>
                <c:pt idx="84">
                  <c:v>41699</c:v>
                </c:pt>
                <c:pt idx="85">
                  <c:v>41730</c:v>
                </c:pt>
                <c:pt idx="86">
                  <c:v>41760</c:v>
                </c:pt>
                <c:pt idx="87">
                  <c:v>41791</c:v>
                </c:pt>
                <c:pt idx="88">
                  <c:v>41821</c:v>
                </c:pt>
                <c:pt idx="89">
                  <c:v>41852</c:v>
                </c:pt>
                <c:pt idx="90">
                  <c:v>41883</c:v>
                </c:pt>
                <c:pt idx="91">
                  <c:v>41913</c:v>
                </c:pt>
                <c:pt idx="92">
                  <c:v>41944</c:v>
                </c:pt>
                <c:pt idx="93">
                  <c:v>41974</c:v>
                </c:pt>
                <c:pt idx="94">
                  <c:v>42005</c:v>
                </c:pt>
                <c:pt idx="95">
                  <c:v>42036</c:v>
                </c:pt>
                <c:pt idx="96">
                  <c:v>42064</c:v>
                </c:pt>
                <c:pt idx="97">
                  <c:v>42095</c:v>
                </c:pt>
                <c:pt idx="98">
                  <c:v>42125</c:v>
                </c:pt>
                <c:pt idx="99">
                  <c:v>42156</c:v>
                </c:pt>
                <c:pt idx="100">
                  <c:v>42186</c:v>
                </c:pt>
                <c:pt idx="101">
                  <c:v>42217</c:v>
                </c:pt>
                <c:pt idx="102">
                  <c:v>42248</c:v>
                </c:pt>
                <c:pt idx="103">
                  <c:v>42278</c:v>
                </c:pt>
                <c:pt idx="104">
                  <c:v>42309</c:v>
                </c:pt>
                <c:pt idx="105">
                  <c:v>42339</c:v>
                </c:pt>
                <c:pt idx="106">
                  <c:v>42370</c:v>
                </c:pt>
                <c:pt idx="107">
                  <c:v>42401</c:v>
                </c:pt>
                <c:pt idx="108">
                  <c:v>42430</c:v>
                </c:pt>
                <c:pt idx="109">
                  <c:v>42461</c:v>
                </c:pt>
                <c:pt idx="110">
                  <c:v>42491</c:v>
                </c:pt>
                <c:pt idx="111">
                  <c:v>42522</c:v>
                </c:pt>
                <c:pt idx="112">
                  <c:v>42552</c:v>
                </c:pt>
                <c:pt idx="113">
                  <c:v>42583</c:v>
                </c:pt>
                <c:pt idx="114">
                  <c:v>42614</c:v>
                </c:pt>
                <c:pt idx="115">
                  <c:v>42644</c:v>
                </c:pt>
                <c:pt idx="116">
                  <c:v>42675</c:v>
                </c:pt>
                <c:pt idx="117">
                  <c:v>42705</c:v>
                </c:pt>
                <c:pt idx="118">
                  <c:v>42736</c:v>
                </c:pt>
                <c:pt idx="119">
                  <c:v>42767</c:v>
                </c:pt>
                <c:pt idx="120">
                  <c:v>42795</c:v>
                </c:pt>
                <c:pt idx="121">
                  <c:v>42826</c:v>
                </c:pt>
                <c:pt idx="122">
                  <c:v>42856</c:v>
                </c:pt>
                <c:pt idx="123">
                  <c:v>42887</c:v>
                </c:pt>
                <c:pt idx="124">
                  <c:v>42917</c:v>
                </c:pt>
                <c:pt idx="125">
                  <c:v>42948</c:v>
                </c:pt>
                <c:pt idx="126">
                  <c:v>42979</c:v>
                </c:pt>
                <c:pt idx="127">
                  <c:v>43009</c:v>
                </c:pt>
                <c:pt idx="128">
                  <c:v>43040</c:v>
                </c:pt>
                <c:pt idx="129">
                  <c:v>43070</c:v>
                </c:pt>
                <c:pt idx="130">
                  <c:v>43101</c:v>
                </c:pt>
                <c:pt idx="131">
                  <c:v>43132</c:v>
                </c:pt>
                <c:pt idx="132">
                  <c:v>43160</c:v>
                </c:pt>
                <c:pt idx="133">
                  <c:v>43191</c:v>
                </c:pt>
                <c:pt idx="134">
                  <c:v>43221</c:v>
                </c:pt>
                <c:pt idx="135">
                  <c:v>43252</c:v>
                </c:pt>
                <c:pt idx="136">
                  <c:v>43282</c:v>
                </c:pt>
                <c:pt idx="137">
                  <c:v>43313</c:v>
                </c:pt>
                <c:pt idx="138">
                  <c:v>43344</c:v>
                </c:pt>
                <c:pt idx="139">
                  <c:v>43374</c:v>
                </c:pt>
                <c:pt idx="140">
                  <c:v>43405</c:v>
                </c:pt>
                <c:pt idx="141">
                  <c:v>43435</c:v>
                </c:pt>
                <c:pt idx="142">
                  <c:v>43466</c:v>
                </c:pt>
                <c:pt idx="143">
                  <c:v>43497</c:v>
                </c:pt>
                <c:pt idx="144">
                  <c:v>43525</c:v>
                </c:pt>
                <c:pt idx="145">
                  <c:v>43556</c:v>
                </c:pt>
                <c:pt idx="146">
                  <c:v>43586</c:v>
                </c:pt>
                <c:pt idx="147">
                  <c:v>43617</c:v>
                </c:pt>
                <c:pt idx="148">
                  <c:v>43647</c:v>
                </c:pt>
                <c:pt idx="149">
                  <c:v>43678</c:v>
                </c:pt>
                <c:pt idx="150">
                  <c:v>43709</c:v>
                </c:pt>
                <c:pt idx="151">
                  <c:v>43739</c:v>
                </c:pt>
                <c:pt idx="152">
                  <c:v>43770</c:v>
                </c:pt>
                <c:pt idx="153">
                  <c:v>43800</c:v>
                </c:pt>
                <c:pt idx="154">
                  <c:v>43831</c:v>
                </c:pt>
                <c:pt idx="155">
                  <c:v>43862</c:v>
                </c:pt>
                <c:pt idx="156">
                  <c:v>43891</c:v>
                </c:pt>
                <c:pt idx="157">
                  <c:v>43922</c:v>
                </c:pt>
                <c:pt idx="158">
                  <c:v>43952</c:v>
                </c:pt>
                <c:pt idx="159">
                  <c:v>43983</c:v>
                </c:pt>
                <c:pt idx="160">
                  <c:v>44013</c:v>
                </c:pt>
                <c:pt idx="161">
                  <c:v>44044</c:v>
                </c:pt>
                <c:pt idx="162">
                  <c:v>44075</c:v>
                </c:pt>
                <c:pt idx="163">
                  <c:v>44105</c:v>
                </c:pt>
                <c:pt idx="164">
                  <c:v>44136</c:v>
                </c:pt>
                <c:pt idx="165">
                  <c:v>44166</c:v>
                </c:pt>
                <c:pt idx="166">
                  <c:v>44197</c:v>
                </c:pt>
                <c:pt idx="167">
                  <c:v>44228</c:v>
                </c:pt>
                <c:pt idx="168">
                  <c:v>44256</c:v>
                </c:pt>
                <c:pt idx="169">
                  <c:v>44287</c:v>
                </c:pt>
                <c:pt idx="170">
                  <c:v>44317</c:v>
                </c:pt>
                <c:pt idx="171">
                  <c:v>44348</c:v>
                </c:pt>
                <c:pt idx="172">
                  <c:v>44378</c:v>
                </c:pt>
                <c:pt idx="173">
                  <c:v>44409</c:v>
                </c:pt>
                <c:pt idx="174">
                  <c:v>44440</c:v>
                </c:pt>
                <c:pt idx="175">
                  <c:v>44470</c:v>
                </c:pt>
                <c:pt idx="176">
                  <c:v>44501</c:v>
                </c:pt>
                <c:pt idx="177">
                  <c:v>44531</c:v>
                </c:pt>
                <c:pt idx="178">
                  <c:v>44562</c:v>
                </c:pt>
                <c:pt idx="179">
                  <c:v>44593</c:v>
                </c:pt>
                <c:pt idx="180">
                  <c:v>44621</c:v>
                </c:pt>
                <c:pt idx="181">
                  <c:v>44652</c:v>
                </c:pt>
                <c:pt idx="182">
                  <c:v>44682</c:v>
                </c:pt>
                <c:pt idx="183">
                  <c:v>44713</c:v>
                </c:pt>
                <c:pt idx="184">
                  <c:v>44743</c:v>
                </c:pt>
                <c:pt idx="185">
                  <c:v>44774</c:v>
                </c:pt>
                <c:pt idx="186">
                  <c:v>44805</c:v>
                </c:pt>
                <c:pt idx="187">
                  <c:v>44835</c:v>
                </c:pt>
                <c:pt idx="188">
                  <c:v>44866</c:v>
                </c:pt>
                <c:pt idx="189">
                  <c:v>44896</c:v>
                </c:pt>
                <c:pt idx="190">
                  <c:v>44927</c:v>
                </c:pt>
                <c:pt idx="191">
                  <c:v>44958</c:v>
                </c:pt>
                <c:pt idx="192">
                  <c:v>44986</c:v>
                </c:pt>
                <c:pt idx="193">
                  <c:v>45017</c:v>
                </c:pt>
                <c:pt idx="194">
                  <c:v>45047</c:v>
                </c:pt>
                <c:pt idx="195">
                  <c:v>45078</c:v>
                </c:pt>
                <c:pt idx="196">
                  <c:v>45108</c:v>
                </c:pt>
                <c:pt idx="197">
                  <c:v>45139</c:v>
                </c:pt>
                <c:pt idx="198">
                  <c:v>45170</c:v>
                </c:pt>
                <c:pt idx="199">
                  <c:v>45200</c:v>
                </c:pt>
                <c:pt idx="200">
                  <c:v>45231</c:v>
                </c:pt>
                <c:pt idx="201">
                  <c:v>45261</c:v>
                </c:pt>
                <c:pt idx="202">
                  <c:v>45292</c:v>
                </c:pt>
                <c:pt idx="203">
                  <c:v>45323</c:v>
                </c:pt>
                <c:pt idx="204">
                  <c:v>45352</c:v>
                </c:pt>
                <c:pt idx="205">
                  <c:v>45383</c:v>
                </c:pt>
                <c:pt idx="206">
                  <c:v>45413</c:v>
                </c:pt>
                <c:pt idx="207">
                  <c:v>45444</c:v>
                </c:pt>
                <c:pt idx="208">
                  <c:v>45474</c:v>
                </c:pt>
                <c:pt idx="209">
                  <c:v>45505</c:v>
                </c:pt>
                <c:pt idx="210">
                  <c:v>45536</c:v>
                </c:pt>
                <c:pt idx="211">
                  <c:v>45566</c:v>
                </c:pt>
                <c:pt idx="212">
                  <c:v>45597</c:v>
                </c:pt>
                <c:pt idx="213">
                  <c:v>45627</c:v>
                </c:pt>
                <c:pt idx="214">
                  <c:v>45658</c:v>
                </c:pt>
                <c:pt idx="215">
                  <c:v>45689</c:v>
                </c:pt>
                <c:pt idx="216">
                  <c:v>45717</c:v>
                </c:pt>
                <c:pt idx="217">
                  <c:v>45748</c:v>
                </c:pt>
                <c:pt idx="218">
                  <c:v>45778</c:v>
                </c:pt>
                <c:pt idx="219">
                  <c:v>45809</c:v>
                </c:pt>
                <c:pt idx="220">
                  <c:v>45839</c:v>
                </c:pt>
                <c:pt idx="221">
                  <c:v>45870</c:v>
                </c:pt>
                <c:pt idx="222">
                  <c:v>45901</c:v>
                </c:pt>
                <c:pt idx="223">
                  <c:v>45931</c:v>
                </c:pt>
              </c:numCache>
            </c:numRef>
          </c:cat>
          <c:val>
            <c:numRef>
              <c:f>Hoja1!$B$4:$B$227</c:f>
              <c:numCache>
                <c:formatCode>0.0%</c:formatCode>
                <c:ptCount val="224"/>
                <c:pt idx="0">
                  <c:v>0.39600000000000002</c:v>
                </c:pt>
                <c:pt idx="1">
                  <c:v>0.41</c:v>
                </c:pt>
                <c:pt idx="2">
                  <c:v>0.28499999999999998</c:v>
                </c:pt>
                <c:pt idx="3">
                  <c:v>0.36</c:v>
                </c:pt>
                <c:pt idx="4">
                  <c:v>0.32899999999999996</c:v>
                </c:pt>
                <c:pt idx="5">
                  <c:v>0.38900000000000001</c:v>
                </c:pt>
                <c:pt idx="6">
                  <c:v>0.41399999999999998</c:v>
                </c:pt>
                <c:pt idx="7">
                  <c:v>0.38</c:v>
                </c:pt>
                <c:pt idx="8">
                  <c:v>0.34600000000000003</c:v>
                </c:pt>
                <c:pt idx="9">
                  <c:v>0.30399999999999999</c:v>
                </c:pt>
                <c:pt idx="10">
                  <c:v>0.32400000000000001</c:v>
                </c:pt>
                <c:pt idx="11">
                  <c:v>0.27100000000000002</c:v>
                </c:pt>
                <c:pt idx="12">
                  <c:v>0.26</c:v>
                </c:pt>
                <c:pt idx="13">
                  <c:v>0.26800000000000002</c:v>
                </c:pt>
                <c:pt idx="14">
                  <c:v>0.23899999999999999</c:v>
                </c:pt>
                <c:pt idx="15">
                  <c:v>0.105</c:v>
                </c:pt>
                <c:pt idx="16">
                  <c:v>0.157</c:v>
                </c:pt>
                <c:pt idx="17">
                  <c:v>0.11900000000000001</c:v>
                </c:pt>
                <c:pt idx="18">
                  <c:v>0.17600000000000002</c:v>
                </c:pt>
                <c:pt idx="19">
                  <c:v>0.1837</c:v>
                </c:pt>
                <c:pt idx="20">
                  <c:v>-1.7200000000000059E-2</c:v>
                </c:pt>
                <c:pt idx="21">
                  <c:v>0.11</c:v>
                </c:pt>
                <c:pt idx="22">
                  <c:v>0.19500000000000001</c:v>
                </c:pt>
                <c:pt idx="23">
                  <c:v>6.1399999999999996E-2</c:v>
                </c:pt>
                <c:pt idx="24">
                  <c:v>2.7900000000000001E-2</c:v>
                </c:pt>
                <c:pt idx="25">
                  <c:v>5.4199999999999998E-2</c:v>
                </c:pt>
                <c:pt idx="26">
                  <c:v>9.9499999999999991E-2</c:v>
                </c:pt>
                <c:pt idx="27">
                  <c:v>0.17319999999999999</c:v>
                </c:pt>
                <c:pt idx="28">
                  <c:v>0.29980000000000001</c:v>
                </c:pt>
                <c:pt idx="29">
                  <c:v>0.28520000000000001</c:v>
                </c:pt>
                <c:pt idx="30">
                  <c:v>0.2281</c:v>
                </c:pt>
                <c:pt idx="31">
                  <c:v>0.2041</c:v>
                </c:pt>
                <c:pt idx="32">
                  <c:v>0.14960000000000001</c:v>
                </c:pt>
                <c:pt idx="33">
                  <c:v>0.22589999999999999</c:v>
                </c:pt>
                <c:pt idx="35">
                  <c:v>0.25780000000000003</c:v>
                </c:pt>
                <c:pt idx="36">
                  <c:v>0.22600000000000001</c:v>
                </c:pt>
                <c:pt idx="37">
                  <c:v>0.27870000000000006</c:v>
                </c:pt>
                <c:pt idx="38">
                  <c:v>0.29930000000000001</c:v>
                </c:pt>
                <c:pt idx="39">
                  <c:v>0.32280000000000009</c:v>
                </c:pt>
                <c:pt idx="40">
                  <c:v>0.30410000000000004</c:v>
                </c:pt>
                <c:pt idx="41">
                  <c:v>0.38870000000000005</c:v>
                </c:pt>
                <c:pt idx="42">
                  <c:v>0.37630761134406016</c:v>
                </c:pt>
                <c:pt idx="43">
                  <c:v>0.29260671005092859</c:v>
                </c:pt>
                <c:pt idx="44">
                  <c:v>0.34351246076761244</c:v>
                </c:pt>
                <c:pt idx="45">
                  <c:v>0.23010483590386011</c:v>
                </c:pt>
                <c:pt idx="46">
                  <c:v>0.33648580021169006</c:v>
                </c:pt>
                <c:pt idx="47">
                  <c:v>0.38608796645228</c:v>
                </c:pt>
                <c:pt idx="48">
                  <c:v>0.35129258382583683</c:v>
                </c:pt>
                <c:pt idx="49">
                  <c:v>0.22800000000000001</c:v>
                </c:pt>
                <c:pt idx="50">
                  <c:v>0.14505745466796213</c:v>
                </c:pt>
                <c:pt idx="51">
                  <c:v>0.40557943629099136</c:v>
                </c:pt>
                <c:pt idx="52">
                  <c:v>0.39335003037653782</c:v>
                </c:pt>
                <c:pt idx="53">
                  <c:v>0.35658837831000006</c:v>
                </c:pt>
                <c:pt idx="54">
                  <c:v>0.41820531795213184</c:v>
                </c:pt>
                <c:pt idx="55">
                  <c:v>0.2895703716642789</c:v>
                </c:pt>
                <c:pt idx="56">
                  <c:v>0.23225995387930845</c:v>
                </c:pt>
                <c:pt idx="57">
                  <c:v>0.29060192708133392</c:v>
                </c:pt>
                <c:pt idx="58">
                  <c:v>0.41451339955835342</c:v>
                </c:pt>
                <c:pt idx="59">
                  <c:v>0.39937552596519621</c:v>
                </c:pt>
                <c:pt idx="60">
                  <c:v>0.29267181859808722</c:v>
                </c:pt>
                <c:pt idx="61">
                  <c:v>0.29289641542156919</c:v>
                </c:pt>
                <c:pt idx="62">
                  <c:v>0.2960012693908069</c:v>
                </c:pt>
                <c:pt idx="63">
                  <c:v>0.35864027834847789</c:v>
                </c:pt>
                <c:pt idx="64">
                  <c:v>0.39091557965954249</c:v>
                </c:pt>
                <c:pt idx="65">
                  <c:v>0.33376508907899627</c:v>
                </c:pt>
                <c:pt idx="66">
                  <c:v>0.34527812369936156</c:v>
                </c:pt>
                <c:pt idx="67">
                  <c:v>0.19883973161641946</c:v>
                </c:pt>
                <c:pt idx="68">
                  <c:v>0.29474904211262187</c:v>
                </c:pt>
                <c:pt idx="69">
                  <c:v>0.26300000000000001</c:v>
                </c:pt>
                <c:pt idx="70">
                  <c:v>0.375318700603676</c:v>
                </c:pt>
                <c:pt idx="71">
                  <c:v>0.21928736144161035</c:v>
                </c:pt>
                <c:pt idx="72">
                  <c:v>0.25600000000000001</c:v>
                </c:pt>
                <c:pt idx="73">
                  <c:v>0.22982979507536164</c:v>
                </c:pt>
                <c:pt idx="74">
                  <c:v>0.3</c:v>
                </c:pt>
                <c:pt idx="75">
                  <c:v>0.35</c:v>
                </c:pt>
                <c:pt idx="76">
                  <c:v>0.314</c:v>
                </c:pt>
                <c:pt idx="77">
                  <c:v>0.16300000000000001</c:v>
                </c:pt>
                <c:pt idx="78">
                  <c:v>0.23300000000000001</c:v>
                </c:pt>
                <c:pt idx="79">
                  <c:v>0.23600000000000002</c:v>
                </c:pt>
                <c:pt idx="80">
                  <c:v>0.23199999999999998</c:v>
                </c:pt>
                <c:pt idx="81">
                  <c:v>0.22699999999999998</c:v>
                </c:pt>
                <c:pt idx="82">
                  <c:v>0.24199999999999999</c:v>
                </c:pt>
                <c:pt idx="83">
                  <c:v>0.22899999999999998</c:v>
                </c:pt>
                <c:pt idx="84">
                  <c:v>0.26600000000000001</c:v>
                </c:pt>
                <c:pt idx="85">
                  <c:v>0.248</c:v>
                </c:pt>
                <c:pt idx="86">
                  <c:v>0.23699999999999999</c:v>
                </c:pt>
                <c:pt idx="87">
                  <c:v>0.26600000000000001</c:v>
                </c:pt>
                <c:pt idx="88">
                  <c:v>0.26</c:v>
                </c:pt>
                <c:pt idx="89">
                  <c:v>0.27800000000000002</c:v>
                </c:pt>
                <c:pt idx="90">
                  <c:v>0.245</c:v>
                </c:pt>
                <c:pt idx="91">
                  <c:v>0.26</c:v>
                </c:pt>
                <c:pt idx="92">
                  <c:v>0.34899999999999998</c:v>
                </c:pt>
                <c:pt idx="93">
                  <c:v>0.192</c:v>
                </c:pt>
                <c:pt idx="94">
                  <c:v>0.26800000000000002</c:v>
                </c:pt>
                <c:pt idx="95">
                  <c:v>0.24</c:v>
                </c:pt>
                <c:pt idx="96">
                  <c:v>0.11900000000000001</c:v>
                </c:pt>
                <c:pt idx="97">
                  <c:v>0.10400000000000001</c:v>
                </c:pt>
                <c:pt idx="98">
                  <c:v>0.20800000000000002</c:v>
                </c:pt>
                <c:pt idx="99">
                  <c:v>0.21299999999999999</c:v>
                </c:pt>
                <c:pt idx="100">
                  <c:v>0.12</c:v>
                </c:pt>
                <c:pt idx="101">
                  <c:v>4.7E-2</c:v>
                </c:pt>
                <c:pt idx="102">
                  <c:v>7.400000000000001E-2</c:v>
                </c:pt>
                <c:pt idx="103">
                  <c:v>0.156</c:v>
                </c:pt>
                <c:pt idx="104">
                  <c:v>0.14699999999999999</c:v>
                </c:pt>
                <c:pt idx="105">
                  <c:v>2.2000000000000002E-2</c:v>
                </c:pt>
                <c:pt idx="106">
                  <c:v>-0.24199999999999999</c:v>
                </c:pt>
                <c:pt idx="107">
                  <c:v>-0.13400000000000001</c:v>
                </c:pt>
                <c:pt idx="108">
                  <c:v>-0.23499999999999999</c:v>
                </c:pt>
                <c:pt idx="109">
                  <c:v>-8.199999999999999E-2</c:v>
                </c:pt>
                <c:pt idx="110">
                  <c:v>-7.400000000000001E-2</c:v>
                </c:pt>
                <c:pt idx="111">
                  <c:v>1E-3</c:v>
                </c:pt>
                <c:pt idx="112">
                  <c:v>-0.20699999999999999</c:v>
                </c:pt>
                <c:pt idx="113">
                  <c:v>-0.10300000000000001</c:v>
                </c:pt>
                <c:pt idx="114">
                  <c:v>1E-3</c:v>
                </c:pt>
                <c:pt idx="115">
                  <c:v>2.7999999999999997E-2</c:v>
                </c:pt>
                <c:pt idx="116">
                  <c:v>1.9E-2</c:v>
                </c:pt>
                <c:pt idx="117">
                  <c:v>-5.0999999999999997E-2</c:v>
                </c:pt>
                <c:pt idx="118">
                  <c:v>-0.20699999999999999</c:v>
                </c:pt>
                <c:pt idx="119">
                  <c:v>-0.11799999999999999</c:v>
                </c:pt>
                <c:pt idx="120">
                  <c:v>-0.188</c:v>
                </c:pt>
                <c:pt idx="121">
                  <c:v>3.0000000000000001E-3</c:v>
                </c:pt>
                <c:pt idx="122">
                  <c:v>-0.11</c:v>
                </c:pt>
                <c:pt idx="123">
                  <c:v>-5.3999999999999999E-2</c:v>
                </c:pt>
                <c:pt idx="124">
                  <c:v>2.1000000000000001E-2</c:v>
                </c:pt>
                <c:pt idx="125">
                  <c:v>2.1999999999999999E-2</c:v>
                </c:pt>
                <c:pt idx="126">
                  <c:v>4.2000000000000003E-2</c:v>
                </c:pt>
                <c:pt idx="127">
                  <c:v>1.2999999999999999E-2</c:v>
                </c:pt>
                <c:pt idx="128">
                  <c:v>-5.6000000000000001E-2</c:v>
                </c:pt>
                <c:pt idx="129">
                  <c:v>2.1999999999999999E-2</c:v>
                </c:pt>
                <c:pt idx="130">
                  <c:v>1.3000000000000001E-2</c:v>
                </c:pt>
                <c:pt idx="131">
                  <c:v>0.12</c:v>
                </c:pt>
                <c:pt idx="132">
                  <c:v>2.4E-2</c:v>
                </c:pt>
                <c:pt idx="133">
                  <c:v>2.7000000000000003E-2</c:v>
                </c:pt>
                <c:pt idx="134">
                  <c:v>-6.9999999999999993E-3</c:v>
                </c:pt>
                <c:pt idx="135">
                  <c:v>0.13800000000000001</c:v>
                </c:pt>
                <c:pt idx="136">
                  <c:v>8.4000000000000005E-2</c:v>
                </c:pt>
                <c:pt idx="137">
                  <c:v>2.7999999999999997E-2</c:v>
                </c:pt>
                <c:pt idx="138">
                  <c:v>7.4999999999999997E-2</c:v>
                </c:pt>
                <c:pt idx="139">
                  <c:v>2.5000000000000001E-2</c:v>
                </c:pt>
                <c:pt idx="140">
                  <c:v>-8.4000000000000005E-2</c:v>
                </c:pt>
                <c:pt idx="141">
                  <c:v>-5.0999999999999997E-2</c:v>
                </c:pt>
                <c:pt idx="142">
                  <c:v>-1.9E-2</c:v>
                </c:pt>
                <c:pt idx="143">
                  <c:v>0.03</c:v>
                </c:pt>
                <c:pt idx="144">
                  <c:v>1.2E-2</c:v>
                </c:pt>
                <c:pt idx="145">
                  <c:v>-8.9999999999999993E-3</c:v>
                </c:pt>
                <c:pt idx="146">
                  <c:v>-4.0000000000000001E-3</c:v>
                </c:pt>
                <c:pt idx="147">
                  <c:v>1E-3</c:v>
                </c:pt>
                <c:pt idx="148">
                  <c:v>5.0999999999999997E-2</c:v>
                </c:pt>
                <c:pt idx="149">
                  <c:v>2.7999999999999997E-2</c:v>
                </c:pt>
                <c:pt idx="150">
                  <c:v>3.7999999999999999E-2</c:v>
                </c:pt>
                <c:pt idx="151">
                  <c:v>1.4999999999999999E-2</c:v>
                </c:pt>
                <c:pt idx="152">
                  <c:v>-6.7000000000000004E-2</c:v>
                </c:pt>
                <c:pt idx="153">
                  <c:v>-9.1999999999999998E-2</c:v>
                </c:pt>
                <c:pt idx="154">
                  <c:v>1.7999999999999999E-2</c:v>
                </c:pt>
                <c:pt idx="155">
                  <c:v>4.0000000000000001E-3</c:v>
                </c:pt>
                <c:pt idx="156">
                  <c:v>-0.35099999999999998</c:v>
                </c:pt>
                <c:pt idx="157">
                  <c:v>-0.623</c:v>
                </c:pt>
                <c:pt idx="158">
                  <c:v>-0.42700000000000005</c:v>
                </c:pt>
                <c:pt idx="159">
                  <c:v>-0.34100000000000003</c:v>
                </c:pt>
                <c:pt idx="160">
                  <c:v>-0.318</c:v>
                </c:pt>
                <c:pt idx="161">
                  <c:v>-0.21</c:v>
                </c:pt>
                <c:pt idx="162">
                  <c:v>-0.17199999999999999</c:v>
                </c:pt>
                <c:pt idx="163">
                  <c:v>-8.2000000000000003E-2</c:v>
                </c:pt>
                <c:pt idx="164">
                  <c:v>-9.2999999999999999E-2</c:v>
                </c:pt>
                <c:pt idx="165">
                  <c:v>-6.7000000000000004E-2</c:v>
                </c:pt>
                <c:pt idx="166">
                  <c:v>-0.14599999999999999</c:v>
                </c:pt>
                <c:pt idx="167">
                  <c:v>-0.129</c:v>
                </c:pt>
                <c:pt idx="168">
                  <c:v>-7.0999999999999994E-2</c:v>
                </c:pt>
                <c:pt idx="169">
                  <c:v>-0.158</c:v>
                </c:pt>
                <c:pt idx="170">
                  <c:v>-0.38400000000000001</c:v>
                </c:pt>
                <c:pt idx="171">
                  <c:v>-0.23899999999999999</c:v>
                </c:pt>
                <c:pt idx="172">
                  <c:v>-2.9000000000000001E-2</c:v>
                </c:pt>
                <c:pt idx="173">
                  <c:v>-5.0999999999999997E-2</c:v>
                </c:pt>
                <c:pt idx="174">
                  <c:v>-5.0000000000000001E-3</c:v>
                </c:pt>
                <c:pt idx="175">
                  <c:v>-3.7999999999999999E-2</c:v>
                </c:pt>
                <c:pt idx="176">
                  <c:v>-0.13</c:v>
                </c:pt>
                <c:pt idx="177">
                  <c:v>-0.13400000000000001</c:v>
                </c:pt>
                <c:pt idx="178">
                  <c:v>-0.09</c:v>
                </c:pt>
                <c:pt idx="179">
                  <c:v>-0.15</c:v>
                </c:pt>
                <c:pt idx="180">
                  <c:v>-0.16200000000000001</c:v>
                </c:pt>
                <c:pt idx="181">
                  <c:v>-0.22600000000000001</c:v>
                </c:pt>
                <c:pt idx="182">
                  <c:v>-0.33</c:v>
                </c:pt>
                <c:pt idx="183">
                  <c:v>-0.182</c:v>
                </c:pt>
                <c:pt idx="184">
                  <c:v>-0.35299999999999998</c:v>
                </c:pt>
                <c:pt idx="185">
                  <c:v>-0.29099999999999998</c:v>
                </c:pt>
                <c:pt idx="186">
                  <c:v>-0.311</c:v>
                </c:pt>
                <c:pt idx="187">
                  <c:v>-0.36599999999999999</c:v>
                </c:pt>
                <c:pt idx="188">
                  <c:v>-0.42700000000000005</c:v>
                </c:pt>
                <c:pt idx="189">
                  <c:v>-0.48099999999999998</c:v>
                </c:pt>
                <c:pt idx="190">
                  <c:v>-0.51</c:v>
                </c:pt>
                <c:pt idx="191">
                  <c:v>-0.48299999999999998</c:v>
                </c:pt>
                <c:pt idx="192">
                  <c:v>-0.44800000000000001</c:v>
                </c:pt>
                <c:pt idx="193">
                  <c:v>-0.501</c:v>
                </c:pt>
                <c:pt idx="194">
                  <c:v>-0.44900000000000001</c:v>
                </c:pt>
                <c:pt idx="195">
                  <c:v>-0.435</c:v>
                </c:pt>
                <c:pt idx="196">
                  <c:v>-0.39700000000000002</c:v>
                </c:pt>
                <c:pt idx="197">
                  <c:v>-0.45200000000000001</c:v>
                </c:pt>
                <c:pt idx="198">
                  <c:v>-0.55400000000000005</c:v>
                </c:pt>
                <c:pt idx="199">
                  <c:v>-0.45800000000000002</c:v>
                </c:pt>
                <c:pt idx="200">
                  <c:v>-0.38500000000000001</c:v>
                </c:pt>
                <c:pt idx="201">
                  <c:v>-0.47799999999999998</c:v>
                </c:pt>
                <c:pt idx="202">
                  <c:v>-0.40200000000000002</c:v>
                </c:pt>
                <c:pt idx="203">
                  <c:v>-0.435</c:v>
                </c:pt>
                <c:pt idx="204">
                  <c:v>-0.42599999999999999</c:v>
                </c:pt>
                <c:pt idx="205">
                  <c:v>-0.40500000000000003</c:v>
                </c:pt>
                <c:pt idx="206">
                  <c:v>-0.34200000000000003</c:v>
                </c:pt>
                <c:pt idx="207">
                  <c:v>-0.41699999999999998</c:v>
                </c:pt>
                <c:pt idx="208">
                  <c:v>-0.26600000000000001</c:v>
                </c:pt>
                <c:pt idx="209">
                  <c:v>-0.28199999999999997</c:v>
                </c:pt>
                <c:pt idx="210">
                  <c:v>-0.30399999999999999</c:v>
                </c:pt>
                <c:pt idx="211">
                  <c:v>-0.11</c:v>
                </c:pt>
                <c:pt idx="212">
                  <c:v>-0.19700000000000001</c:v>
                </c:pt>
                <c:pt idx="213">
                  <c:v>-0.26200000000000001</c:v>
                </c:pt>
                <c:pt idx="214">
                  <c:v>-0.20300000000000001</c:v>
                </c:pt>
                <c:pt idx="215">
                  <c:v>-0.24299999999999999</c:v>
                </c:pt>
                <c:pt idx="216">
                  <c:v>-0.28100000000000003</c:v>
                </c:pt>
                <c:pt idx="217">
                  <c:v>-0.36799999999999999</c:v>
                </c:pt>
                <c:pt idx="218">
                  <c:v>-0.33100000000000002</c:v>
                </c:pt>
                <c:pt idx="219">
                  <c:v>-0.188</c:v>
                </c:pt>
                <c:pt idx="220">
                  <c:v>-0.14299999999999999</c:v>
                </c:pt>
                <c:pt idx="221">
                  <c:v>-0.128</c:v>
                </c:pt>
                <c:pt idx="222">
                  <c:v>-0.32200000000000001</c:v>
                </c:pt>
                <c:pt idx="223">
                  <c:v>-0.217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40F5-4B01-8C59-F036EDF14321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Promedio Histórico 2007-2024</c:v>
                </c:pt>
              </c:strCache>
            </c:strRef>
          </c:tx>
          <c:spPr>
            <a:ln>
              <a:solidFill>
                <a:schemeClr val="accent5">
                  <a:lumMod val="75000"/>
                </a:schemeClr>
              </a:solidFill>
            </a:ln>
          </c:spPr>
          <c:marker>
            <c:symbol val="none"/>
          </c:marker>
          <c:dLbls>
            <c:dLbl>
              <c:idx val="200"/>
              <c:layout>
                <c:manualLayout>
                  <c:x val="0.19830412863345237"/>
                  <c:y val="-1.5947247476015874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 anchorCtr="0">
                  <a:noAutofit/>
                </a:bodyPr>
                <a:lstStyle/>
                <a:p>
                  <a:pPr algn="ctr" rtl="0">
                    <a:defRPr lang="en-US" sz="1100" b="1" i="0" u="none" strike="noStrike" kern="1200" baseline="0">
                      <a:solidFill>
                        <a:srgbClr val="39639D">
                          <a:lumMod val="50000"/>
                        </a:srgbClr>
                      </a:solidFill>
                      <a:latin typeface="Dosis" pitchFamily="2" charset="0"/>
                      <a:ea typeface="+mn-ea"/>
                      <a:cs typeface="+mn-cs"/>
                    </a:defRPr>
                  </a:pPr>
                  <a:endParaRPr lang="es-CO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7.9065521373060471E-2"/>
                      <c:h val="9.129978904013259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40F5-4B01-8C59-F036EDF1432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>
                    <a:latin typeface="Dosis" pitchFamily="2" charset="0"/>
                  </a:defRPr>
                </a:pPr>
                <a:endParaRPr lang="es-CO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Hoja1!$A$4:$A$227</c:f>
              <c:numCache>
                <c:formatCode>mmm\-yy</c:formatCode>
                <c:ptCount val="224"/>
                <c:pt idx="0">
                  <c:v>39142</c:v>
                </c:pt>
                <c:pt idx="1">
                  <c:v>39173</c:v>
                </c:pt>
                <c:pt idx="2">
                  <c:v>39203</c:v>
                </c:pt>
                <c:pt idx="3">
                  <c:v>39234</c:v>
                </c:pt>
                <c:pt idx="4">
                  <c:v>39264</c:v>
                </c:pt>
                <c:pt idx="5">
                  <c:v>39295</c:v>
                </c:pt>
                <c:pt idx="6">
                  <c:v>39326</c:v>
                </c:pt>
                <c:pt idx="7">
                  <c:v>39356</c:v>
                </c:pt>
                <c:pt idx="8">
                  <c:v>39387</c:v>
                </c:pt>
                <c:pt idx="9">
                  <c:v>39417</c:v>
                </c:pt>
                <c:pt idx="10">
                  <c:v>39448</c:v>
                </c:pt>
                <c:pt idx="11">
                  <c:v>39479</c:v>
                </c:pt>
                <c:pt idx="12">
                  <c:v>39508</c:v>
                </c:pt>
                <c:pt idx="13">
                  <c:v>39539</c:v>
                </c:pt>
                <c:pt idx="14">
                  <c:v>39569</c:v>
                </c:pt>
                <c:pt idx="15">
                  <c:v>39600</c:v>
                </c:pt>
                <c:pt idx="16">
                  <c:v>39630</c:v>
                </c:pt>
                <c:pt idx="17">
                  <c:v>39661</c:v>
                </c:pt>
                <c:pt idx="18">
                  <c:v>39692</c:v>
                </c:pt>
                <c:pt idx="19">
                  <c:v>39722</c:v>
                </c:pt>
                <c:pt idx="20">
                  <c:v>39753</c:v>
                </c:pt>
                <c:pt idx="21">
                  <c:v>39783</c:v>
                </c:pt>
                <c:pt idx="22">
                  <c:v>39814</c:v>
                </c:pt>
                <c:pt idx="23">
                  <c:v>39845</c:v>
                </c:pt>
                <c:pt idx="24">
                  <c:v>39873</c:v>
                </c:pt>
                <c:pt idx="25">
                  <c:v>39904</c:v>
                </c:pt>
                <c:pt idx="26">
                  <c:v>39934</c:v>
                </c:pt>
                <c:pt idx="27">
                  <c:v>39965</c:v>
                </c:pt>
                <c:pt idx="28">
                  <c:v>39995</c:v>
                </c:pt>
                <c:pt idx="29">
                  <c:v>40026</c:v>
                </c:pt>
                <c:pt idx="30">
                  <c:v>40057</c:v>
                </c:pt>
                <c:pt idx="31">
                  <c:v>40087</c:v>
                </c:pt>
                <c:pt idx="32">
                  <c:v>40118</c:v>
                </c:pt>
                <c:pt idx="33">
                  <c:v>40148</c:v>
                </c:pt>
                <c:pt idx="34">
                  <c:v>40179</c:v>
                </c:pt>
                <c:pt idx="35">
                  <c:v>40210</c:v>
                </c:pt>
                <c:pt idx="36">
                  <c:v>40238</c:v>
                </c:pt>
                <c:pt idx="37">
                  <c:v>40269</c:v>
                </c:pt>
                <c:pt idx="38">
                  <c:v>40299</c:v>
                </c:pt>
                <c:pt idx="39">
                  <c:v>40330</c:v>
                </c:pt>
                <c:pt idx="40">
                  <c:v>40360</c:v>
                </c:pt>
                <c:pt idx="41">
                  <c:v>40391</c:v>
                </c:pt>
                <c:pt idx="42">
                  <c:v>40422</c:v>
                </c:pt>
                <c:pt idx="43">
                  <c:v>40452</c:v>
                </c:pt>
                <c:pt idx="44">
                  <c:v>40483</c:v>
                </c:pt>
                <c:pt idx="45">
                  <c:v>40513</c:v>
                </c:pt>
                <c:pt idx="46">
                  <c:v>40544</c:v>
                </c:pt>
                <c:pt idx="47">
                  <c:v>40575</c:v>
                </c:pt>
                <c:pt idx="48">
                  <c:v>40603</c:v>
                </c:pt>
                <c:pt idx="49">
                  <c:v>40634</c:v>
                </c:pt>
                <c:pt idx="50">
                  <c:v>40664</c:v>
                </c:pt>
                <c:pt idx="51">
                  <c:v>40695</c:v>
                </c:pt>
                <c:pt idx="52">
                  <c:v>40725</c:v>
                </c:pt>
                <c:pt idx="53">
                  <c:v>40756</c:v>
                </c:pt>
                <c:pt idx="54">
                  <c:v>40787</c:v>
                </c:pt>
                <c:pt idx="55">
                  <c:v>40817</c:v>
                </c:pt>
                <c:pt idx="56">
                  <c:v>40848</c:v>
                </c:pt>
                <c:pt idx="57">
                  <c:v>40878</c:v>
                </c:pt>
                <c:pt idx="58">
                  <c:v>40909</c:v>
                </c:pt>
                <c:pt idx="59">
                  <c:v>40940</c:v>
                </c:pt>
                <c:pt idx="60">
                  <c:v>40969</c:v>
                </c:pt>
                <c:pt idx="61">
                  <c:v>41000</c:v>
                </c:pt>
                <c:pt idx="62">
                  <c:v>41030</c:v>
                </c:pt>
                <c:pt idx="63">
                  <c:v>41061</c:v>
                </c:pt>
                <c:pt idx="64">
                  <c:v>41091</c:v>
                </c:pt>
                <c:pt idx="65">
                  <c:v>41122</c:v>
                </c:pt>
                <c:pt idx="66">
                  <c:v>41153</c:v>
                </c:pt>
                <c:pt idx="67">
                  <c:v>41183</c:v>
                </c:pt>
                <c:pt idx="68">
                  <c:v>41214</c:v>
                </c:pt>
                <c:pt idx="69">
                  <c:v>41244</c:v>
                </c:pt>
                <c:pt idx="70">
                  <c:v>41275</c:v>
                </c:pt>
                <c:pt idx="71">
                  <c:v>41306</c:v>
                </c:pt>
                <c:pt idx="72">
                  <c:v>41334</c:v>
                </c:pt>
                <c:pt idx="73">
                  <c:v>41365</c:v>
                </c:pt>
                <c:pt idx="74">
                  <c:v>41395</c:v>
                </c:pt>
                <c:pt idx="75">
                  <c:v>41426</c:v>
                </c:pt>
                <c:pt idx="76">
                  <c:v>41456</c:v>
                </c:pt>
                <c:pt idx="77">
                  <c:v>41487</c:v>
                </c:pt>
                <c:pt idx="78">
                  <c:v>41518</c:v>
                </c:pt>
                <c:pt idx="79">
                  <c:v>41548</c:v>
                </c:pt>
                <c:pt idx="80">
                  <c:v>41579</c:v>
                </c:pt>
                <c:pt idx="81">
                  <c:v>41609</c:v>
                </c:pt>
                <c:pt idx="82">
                  <c:v>41640</c:v>
                </c:pt>
                <c:pt idx="83">
                  <c:v>41671</c:v>
                </c:pt>
                <c:pt idx="84">
                  <c:v>41699</c:v>
                </c:pt>
                <c:pt idx="85">
                  <c:v>41730</c:v>
                </c:pt>
                <c:pt idx="86">
                  <c:v>41760</c:v>
                </c:pt>
                <c:pt idx="87">
                  <c:v>41791</c:v>
                </c:pt>
                <c:pt idx="88">
                  <c:v>41821</c:v>
                </c:pt>
                <c:pt idx="89">
                  <c:v>41852</c:v>
                </c:pt>
                <c:pt idx="90">
                  <c:v>41883</c:v>
                </c:pt>
                <c:pt idx="91">
                  <c:v>41913</c:v>
                </c:pt>
                <c:pt idx="92">
                  <c:v>41944</c:v>
                </c:pt>
                <c:pt idx="93">
                  <c:v>41974</c:v>
                </c:pt>
                <c:pt idx="94">
                  <c:v>42005</c:v>
                </c:pt>
                <c:pt idx="95">
                  <c:v>42036</c:v>
                </c:pt>
                <c:pt idx="96">
                  <c:v>42064</c:v>
                </c:pt>
                <c:pt idx="97">
                  <c:v>42095</c:v>
                </c:pt>
                <c:pt idx="98">
                  <c:v>42125</c:v>
                </c:pt>
                <c:pt idx="99">
                  <c:v>42156</c:v>
                </c:pt>
                <c:pt idx="100">
                  <c:v>42186</c:v>
                </c:pt>
                <c:pt idx="101">
                  <c:v>42217</c:v>
                </c:pt>
                <c:pt idx="102">
                  <c:v>42248</c:v>
                </c:pt>
                <c:pt idx="103">
                  <c:v>42278</c:v>
                </c:pt>
                <c:pt idx="104">
                  <c:v>42309</c:v>
                </c:pt>
                <c:pt idx="105">
                  <c:v>42339</c:v>
                </c:pt>
                <c:pt idx="106">
                  <c:v>42370</c:v>
                </c:pt>
                <c:pt idx="107">
                  <c:v>42401</c:v>
                </c:pt>
                <c:pt idx="108">
                  <c:v>42430</c:v>
                </c:pt>
                <c:pt idx="109">
                  <c:v>42461</c:v>
                </c:pt>
                <c:pt idx="110">
                  <c:v>42491</c:v>
                </c:pt>
                <c:pt idx="111">
                  <c:v>42522</c:v>
                </c:pt>
                <c:pt idx="112">
                  <c:v>42552</c:v>
                </c:pt>
                <c:pt idx="113">
                  <c:v>42583</c:v>
                </c:pt>
                <c:pt idx="114">
                  <c:v>42614</c:v>
                </c:pt>
                <c:pt idx="115">
                  <c:v>42644</c:v>
                </c:pt>
                <c:pt idx="116">
                  <c:v>42675</c:v>
                </c:pt>
                <c:pt idx="117">
                  <c:v>42705</c:v>
                </c:pt>
                <c:pt idx="118">
                  <c:v>42736</c:v>
                </c:pt>
                <c:pt idx="119">
                  <c:v>42767</c:v>
                </c:pt>
                <c:pt idx="120">
                  <c:v>42795</c:v>
                </c:pt>
                <c:pt idx="121">
                  <c:v>42826</c:v>
                </c:pt>
                <c:pt idx="122">
                  <c:v>42856</c:v>
                </c:pt>
                <c:pt idx="123">
                  <c:v>42887</c:v>
                </c:pt>
                <c:pt idx="124">
                  <c:v>42917</c:v>
                </c:pt>
                <c:pt idx="125">
                  <c:v>42948</c:v>
                </c:pt>
                <c:pt idx="126">
                  <c:v>42979</c:v>
                </c:pt>
                <c:pt idx="127">
                  <c:v>43009</c:v>
                </c:pt>
                <c:pt idx="128">
                  <c:v>43040</c:v>
                </c:pt>
                <c:pt idx="129">
                  <c:v>43070</c:v>
                </c:pt>
                <c:pt idx="130">
                  <c:v>43101</c:v>
                </c:pt>
                <c:pt idx="131">
                  <c:v>43132</c:v>
                </c:pt>
                <c:pt idx="132">
                  <c:v>43160</c:v>
                </c:pt>
                <c:pt idx="133">
                  <c:v>43191</c:v>
                </c:pt>
                <c:pt idx="134">
                  <c:v>43221</c:v>
                </c:pt>
                <c:pt idx="135">
                  <c:v>43252</c:v>
                </c:pt>
                <c:pt idx="136">
                  <c:v>43282</c:v>
                </c:pt>
                <c:pt idx="137">
                  <c:v>43313</c:v>
                </c:pt>
                <c:pt idx="138">
                  <c:v>43344</c:v>
                </c:pt>
                <c:pt idx="139">
                  <c:v>43374</c:v>
                </c:pt>
                <c:pt idx="140">
                  <c:v>43405</c:v>
                </c:pt>
                <c:pt idx="141">
                  <c:v>43435</c:v>
                </c:pt>
                <c:pt idx="142">
                  <c:v>43466</c:v>
                </c:pt>
                <c:pt idx="143">
                  <c:v>43497</c:v>
                </c:pt>
                <c:pt idx="144">
                  <c:v>43525</c:v>
                </c:pt>
                <c:pt idx="145">
                  <c:v>43556</c:v>
                </c:pt>
                <c:pt idx="146">
                  <c:v>43586</c:v>
                </c:pt>
                <c:pt idx="147">
                  <c:v>43617</c:v>
                </c:pt>
                <c:pt idx="148">
                  <c:v>43647</c:v>
                </c:pt>
                <c:pt idx="149">
                  <c:v>43678</c:v>
                </c:pt>
                <c:pt idx="150">
                  <c:v>43709</c:v>
                </c:pt>
                <c:pt idx="151">
                  <c:v>43739</c:v>
                </c:pt>
                <c:pt idx="152">
                  <c:v>43770</c:v>
                </c:pt>
                <c:pt idx="153">
                  <c:v>43800</c:v>
                </c:pt>
                <c:pt idx="154">
                  <c:v>43831</c:v>
                </c:pt>
                <c:pt idx="155">
                  <c:v>43862</c:v>
                </c:pt>
                <c:pt idx="156">
                  <c:v>43891</c:v>
                </c:pt>
                <c:pt idx="157">
                  <c:v>43922</c:v>
                </c:pt>
                <c:pt idx="158">
                  <c:v>43952</c:v>
                </c:pt>
                <c:pt idx="159">
                  <c:v>43983</c:v>
                </c:pt>
                <c:pt idx="160">
                  <c:v>44013</c:v>
                </c:pt>
                <c:pt idx="161">
                  <c:v>44044</c:v>
                </c:pt>
                <c:pt idx="162">
                  <c:v>44075</c:v>
                </c:pt>
                <c:pt idx="163">
                  <c:v>44105</c:v>
                </c:pt>
                <c:pt idx="164">
                  <c:v>44136</c:v>
                </c:pt>
                <c:pt idx="165">
                  <c:v>44166</c:v>
                </c:pt>
                <c:pt idx="166">
                  <c:v>44197</c:v>
                </c:pt>
                <c:pt idx="167">
                  <c:v>44228</c:v>
                </c:pt>
                <c:pt idx="168">
                  <c:v>44256</c:v>
                </c:pt>
                <c:pt idx="169">
                  <c:v>44287</c:v>
                </c:pt>
                <c:pt idx="170">
                  <c:v>44317</c:v>
                </c:pt>
                <c:pt idx="171">
                  <c:v>44348</c:v>
                </c:pt>
                <c:pt idx="172">
                  <c:v>44378</c:v>
                </c:pt>
                <c:pt idx="173">
                  <c:v>44409</c:v>
                </c:pt>
                <c:pt idx="174">
                  <c:v>44440</c:v>
                </c:pt>
                <c:pt idx="175">
                  <c:v>44470</c:v>
                </c:pt>
                <c:pt idx="176">
                  <c:v>44501</c:v>
                </c:pt>
                <c:pt idx="177">
                  <c:v>44531</c:v>
                </c:pt>
                <c:pt idx="178">
                  <c:v>44562</c:v>
                </c:pt>
                <c:pt idx="179">
                  <c:v>44593</c:v>
                </c:pt>
                <c:pt idx="180">
                  <c:v>44621</c:v>
                </c:pt>
                <c:pt idx="181">
                  <c:v>44652</c:v>
                </c:pt>
                <c:pt idx="182">
                  <c:v>44682</c:v>
                </c:pt>
                <c:pt idx="183">
                  <c:v>44713</c:v>
                </c:pt>
                <c:pt idx="184">
                  <c:v>44743</c:v>
                </c:pt>
                <c:pt idx="185">
                  <c:v>44774</c:v>
                </c:pt>
                <c:pt idx="186">
                  <c:v>44805</c:v>
                </c:pt>
                <c:pt idx="187">
                  <c:v>44835</c:v>
                </c:pt>
                <c:pt idx="188">
                  <c:v>44866</c:v>
                </c:pt>
                <c:pt idx="189">
                  <c:v>44896</c:v>
                </c:pt>
                <c:pt idx="190">
                  <c:v>44927</c:v>
                </c:pt>
                <c:pt idx="191">
                  <c:v>44958</c:v>
                </c:pt>
                <c:pt idx="192">
                  <c:v>44986</c:v>
                </c:pt>
                <c:pt idx="193">
                  <c:v>45017</c:v>
                </c:pt>
                <c:pt idx="194">
                  <c:v>45047</c:v>
                </c:pt>
                <c:pt idx="195">
                  <c:v>45078</c:v>
                </c:pt>
                <c:pt idx="196">
                  <c:v>45108</c:v>
                </c:pt>
                <c:pt idx="197">
                  <c:v>45139</c:v>
                </c:pt>
                <c:pt idx="198">
                  <c:v>45170</c:v>
                </c:pt>
                <c:pt idx="199">
                  <c:v>45200</c:v>
                </c:pt>
                <c:pt idx="200">
                  <c:v>45231</c:v>
                </c:pt>
                <c:pt idx="201">
                  <c:v>45261</c:v>
                </c:pt>
                <c:pt idx="202">
                  <c:v>45292</c:v>
                </c:pt>
                <c:pt idx="203">
                  <c:v>45323</c:v>
                </c:pt>
                <c:pt idx="204">
                  <c:v>45352</c:v>
                </c:pt>
                <c:pt idx="205">
                  <c:v>45383</c:v>
                </c:pt>
                <c:pt idx="206">
                  <c:v>45413</c:v>
                </c:pt>
                <c:pt idx="207">
                  <c:v>45444</c:v>
                </c:pt>
                <c:pt idx="208">
                  <c:v>45474</c:v>
                </c:pt>
                <c:pt idx="209">
                  <c:v>45505</c:v>
                </c:pt>
                <c:pt idx="210">
                  <c:v>45536</c:v>
                </c:pt>
                <c:pt idx="211">
                  <c:v>45566</c:v>
                </c:pt>
                <c:pt idx="212">
                  <c:v>45597</c:v>
                </c:pt>
                <c:pt idx="213">
                  <c:v>45627</c:v>
                </c:pt>
                <c:pt idx="214">
                  <c:v>45658</c:v>
                </c:pt>
                <c:pt idx="215">
                  <c:v>45689</c:v>
                </c:pt>
                <c:pt idx="216">
                  <c:v>45717</c:v>
                </c:pt>
                <c:pt idx="217">
                  <c:v>45748</c:v>
                </c:pt>
                <c:pt idx="218">
                  <c:v>45778</c:v>
                </c:pt>
                <c:pt idx="219">
                  <c:v>45809</c:v>
                </c:pt>
                <c:pt idx="220">
                  <c:v>45839</c:v>
                </c:pt>
                <c:pt idx="221">
                  <c:v>45870</c:v>
                </c:pt>
                <c:pt idx="222">
                  <c:v>45901</c:v>
                </c:pt>
                <c:pt idx="223">
                  <c:v>45931</c:v>
                </c:pt>
              </c:numCache>
            </c:numRef>
          </c:cat>
          <c:val>
            <c:numRef>
              <c:f>Hoja1!$C$4:$C$227</c:f>
              <c:numCache>
                <c:formatCode>0.0%</c:formatCode>
                <c:ptCount val="224"/>
                <c:pt idx="0">
                  <c:v>4.3425548694646023E-2</c:v>
                </c:pt>
                <c:pt idx="1">
                  <c:v>4.3425548694646023E-2</c:v>
                </c:pt>
                <c:pt idx="2">
                  <c:v>4.3425548694646023E-2</c:v>
                </c:pt>
                <c:pt idx="3">
                  <c:v>4.3425548694646023E-2</c:v>
                </c:pt>
                <c:pt idx="4">
                  <c:v>4.3425548694646023E-2</c:v>
                </c:pt>
                <c:pt idx="5">
                  <c:v>4.3425548694646023E-2</c:v>
                </c:pt>
                <c:pt idx="6">
                  <c:v>4.3425548694646023E-2</c:v>
                </c:pt>
                <c:pt idx="7">
                  <c:v>4.3425548694646023E-2</c:v>
                </c:pt>
                <c:pt idx="8">
                  <c:v>4.3425548694646023E-2</c:v>
                </c:pt>
                <c:pt idx="9">
                  <c:v>4.3425548694646023E-2</c:v>
                </c:pt>
                <c:pt idx="10">
                  <c:v>4.3425548694646023E-2</c:v>
                </c:pt>
                <c:pt idx="11">
                  <c:v>4.3425548694646023E-2</c:v>
                </c:pt>
                <c:pt idx="12">
                  <c:v>4.3425548694646023E-2</c:v>
                </c:pt>
                <c:pt idx="13">
                  <c:v>4.3425548694646023E-2</c:v>
                </c:pt>
                <c:pt idx="14">
                  <c:v>4.3425548694646023E-2</c:v>
                </c:pt>
                <c:pt idx="15">
                  <c:v>4.3425548694646023E-2</c:v>
                </c:pt>
                <c:pt idx="16">
                  <c:v>4.3425548694646023E-2</c:v>
                </c:pt>
                <c:pt idx="17">
                  <c:v>4.3425548694646023E-2</c:v>
                </c:pt>
                <c:pt idx="18">
                  <c:v>4.3425548694646023E-2</c:v>
                </c:pt>
                <c:pt idx="19">
                  <c:v>4.3425548694646023E-2</c:v>
                </c:pt>
                <c:pt idx="20">
                  <c:v>4.3425548694646023E-2</c:v>
                </c:pt>
                <c:pt idx="21">
                  <c:v>4.3425548694646023E-2</c:v>
                </c:pt>
                <c:pt idx="22">
                  <c:v>4.3425548694646023E-2</c:v>
                </c:pt>
                <c:pt idx="23">
                  <c:v>4.3425548694646023E-2</c:v>
                </c:pt>
                <c:pt idx="24">
                  <c:v>4.3425548694646023E-2</c:v>
                </c:pt>
                <c:pt idx="25">
                  <c:v>4.3425548694646023E-2</c:v>
                </c:pt>
                <c:pt idx="26">
                  <c:v>4.3425548694646023E-2</c:v>
                </c:pt>
                <c:pt idx="27">
                  <c:v>4.3425548694646023E-2</c:v>
                </c:pt>
                <c:pt idx="28">
                  <c:v>4.3425548694646023E-2</c:v>
                </c:pt>
                <c:pt idx="29">
                  <c:v>4.3425548694646023E-2</c:v>
                </c:pt>
                <c:pt idx="30">
                  <c:v>4.3425548694646023E-2</c:v>
                </c:pt>
                <c:pt idx="31">
                  <c:v>4.3425548694646023E-2</c:v>
                </c:pt>
                <c:pt idx="32">
                  <c:v>4.3425548694646023E-2</c:v>
                </c:pt>
                <c:pt idx="33">
                  <c:v>4.3425548694646023E-2</c:v>
                </c:pt>
                <c:pt idx="34">
                  <c:v>4.3425548694646023E-2</c:v>
                </c:pt>
                <c:pt idx="35">
                  <c:v>4.3425548694646023E-2</c:v>
                </c:pt>
                <c:pt idx="36">
                  <c:v>4.3425548694646023E-2</c:v>
                </c:pt>
                <c:pt idx="37">
                  <c:v>4.3425548694646023E-2</c:v>
                </c:pt>
                <c:pt idx="38">
                  <c:v>4.3425548694646023E-2</c:v>
                </c:pt>
                <c:pt idx="39">
                  <c:v>4.3425548694646023E-2</c:v>
                </c:pt>
                <c:pt idx="40">
                  <c:v>4.3425548694646023E-2</c:v>
                </c:pt>
                <c:pt idx="41">
                  <c:v>4.3425548694646023E-2</c:v>
                </c:pt>
                <c:pt idx="42">
                  <c:v>4.3425548694646023E-2</c:v>
                </c:pt>
                <c:pt idx="43">
                  <c:v>4.3425548694646023E-2</c:v>
                </c:pt>
                <c:pt idx="44">
                  <c:v>4.3425548694646023E-2</c:v>
                </c:pt>
                <c:pt idx="45">
                  <c:v>4.3425548694646023E-2</c:v>
                </c:pt>
                <c:pt idx="46">
                  <c:v>4.3425548694646023E-2</c:v>
                </c:pt>
                <c:pt idx="47">
                  <c:v>4.3425548694646023E-2</c:v>
                </c:pt>
                <c:pt idx="48">
                  <c:v>4.3425548694646023E-2</c:v>
                </c:pt>
                <c:pt idx="49">
                  <c:v>4.3425548694646023E-2</c:v>
                </c:pt>
                <c:pt idx="50">
                  <c:v>4.3425548694646023E-2</c:v>
                </c:pt>
                <c:pt idx="51">
                  <c:v>4.3425548694646023E-2</c:v>
                </c:pt>
                <c:pt idx="52">
                  <c:v>4.3425548694646023E-2</c:v>
                </c:pt>
                <c:pt idx="53">
                  <c:v>4.3425548694646023E-2</c:v>
                </c:pt>
                <c:pt idx="54">
                  <c:v>4.3425548694646023E-2</c:v>
                </c:pt>
                <c:pt idx="55">
                  <c:v>4.3425548694646023E-2</c:v>
                </c:pt>
                <c:pt idx="56">
                  <c:v>4.3425548694646023E-2</c:v>
                </c:pt>
                <c:pt idx="57">
                  <c:v>4.3425548694646023E-2</c:v>
                </c:pt>
                <c:pt idx="58">
                  <c:v>4.3425548694646023E-2</c:v>
                </c:pt>
                <c:pt idx="59">
                  <c:v>4.3425548694646023E-2</c:v>
                </c:pt>
                <c:pt idx="60">
                  <c:v>4.3425548694646023E-2</c:v>
                </c:pt>
                <c:pt idx="61">
                  <c:v>4.3425548694646023E-2</c:v>
                </c:pt>
                <c:pt idx="62">
                  <c:v>4.3425548694646023E-2</c:v>
                </c:pt>
                <c:pt idx="63">
                  <c:v>4.3425548694646023E-2</c:v>
                </c:pt>
                <c:pt idx="64">
                  <c:v>4.3425548694646023E-2</c:v>
                </c:pt>
                <c:pt idx="65">
                  <c:v>4.3425548694646023E-2</c:v>
                </c:pt>
                <c:pt idx="66">
                  <c:v>4.3425548694646023E-2</c:v>
                </c:pt>
                <c:pt idx="67">
                  <c:v>4.3425548694646023E-2</c:v>
                </c:pt>
                <c:pt idx="68">
                  <c:v>4.3425548694646023E-2</c:v>
                </c:pt>
                <c:pt idx="69">
                  <c:v>4.3425548694646023E-2</c:v>
                </c:pt>
                <c:pt idx="70">
                  <c:v>4.3425548694646023E-2</c:v>
                </c:pt>
                <c:pt idx="71">
                  <c:v>4.3425548694646023E-2</c:v>
                </c:pt>
                <c:pt idx="72">
                  <c:v>4.3425548694646023E-2</c:v>
                </c:pt>
                <c:pt idx="73">
                  <c:v>4.3425548694646023E-2</c:v>
                </c:pt>
                <c:pt idx="74">
                  <c:v>4.3425548694646023E-2</c:v>
                </c:pt>
                <c:pt idx="75">
                  <c:v>4.3425548694646023E-2</c:v>
                </c:pt>
                <c:pt idx="76">
                  <c:v>4.3425548694646023E-2</c:v>
                </c:pt>
                <c:pt idx="77">
                  <c:v>4.3425548694646023E-2</c:v>
                </c:pt>
                <c:pt idx="78">
                  <c:v>4.3425548694646023E-2</c:v>
                </c:pt>
                <c:pt idx="79">
                  <c:v>4.3425548694646023E-2</c:v>
                </c:pt>
                <c:pt idx="80">
                  <c:v>4.3425548694646023E-2</c:v>
                </c:pt>
                <c:pt idx="81">
                  <c:v>4.3425548694646023E-2</c:v>
                </c:pt>
                <c:pt idx="82">
                  <c:v>4.3425548694646023E-2</c:v>
                </c:pt>
                <c:pt idx="83">
                  <c:v>4.3425548694646023E-2</c:v>
                </c:pt>
                <c:pt idx="84">
                  <c:v>4.3425548694646023E-2</c:v>
                </c:pt>
                <c:pt idx="85">
                  <c:v>4.3425548694646023E-2</c:v>
                </c:pt>
                <c:pt idx="86">
                  <c:v>4.3425548694646023E-2</c:v>
                </c:pt>
                <c:pt idx="87">
                  <c:v>4.3425548694646023E-2</c:v>
                </c:pt>
                <c:pt idx="88">
                  <c:v>4.3425548694646023E-2</c:v>
                </c:pt>
                <c:pt idx="89">
                  <c:v>4.3425548694646023E-2</c:v>
                </c:pt>
                <c:pt idx="90">
                  <c:v>4.3425548694646023E-2</c:v>
                </c:pt>
                <c:pt idx="91">
                  <c:v>4.3425548694646023E-2</c:v>
                </c:pt>
                <c:pt idx="92">
                  <c:v>4.3425548694646023E-2</c:v>
                </c:pt>
                <c:pt idx="93">
                  <c:v>4.3425548694646023E-2</c:v>
                </c:pt>
                <c:pt idx="94">
                  <c:v>4.3425548694646023E-2</c:v>
                </c:pt>
                <c:pt idx="95">
                  <c:v>4.3425548694646023E-2</c:v>
                </c:pt>
                <c:pt idx="96">
                  <c:v>4.3425548694646023E-2</c:v>
                </c:pt>
                <c:pt idx="97">
                  <c:v>4.3425548694646023E-2</c:v>
                </c:pt>
                <c:pt idx="98">
                  <c:v>4.3425548694646023E-2</c:v>
                </c:pt>
                <c:pt idx="99">
                  <c:v>4.3425548694646023E-2</c:v>
                </c:pt>
                <c:pt idx="100">
                  <c:v>4.3425548694646023E-2</c:v>
                </c:pt>
                <c:pt idx="101">
                  <c:v>4.3425548694646023E-2</c:v>
                </c:pt>
                <c:pt idx="102">
                  <c:v>4.3425548694646023E-2</c:v>
                </c:pt>
                <c:pt idx="103">
                  <c:v>4.3425548694646023E-2</c:v>
                </c:pt>
                <c:pt idx="104">
                  <c:v>4.3425548694646023E-2</c:v>
                </c:pt>
                <c:pt idx="105">
                  <c:v>4.3425548694646023E-2</c:v>
                </c:pt>
                <c:pt idx="106">
                  <c:v>4.3425548694646023E-2</c:v>
                </c:pt>
                <c:pt idx="107">
                  <c:v>4.3425548694646023E-2</c:v>
                </c:pt>
                <c:pt idx="108">
                  <c:v>4.3425548694646023E-2</c:v>
                </c:pt>
                <c:pt idx="109">
                  <c:v>4.3425548694646023E-2</c:v>
                </c:pt>
                <c:pt idx="110">
                  <c:v>4.3425548694646023E-2</c:v>
                </c:pt>
                <c:pt idx="111">
                  <c:v>4.3425548694646023E-2</c:v>
                </c:pt>
                <c:pt idx="112">
                  <c:v>4.3425548694646023E-2</c:v>
                </c:pt>
                <c:pt idx="113">
                  <c:v>4.3425548694646023E-2</c:v>
                </c:pt>
                <c:pt idx="114">
                  <c:v>4.3425548694646023E-2</c:v>
                </c:pt>
                <c:pt idx="115">
                  <c:v>4.3425548694646023E-2</c:v>
                </c:pt>
                <c:pt idx="116">
                  <c:v>4.3425548694646023E-2</c:v>
                </c:pt>
                <c:pt idx="117">
                  <c:v>4.3425548694646023E-2</c:v>
                </c:pt>
                <c:pt idx="118">
                  <c:v>4.3425548694646023E-2</c:v>
                </c:pt>
                <c:pt idx="119">
                  <c:v>4.3425548694646023E-2</c:v>
                </c:pt>
                <c:pt idx="120">
                  <c:v>4.3425548694646023E-2</c:v>
                </c:pt>
                <c:pt idx="121">
                  <c:v>4.3425548694646023E-2</c:v>
                </c:pt>
                <c:pt idx="122">
                  <c:v>4.3425548694646023E-2</c:v>
                </c:pt>
                <c:pt idx="123">
                  <c:v>4.3425548694646023E-2</c:v>
                </c:pt>
                <c:pt idx="124">
                  <c:v>4.3425548694646023E-2</c:v>
                </c:pt>
                <c:pt idx="125">
                  <c:v>4.3425548694646023E-2</c:v>
                </c:pt>
                <c:pt idx="126">
                  <c:v>4.3425548694646023E-2</c:v>
                </c:pt>
                <c:pt idx="127">
                  <c:v>4.3425548694646023E-2</c:v>
                </c:pt>
                <c:pt idx="128">
                  <c:v>4.3425548694646023E-2</c:v>
                </c:pt>
                <c:pt idx="129">
                  <c:v>4.3425548694646023E-2</c:v>
                </c:pt>
                <c:pt idx="130">
                  <c:v>4.3425548694646023E-2</c:v>
                </c:pt>
                <c:pt idx="131">
                  <c:v>4.3425548694646023E-2</c:v>
                </c:pt>
                <c:pt idx="132">
                  <c:v>4.3425548694646023E-2</c:v>
                </c:pt>
                <c:pt idx="133">
                  <c:v>4.3425548694646023E-2</c:v>
                </c:pt>
                <c:pt idx="134">
                  <c:v>4.3425548694646023E-2</c:v>
                </c:pt>
                <c:pt idx="135">
                  <c:v>4.3425548694646023E-2</c:v>
                </c:pt>
                <c:pt idx="136">
                  <c:v>4.3425548694646023E-2</c:v>
                </c:pt>
                <c:pt idx="137">
                  <c:v>4.3425548694646023E-2</c:v>
                </c:pt>
                <c:pt idx="138">
                  <c:v>4.3425548694646023E-2</c:v>
                </c:pt>
                <c:pt idx="139">
                  <c:v>4.3425548694646023E-2</c:v>
                </c:pt>
                <c:pt idx="140">
                  <c:v>4.3425548694646023E-2</c:v>
                </c:pt>
                <c:pt idx="141">
                  <c:v>4.3425548694646023E-2</c:v>
                </c:pt>
                <c:pt idx="142">
                  <c:v>4.3425548694646023E-2</c:v>
                </c:pt>
                <c:pt idx="143">
                  <c:v>4.3425548694646023E-2</c:v>
                </c:pt>
                <c:pt idx="144">
                  <c:v>4.3425548694646023E-2</c:v>
                </c:pt>
                <c:pt idx="145">
                  <c:v>4.3425548694646023E-2</c:v>
                </c:pt>
                <c:pt idx="146">
                  <c:v>4.3425548694646023E-2</c:v>
                </c:pt>
                <c:pt idx="147">
                  <c:v>4.3425548694646023E-2</c:v>
                </c:pt>
                <c:pt idx="148">
                  <c:v>4.3425548694646023E-2</c:v>
                </c:pt>
                <c:pt idx="149">
                  <c:v>4.3425548694646023E-2</c:v>
                </c:pt>
                <c:pt idx="150">
                  <c:v>4.3425548694646023E-2</c:v>
                </c:pt>
                <c:pt idx="151">
                  <c:v>4.3425548694646023E-2</c:v>
                </c:pt>
                <c:pt idx="152">
                  <c:v>4.3425548694646023E-2</c:v>
                </c:pt>
                <c:pt idx="153">
                  <c:v>4.3425548694646023E-2</c:v>
                </c:pt>
                <c:pt idx="154">
                  <c:v>4.3425548694646023E-2</c:v>
                </c:pt>
                <c:pt idx="155">
                  <c:v>4.3425548694646023E-2</c:v>
                </c:pt>
                <c:pt idx="156">
                  <c:v>4.3425548694646023E-2</c:v>
                </c:pt>
                <c:pt idx="157">
                  <c:v>4.3425548694646023E-2</c:v>
                </c:pt>
                <c:pt idx="158">
                  <c:v>4.3425548694646023E-2</c:v>
                </c:pt>
                <c:pt idx="159">
                  <c:v>4.3425548694646023E-2</c:v>
                </c:pt>
                <c:pt idx="160">
                  <c:v>4.3425548694646023E-2</c:v>
                </c:pt>
                <c:pt idx="161">
                  <c:v>4.3425548694646023E-2</c:v>
                </c:pt>
                <c:pt idx="162">
                  <c:v>4.3425548694646023E-2</c:v>
                </c:pt>
                <c:pt idx="163">
                  <c:v>4.3425548694646023E-2</c:v>
                </c:pt>
                <c:pt idx="164">
                  <c:v>4.3425548694646023E-2</c:v>
                </c:pt>
                <c:pt idx="165">
                  <c:v>4.3425548694646023E-2</c:v>
                </c:pt>
                <c:pt idx="166">
                  <c:v>4.3425548694646023E-2</c:v>
                </c:pt>
                <c:pt idx="167">
                  <c:v>4.3425548694646023E-2</c:v>
                </c:pt>
                <c:pt idx="168">
                  <c:v>4.3425548694646023E-2</c:v>
                </c:pt>
                <c:pt idx="169">
                  <c:v>4.3425548694646023E-2</c:v>
                </c:pt>
                <c:pt idx="170">
                  <c:v>4.3425548694646023E-2</c:v>
                </c:pt>
                <c:pt idx="171">
                  <c:v>4.3425548694646023E-2</c:v>
                </c:pt>
                <c:pt idx="172">
                  <c:v>4.3425548694646023E-2</c:v>
                </c:pt>
                <c:pt idx="173">
                  <c:v>4.3425548694646023E-2</c:v>
                </c:pt>
                <c:pt idx="174">
                  <c:v>4.3425548694646023E-2</c:v>
                </c:pt>
                <c:pt idx="175">
                  <c:v>4.3425548694646023E-2</c:v>
                </c:pt>
                <c:pt idx="176">
                  <c:v>4.3425548694646023E-2</c:v>
                </c:pt>
                <c:pt idx="177">
                  <c:v>4.3425548694646023E-2</c:v>
                </c:pt>
                <c:pt idx="178">
                  <c:v>4.3425548694646023E-2</c:v>
                </c:pt>
                <c:pt idx="179">
                  <c:v>4.3425548694646023E-2</c:v>
                </c:pt>
                <c:pt idx="180">
                  <c:v>4.3425548694646023E-2</c:v>
                </c:pt>
                <c:pt idx="181">
                  <c:v>4.3425548694646023E-2</c:v>
                </c:pt>
                <c:pt idx="182">
                  <c:v>4.3425548694646023E-2</c:v>
                </c:pt>
                <c:pt idx="183">
                  <c:v>4.3425548694646023E-2</c:v>
                </c:pt>
                <c:pt idx="184">
                  <c:v>4.3425548694646023E-2</c:v>
                </c:pt>
                <c:pt idx="185">
                  <c:v>4.3425548694646023E-2</c:v>
                </c:pt>
                <c:pt idx="186">
                  <c:v>4.3425548694646023E-2</c:v>
                </c:pt>
                <c:pt idx="187">
                  <c:v>4.3425548694646023E-2</c:v>
                </c:pt>
                <c:pt idx="188">
                  <c:v>4.3425548694646023E-2</c:v>
                </c:pt>
                <c:pt idx="189">
                  <c:v>4.3425548694646023E-2</c:v>
                </c:pt>
                <c:pt idx="190">
                  <c:v>4.3425548694646023E-2</c:v>
                </c:pt>
                <c:pt idx="191">
                  <c:v>4.3425548694646023E-2</c:v>
                </c:pt>
                <c:pt idx="192">
                  <c:v>4.3425548694646023E-2</c:v>
                </c:pt>
                <c:pt idx="193">
                  <c:v>4.3425548694646023E-2</c:v>
                </c:pt>
                <c:pt idx="194">
                  <c:v>4.3425548694646023E-2</c:v>
                </c:pt>
                <c:pt idx="195">
                  <c:v>4.3425548694646023E-2</c:v>
                </c:pt>
                <c:pt idx="196">
                  <c:v>4.3425548694646023E-2</c:v>
                </c:pt>
                <c:pt idx="197">
                  <c:v>4.3425548694646023E-2</c:v>
                </c:pt>
                <c:pt idx="198">
                  <c:v>4.3425548694646023E-2</c:v>
                </c:pt>
                <c:pt idx="199">
                  <c:v>4.3425548694646023E-2</c:v>
                </c:pt>
                <c:pt idx="200">
                  <c:v>4.3425548694646023E-2</c:v>
                </c:pt>
                <c:pt idx="201">
                  <c:v>4.3425548694646023E-2</c:v>
                </c:pt>
                <c:pt idx="202">
                  <c:v>4.3425548694646023E-2</c:v>
                </c:pt>
                <c:pt idx="203">
                  <c:v>4.3425548694646023E-2</c:v>
                </c:pt>
                <c:pt idx="204">
                  <c:v>4.3425548694646023E-2</c:v>
                </c:pt>
                <c:pt idx="205">
                  <c:v>4.3425548694646023E-2</c:v>
                </c:pt>
                <c:pt idx="206">
                  <c:v>4.3425548694646023E-2</c:v>
                </c:pt>
                <c:pt idx="207">
                  <c:v>4.3425548694646023E-2</c:v>
                </c:pt>
                <c:pt idx="208">
                  <c:v>4.3425548694646023E-2</c:v>
                </c:pt>
                <c:pt idx="209">
                  <c:v>4.3425548694646023E-2</c:v>
                </c:pt>
                <c:pt idx="210">
                  <c:v>4.3425548694646023E-2</c:v>
                </c:pt>
                <c:pt idx="211">
                  <c:v>4.3425548694646023E-2</c:v>
                </c:pt>
                <c:pt idx="212">
                  <c:v>4.3425548694646023E-2</c:v>
                </c:pt>
                <c:pt idx="213">
                  <c:v>4.3425548694646023E-2</c:v>
                </c:pt>
                <c:pt idx="214">
                  <c:v>4.3425548694646023E-2</c:v>
                </c:pt>
                <c:pt idx="215">
                  <c:v>4.3425548694646023E-2</c:v>
                </c:pt>
                <c:pt idx="216">
                  <c:v>4.3425548694646023E-2</c:v>
                </c:pt>
                <c:pt idx="217">
                  <c:v>4.3425548694646023E-2</c:v>
                </c:pt>
                <c:pt idx="218">
                  <c:v>4.3425548694646023E-2</c:v>
                </c:pt>
                <c:pt idx="219">
                  <c:v>4.3425548694646023E-2</c:v>
                </c:pt>
                <c:pt idx="220">
                  <c:v>4.3425548694646023E-2</c:v>
                </c:pt>
                <c:pt idx="221">
                  <c:v>4.3425548694646023E-2</c:v>
                </c:pt>
                <c:pt idx="222">
                  <c:v>4.3425548694646023E-2</c:v>
                </c:pt>
                <c:pt idx="223">
                  <c:v>4.3425548694646023E-2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3-40F5-4B01-8C59-F036EDF1432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00532136"/>
        <c:axId val="700532528"/>
      </c:lineChart>
      <c:dateAx>
        <c:axId val="700532136"/>
        <c:scaling>
          <c:orientation val="minMax"/>
          <c:max val="45931"/>
          <c:min val="39356"/>
        </c:scaling>
        <c:delete val="0"/>
        <c:axPos val="b"/>
        <c:numFmt formatCode="mmm\-yy" sourceLinked="1"/>
        <c:majorTickMark val="in"/>
        <c:minorTickMark val="none"/>
        <c:tickLblPos val="low"/>
        <c:spPr>
          <a:ln>
            <a:solidFill>
              <a:prstClr val="black"/>
            </a:solidFill>
          </a:ln>
        </c:spPr>
        <c:txPr>
          <a:bodyPr rot="-5400000" vert="horz"/>
          <a:lstStyle/>
          <a:p>
            <a:pPr>
              <a:defRPr sz="1200">
                <a:latin typeface="Dosis" pitchFamily="2" charset="0"/>
              </a:defRPr>
            </a:pPr>
            <a:endParaRPr lang="es-CO"/>
          </a:p>
        </c:txPr>
        <c:crossAx val="700532528"/>
        <c:crosses val="autoZero"/>
        <c:auto val="1"/>
        <c:lblOffset val="100"/>
        <c:baseTimeUnit val="months"/>
        <c:majorUnit val="12"/>
        <c:majorTimeUnit val="months"/>
      </c:dateAx>
      <c:valAx>
        <c:axId val="700532528"/>
        <c:scaling>
          <c:orientation val="minMax"/>
          <c:max val="0.5"/>
          <c:min val="-0.65000000000000013"/>
        </c:scaling>
        <c:delete val="0"/>
        <c:axPos val="l"/>
        <c:numFmt formatCode="0%" sourceLinked="0"/>
        <c:majorTickMark val="in"/>
        <c:minorTickMark val="none"/>
        <c:tickLblPos val="nextTo"/>
        <c:spPr>
          <a:ln>
            <a:solidFill>
              <a:prstClr val="black"/>
            </a:solidFill>
          </a:ln>
        </c:spPr>
        <c:txPr>
          <a:bodyPr/>
          <a:lstStyle/>
          <a:p>
            <a:pPr>
              <a:defRPr sz="1200">
                <a:latin typeface="Dosis" pitchFamily="2" charset="0"/>
              </a:defRPr>
            </a:pPr>
            <a:endParaRPr lang="es-CO"/>
          </a:p>
        </c:txPr>
        <c:crossAx val="700532136"/>
        <c:crosses val="autoZero"/>
        <c:crossBetween val="between"/>
        <c:majorUnit val="0.1"/>
      </c:valAx>
    </c:plotArea>
    <c:legend>
      <c:legendPos val="t"/>
      <c:overlay val="0"/>
      <c:txPr>
        <a:bodyPr/>
        <a:lstStyle/>
        <a:p>
          <a:pPr>
            <a:defRPr sz="1200">
              <a:latin typeface="Dosis" pitchFamily="2" charset="0"/>
            </a:defRPr>
          </a:pPr>
          <a:endParaRPr lang="es-CO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s-CO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26"/>
    </mc:Choice>
    <mc:Fallback>
      <c:style val="26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232821429276752"/>
          <c:y val="4.8108927550661686E-2"/>
          <c:w val="0.85651895159797053"/>
          <c:h val="0.6663254248396440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oct-24</c:v>
                </c:pt>
              </c:strCache>
            </c:strRef>
          </c:tx>
          <c:spPr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c:spPr>
          <c:invertIfNegative val="0"/>
          <c:cat>
            <c:strRef>
              <c:f>Hoja1!$A$2:$A$6</c:f>
              <c:strCache>
                <c:ptCount val="5"/>
                <c:pt idx="0">
                  <c:v>Bogotá</c:v>
                </c:pt>
                <c:pt idx="1">
                  <c:v>Medellín</c:v>
                </c:pt>
                <c:pt idx="2">
                  <c:v>Cali</c:v>
                </c:pt>
                <c:pt idx="3">
                  <c:v>Barranquilla</c:v>
                </c:pt>
                <c:pt idx="4">
                  <c:v>Bucaramanga</c:v>
                </c:pt>
              </c:strCache>
            </c:strRef>
          </c:cat>
          <c:val>
            <c:numRef>
              <c:f>Hoja1!$B$2:$B$6</c:f>
              <c:numCache>
                <c:formatCode>0.0%</c:formatCode>
                <c:ptCount val="5"/>
                <c:pt idx="0">
                  <c:v>-0.11899999999999999</c:v>
                </c:pt>
                <c:pt idx="1">
                  <c:v>-0.14299999999999999</c:v>
                </c:pt>
                <c:pt idx="2">
                  <c:v>3.5999999999999997E-2</c:v>
                </c:pt>
                <c:pt idx="3">
                  <c:v>-8.1000000000000003E-2</c:v>
                </c:pt>
                <c:pt idx="4">
                  <c:v>-0.45500000000000002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CE4-49E0-8AD9-147280C0E940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sep-25</c:v>
                </c:pt>
              </c:strCache>
            </c:strRef>
          </c:tx>
          <c:spPr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c:spPr>
          <c:invertIfNegative val="0"/>
          <c:cat>
            <c:strRef>
              <c:f>Hoja1!$A$2:$A$6</c:f>
              <c:strCache>
                <c:ptCount val="5"/>
                <c:pt idx="0">
                  <c:v>Bogotá</c:v>
                </c:pt>
                <c:pt idx="1">
                  <c:v>Medellín</c:v>
                </c:pt>
                <c:pt idx="2">
                  <c:v>Cali</c:v>
                </c:pt>
                <c:pt idx="3">
                  <c:v>Barranquilla</c:v>
                </c:pt>
                <c:pt idx="4">
                  <c:v>Bucaramanga</c:v>
                </c:pt>
              </c:strCache>
            </c:strRef>
          </c:cat>
          <c:val>
            <c:numRef>
              <c:f>Hoja1!$C$2:$C$6</c:f>
              <c:numCache>
                <c:formatCode>0.0%</c:formatCode>
                <c:ptCount val="5"/>
                <c:pt idx="0">
                  <c:v>-0.442</c:v>
                </c:pt>
                <c:pt idx="1">
                  <c:v>-8.7999999999999995E-2</c:v>
                </c:pt>
                <c:pt idx="2">
                  <c:v>-0.313</c:v>
                </c:pt>
                <c:pt idx="3">
                  <c:v>2.8000000000000001E-2</c:v>
                </c:pt>
                <c:pt idx="4">
                  <c:v>-0.23799999999999999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CE4-49E0-8AD9-147280C0E940}"/>
            </c:ext>
          </c:extLst>
        </c:ser>
        <c:ser>
          <c:idx val="3"/>
          <c:order val="2"/>
          <c:tx>
            <c:strRef>
              <c:f>Hoja1!$D$1</c:f>
              <c:strCache>
                <c:ptCount val="1"/>
                <c:pt idx="0">
                  <c:v>oct-25</c:v>
                </c:pt>
              </c:strCache>
            </c:strRef>
          </c:tx>
          <c:spPr>
            <a:solidFill>
              <a:schemeClr val="accent3"/>
            </a:solidFill>
            <a:ln>
              <a:solidFill>
                <a:schemeClr val="accent3"/>
              </a:solidFill>
            </a:ln>
          </c:spPr>
          <c:invertIfNegative val="0"/>
          <c:dLbls>
            <c:dLbl>
              <c:idx val="0"/>
              <c:layout>
                <c:manualLayout>
                  <c:x val="4.3844354727222944E-2"/>
                  <c:y val="-2.2159701260785442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7036-4161-978F-C1C6B69C3A76}"/>
                </c:ext>
              </c:extLst>
            </c:dLbl>
            <c:dLbl>
              <c:idx val="1"/>
              <c:layout>
                <c:manualLayout>
                  <c:x val="2.3801462963030089E-2"/>
                  <c:y val="-2.8906039829955446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036-4161-978F-C1C6B69C3A76}"/>
                </c:ext>
              </c:extLst>
            </c:dLbl>
            <c:dLbl>
              <c:idx val="2"/>
              <c:layout>
                <c:manualLayout>
                  <c:x val="1.2796593808705634E-2"/>
                  <c:y val="1.0580832134525717E-6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FD49-41AC-BD6D-5F3E3CCB45D9}"/>
                </c:ext>
              </c:extLst>
            </c:dLbl>
            <c:dLbl>
              <c:idx val="3"/>
              <c:layout>
                <c:manualLayout>
                  <c:x val="1.0237275046964507E-2"/>
                  <c:y val="-1.0077978087625568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7D8F-4A80-BB1A-26E528F20909}"/>
                </c:ext>
              </c:extLst>
            </c:dLbl>
            <c:dLbl>
              <c:idx val="4"/>
              <c:layout>
                <c:manualLayout>
                  <c:x val="-2.5593187617411269E-3"/>
                  <c:y val="-3.3591496820063161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9BEB-452E-8D7F-C09C492D981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 b="1">
                    <a:solidFill>
                      <a:schemeClr val="accent3"/>
                    </a:solidFill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Hoja1!$A$2:$A$6</c:f>
              <c:strCache>
                <c:ptCount val="5"/>
                <c:pt idx="0">
                  <c:v>Bogotá</c:v>
                </c:pt>
                <c:pt idx="1">
                  <c:v>Medellín</c:v>
                </c:pt>
                <c:pt idx="2">
                  <c:v>Cali</c:v>
                </c:pt>
                <c:pt idx="3">
                  <c:v>Barranquilla</c:v>
                </c:pt>
                <c:pt idx="4">
                  <c:v>Bucaramanga</c:v>
                </c:pt>
              </c:strCache>
            </c:strRef>
          </c:cat>
          <c:val>
            <c:numRef>
              <c:f>Hoja1!$D$2:$D$6</c:f>
              <c:numCache>
                <c:formatCode>0.0%</c:formatCode>
                <c:ptCount val="5"/>
                <c:pt idx="0">
                  <c:v>-0.29299999999999998</c:v>
                </c:pt>
                <c:pt idx="1">
                  <c:v>-0.26900000000000002</c:v>
                </c:pt>
                <c:pt idx="2">
                  <c:v>9.8000000000000004E-2</c:v>
                </c:pt>
                <c:pt idx="3">
                  <c:v>2E-3</c:v>
                </c:pt>
                <c:pt idx="4">
                  <c:v>-0.28999999999999998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CE4-49E0-8AD9-147280C0E9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700533312"/>
        <c:axId val="700533704"/>
      </c:barChart>
      <c:catAx>
        <c:axId val="700533312"/>
        <c:scaling>
          <c:orientation val="minMax"/>
        </c:scaling>
        <c:delete val="0"/>
        <c:axPos val="b"/>
        <c:numFmt formatCode="General" sourceLinked="1"/>
        <c:majorTickMark val="in"/>
        <c:minorTickMark val="none"/>
        <c:tickLblPos val="low"/>
        <c:spPr>
          <a:ln>
            <a:solidFill>
              <a:prstClr val="black"/>
            </a:solidFill>
          </a:ln>
        </c:spPr>
        <c:txPr>
          <a:bodyPr rot="-5400000" vert="horz"/>
          <a:lstStyle/>
          <a:p>
            <a:pPr>
              <a:defRPr sz="1200">
                <a:latin typeface="Dosis" pitchFamily="2" charset="0"/>
              </a:defRPr>
            </a:pPr>
            <a:endParaRPr lang="es-CO"/>
          </a:p>
        </c:txPr>
        <c:crossAx val="700533704"/>
        <c:crosses val="autoZero"/>
        <c:auto val="1"/>
        <c:lblAlgn val="ctr"/>
        <c:lblOffset val="100"/>
        <c:noMultiLvlLbl val="0"/>
      </c:catAx>
      <c:valAx>
        <c:axId val="700533704"/>
        <c:scaling>
          <c:orientation val="minMax"/>
          <c:max val="0.2"/>
        </c:scaling>
        <c:delete val="0"/>
        <c:axPos val="l"/>
        <c:numFmt formatCode="0%" sourceLinked="0"/>
        <c:majorTickMark val="in"/>
        <c:minorTickMark val="none"/>
        <c:tickLblPos val="nextTo"/>
        <c:spPr>
          <a:ln>
            <a:solidFill>
              <a:prstClr val="black"/>
            </a:solidFill>
          </a:ln>
        </c:spPr>
        <c:txPr>
          <a:bodyPr/>
          <a:lstStyle/>
          <a:p>
            <a:pPr>
              <a:defRPr>
                <a:latin typeface="Dosis" pitchFamily="2" charset="0"/>
              </a:defRPr>
            </a:pPr>
            <a:endParaRPr lang="es-CO"/>
          </a:p>
        </c:txPr>
        <c:crossAx val="700533312"/>
        <c:crosses val="autoZero"/>
        <c:crossBetween val="between"/>
        <c:majorUnit val="0.1"/>
      </c:valAx>
    </c:plotArea>
    <c:legend>
      <c:legendPos val="r"/>
      <c:layout>
        <c:manualLayout>
          <c:xMode val="edge"/>
          <c:yMode val="edge"/>
          <c:x val="0.34650576410980644"/>
          <c:y val="1.9791446508206369E-3"/>
          <c:w val="0.37617610720883149"/>
          <c:h val="0.11392942095928399"/>
        </c:manualLayout>
      </c:layout>
      <c:overlay val="0"/>
      <c:txPr>
        <a:bodyPr/>
        <a:lstStyle/>
        <a:p>
          <a:pPr>
            <a:defRPr sz="1000">
              <a:latin typeface="Dosis" pitchFamily="2" charset="0"/>
            </a:defRPr>
          </a:pPr>
          <a:endParaRPr lang="es-CO"/>
        </a:p>
      </c:txPr>
    </c:legend>
    <c:plotVisOnly val="1"/>
    <c:dispBlanksAs val="gap"/>
    <c:showDLblsOverMax val="0"/>
  </c:chart>
  <c:txPr>
    <a:bodyPr/>
    <a:lstStyle/>
    <a:p>
      <a:pPr>
        <a:defRPr sz="1000"/>
      </a:pPr>
      <a:endParaRPr lang="es-CO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5.6078148148148148E-2"/>
          <c:y val="9.9086485421591805E-2"/>
          <c:w val="0.90041259259259254"/>
          <c:h val="0.78095212765957445"/>
        </c:manualLayout>
      </c:layout>
      <c:lineChart>
        <c:grouping val="standard"/>
        <c:varyColors val="0"/>
        <c:ser>
          <c:idx val="0"/>
          <c:order val="0"/>
          <c:tx>
            <c:strRef>
              <c:f>'Comprar vivienda_Estrato '!$B$3</c:f>
              <c:strCache>
                <c:ptCount val="1"/>
                <c:pt idx="0">
                  <c:v>Alto </c:v>
                </c:pt>
              </c:strCache>
            </c:strRef>
          </c:tx>
          <c:spPr>
            <a:ln w="22225" cap="rnd">
              <a:solidFill>
                <a:srgbClr val="0070C0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DA16-48A8-B7A8-E2C85E67597D}"/>
                </c:ext>
              </c:extLst>
            </c:dLbl>
            <c:dLbl>
              <c:idx val="8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323-492E-835A-8FC65C1A5323}"/>
                </c:ext>
              </c:extLst>
            </c:dLbl>
            <c:dLbl>
              <c:idx val="84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CC01-45E0-A0BE-2CA0C32A198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rgbClr val="56A0D6"/>
                    </a:solidFill>
                    <a:latin typeface="Dosis" pitchFamily="2" charset="0"/>
                    <a:ea typeface="+mn-ea"/>
                    <a:cs typeface="+mn-cs"/>
                  </a:defRPr>
                </a:pPr>
                <a:endParaRPr lang="es-CO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'Comprar vivienda_Estrato '!$A$109:$A$193</c:f>
              <c:numCache>
                <c:formatCode>mmm\-yy</c:formatCode>
                <c:ptCount val="85"/>
                <c:pt idx="0">
                  <c:v>43374</c:v>
                </c:pt>
                <c:pt idx="1">
                  <c:v>43405</c:v>
                </c:pt>
                <c:pt idx="2">
                  <c:v>43435</c:v>
                </c:pt>
                <c:pt idx="3">
                  <c:v>43466</c:v>
                </c:pt>
                <c:pt idx="4">
                  <c:v>43497</c:v>
                </c:pt>
                <c:pt idx="5">
                  <c:v>43525</c:v>
                </c:pt>
                <c:pt idx="6">
                  <c:v>43556</c:v>
                </c:pt>
                <c:pt idx="7">
                  <c:v>43586</c:v>
                </c:pt>
                <c:pt idx="8">
                  <c:v>43617</c:v>
                </c:pt>
                <c:pt idx="9">
                  <c:v>43647</c:v>
                </c:pt>
                <c:pt idx="10">
                  <c:v>43678</c:v>
                </c:pt>
                <c:pt idx="11">
                  <c:v>43709</c:v>
                </c:pt>
                <c:pt idx="12">
                  <c:v>43739</c:v>
                </c:pt>
                <c:pt idx="13">
                  <c:v>43770</c:v>
                </c:pt>
                <c:pt idx="14">
                  <c:v>43800</c:v>
                </c:pt>
                <c:pt idx="15">
                  <c:v>43831</c:v>
                </c:pt>
                <c:pt idx="16">
                  <c:v>43862</c:v>
                </c:pt>
                <c:pt idx="17">
                  <c:v>43891</c:v>
                </c:pt>
                <c:pt idx="18">
                  <c:v>43922</c:v>
                </c:pt>
                <c:pt idx="19">
                  <c:v>43952</c:v>
                </c:pt>
                <c:pt idx="20">
                  <c:v>43983</c:v>
                </c:pt>
                <c:pt idx="21">
                  <c:v>44013</c:v>
                </c:pt>
                <c:pt idx="22">
                  <c:v>44044</c:v>
                </c:pt>
                <c:pt idx="23">
                  <c:v>44075</c:v>
                </c:pt>
                <c:pt idx="24">
                  <c:v>44105</c:v>
                </c:pt>
                <c:pt idx="25">
                  <c:v>44136</c:v>
                </c:pt>
                <c:pt idx="26">
                  <c:v>44166</c:v>
                </c:pt>
                <c:pt idx="27">
                  <c:v>44197</c:v>
                </c:pt>
                <c:pt idx="28">
                  <c:v>44228</c:v>
                </c:pt>
                <c:pt idx="29">
                  <c:v>44256</c:v>
                </c:pt>
                <c:pt idx="30">
                  <c:v>44287</c:v>
                </c:pt>
                <c:pt idx="31">
                  <c:v>44317</c:v>
                </c:pt>
                <c:pt idx="32">
                  <c:v>44348</c:v>
                </c:pt>
                <c:pt idx="33">
                  <c:v>44378</c:v>
                </c:pt>
                <c:pt idx="34">
                  <c:v>44409</c:v>
                </c:pt>
                <c:pt idx="35">
                  <c:v>44440</c:v>
                </c:pt>
                <c:pt idx="36">
                  <c:v>44470</c:v>
                </c:pt>
                <c:pt idx="37">
                  <c:v>44501</c:v>
                </c:pt>
                <c:pt idx="38">
                  <c:v>44531</c:v>
                </c:pt>
                <c:pt idx="39">
                  <c:v>44562</c:v>
                </c:pt>
                <c:pt idx="40">
                  <c:v>44593</c:v>
                </c:pt>
                <c:pt idx="41">
                  <c:v>44621</c:v>
                </c:pt>
                <c:pt idx="42">
                  <c:v>44652</c:v>
                </c:pt>
                <c:pt idx="43">
                  <c:v>44682</c:v>
                </c:pt>
                <c:pt idx="44">
                  <c:v>44713</c:v>
                </c:pt>
                <c:pt idx="45">
                  <c:v>44743</c:v>
                </c:pt>
                <c:pt idx="46">
                  <c:v>44774</c:v>
                </c:pt>
                <c:pt idx="47">
                  <c:v>44805</c:v>
                </c:pt>
                <c:pt idx="48">
                  <c:v>44835</c:v>
                </c:pt>
                <c:pt idx="49">
                  <c:v>44866</c:v>
                </c:pt>
                <c:pt idx="50">
                  <c:v>44896</c:v>
                </c:pt>
                <c:pt idx="51">
                  <c:v>44927</c:v>
                </c:pt>
                <c:pt idx="52">
                  <c:v>44958</c:v>
                </c:pt>
                <c:pt idx="53">
                  <c:v>44986</c:v>
                </c:pt>
                <c:pt idx="54">
                  <c:v>45017</c:v>
                </c:pt>
                <c:pt idx="55">
                  <c:v>45047</c:v>
                </c:pt>
                <c:pt idx="56">
                  <c:v>45078</c:v>
                </c:pt>
                <c:pt idx="57">
                  <c:v>45108</c:v>
                </c:pt>
                <c:pt idx="58">
                  <c:v>45139</c:v>
                </c:pt>
                <c:pt idx="59">
                  <c:v>45170</c:v>
                </c:pt>
                <c:pt idx="60">
                  <c:v>45200</c:v>
                </c:pt>
                <c:pt idx="61">
                  <c:v>45231</c:v>
                </c:pt>
                <c:pt idx="62">
                  <c:v>45261</c:v>
                </c:pt>
                <c:pt idx="63">
                  <c:v>45292</c:v>
                </c:pt>
                <c:pt idx="64">
                  <c:v>45323</c:v>
                </c:pt>
                <c:pt idx="65">
                  <c:v>45352</c:v>
                </c:pt>
                <c:pt idx="66">
                  <c:v>45383</c:v>
                </c:pt>
                <c:pt idx="67">
                  <c:v>45413</c:v>
                </c:pt>
                <c:pt idx="68">
                  <c:v>45444</c:v>
                </c:pt>
                <c:pt idx="69">
                  <c:v>45474</c:v>
                </c:pt>
                <c:pt idx="70">
                  <c:v>45505</c:v>
                </c:pt>
                <c:pt idx="71">
                  <c:v>45536</c:v>
                </c:pt>
                <c:pt idx="72">
                  <c:v>45566</c:v>
                </c:pt>
                <c:pt idx="73">
                  <c:v>45597</c:v>
                </c:pt>
                <c:pt idx="74">
                  <c:v>45627</c:v>
                </c:pt>
                <c:pt idx="75">
                  <c:v>45658</c:v>
                </c:pt>
                <c:pt idx="76">
                  <c:v>45689</c:v>
                </c:pt>
                <c:pt idx="77">
                  <c:v>45717</c:v>
                </c:pt>
                <c:pt idx="78">
                  <c:v>45748</c:v>
                </c:pt>
                <c:pt idx="79">
                  <c:v>45778</c:v>
                </c:pt>
                <c:pt idx="80">
                  <c:v>45809</c:v>
                </c:pt>
                <c:pt idx="81">
                  <c:v>45839</c:v>
                </c:pt>
                <c:pt idx="82">
                  <c:v>45870</c:v>
                </c:pt>
                <c:pt idx="83">
                  <c:v>45901</c:v>
                </c:pt>
                <c:pt idx="84">
                  <c:v>45931</c:v>
                </c:pt>
              </c:numCache>
            </c:numRef>
          </c:cat>
          <c:val>
            <c:numRef>
              <c:f>'Comprar vivienda_Estrato '!$B$109:$B$193</c:f>
              <c:numCache>
                <c:formatCode>0.0%</c:formatCode>
                <c:ptCount val="85"/>
                <c:pt idx="0">
                  <c:v>5.2000000000000005E-2</c:v>
                </c:pt>
                <c:pt idx="1">
                  <c:v>-0.21899999999999997</c:v>
                </c:pt>
                <c:pt idx="2">
                  <c:v>4.9000000000000002E-2</c:v>
                </c:pt>
                <c:pt idx="3">
                  <c:v>0.13200000000000001</c:v>
                </c:pt>
                <c:pt idx="4">
                  <c:v>-7.0000000000000007E-2</c:v>
                </c:pt>
                <c:pt idx="5">
                  <c:v>-0.13699999999999998</c:v>
                </c:pt>
                <c:pt idx="6">
                  <c:v>0.14800000000000002</c:v>
                </c:pt>
                <c:pt idx="7">
                  <c:v>-8.5999999999999993E-2</c:v>
                </c:pt>
                <c:pt idx="8">
                  <c:v>2.1000000000000001E-2</c:v>
                </c:pt>
                <c:pt idx="9">
                  <c:v>3.7999999999999999E-2</c:v>
                </c:pt>
                <c:pt idx="10">
                  <c:v>-0.14899999999999999</c:v>
                </c:pt>
                <c:pt idx="11">
                  <c:v>-0.23600000000000002</c:v>
                </c:pt>
                <c:pt idx="12">
                  <c:v>-0.39100000000000001</c:v>
                </c:pt>
                <c:pt idx="13">
                  <c:v>0.25</c:v>
                </c:pt>
                <c:pt idx="14">
                  <c:v>0.109</c:v>
                </c:pt>
                <c:pt idx="15">
                  <c:v>0.125</c:v>
                </c:pt>
                <c:pt idx="16">
                  <c:v>0.13700000000000001</c:v>
                </c:pt>
                <c:pt idx="17">
                  <c:v>-0.152</c:v>
                </c:pt>
                <c:pt idx="18">
                  <c:v>-0.52200000000000002</c:v>
                </c:pt>
                <c:pt idx="19">
                  <c:v>-6.7000000000000004E-2</c:v>
                </c:pt>
                <c:pt idx="20">
                  <c:v>-0.26500000000000001</c:v>
                </c:pt>
                <c:pt idx="21">
                  <c:v>-0.26300000000000001</c:v>
                </c:pt>
                <c:pt idx="22">
                  <c:v>0.26600000000000001</c:v>
                </c:pt>
                <c:pt idx="23">
                  <c:v>5.0999999999999997E-2</c:v>
                </c:pt>
                <c:pt idx="24">
                  <c:v>0.19700000000000001</c:v>
                </c:pt>
                <c:pt idx="25">
                  <c:v>8.7999999999999995E-2</c:v>
                </c:pt>
                <c:pt idx="26">
                  <c:v>0.44800000000000001</c:v>
                </c:pt>
                <c:pt idx="27">
                  <c:v>0.17100000000000001</c:v>
                </c:pt>
                <c:pt idx="28">
                  <c:v>9.6000000000000002E-2</c:v>
                </c:pt>
                <c:pt idx="29">
                  <c:v>0.22500000000000001</c:v>
                </c:pt>
                <c:pt idx="30">
                  <c:v>0.13100000000000001</c:v>
                </c:pt>
                <c:pt idx="31">
                  <c:v>0.124</c:v>
                </c:pt>
                <c:pt idx="32">
                  <c:v>0.18099999999999999</c:v>
                </c:pt>
                <c:pt idx="33">
                  <c:v>-2.1999999999999999E-2</c:v>
                </c:pt>
                <c:pt idx="34">
                  <c:v>0.46500000000000002</c:v>
                </c:pt>
                <c:pt idx="35">
                  <c:v>0.154</c:v>
                </c:pt>
                <c:pt idx="36">
                  <c:v>0.09</c:v>
                </c:pt>
                <c:pt idx="37">
                  <c:v>-9.6000000000000002E-2</c:v>
                </c:pt>
                <c:pt idx="38">
                  <c:v>3.5999999999999997E-2</c:v>
                </c:pt>
                <c:pt idx="39">
                  <c:v>0.38200000000000001</c:v>
                </c:pt>
                <c:pt idx="40">
                  <c:v>0.13800000000000001</c:v>
                </c:pt>
                <c:pt idx="41">
                  <c:v>-0.5</c:v>
                </c:pt>
                <c:pt idx="42">
                  <c:v>-0.35</c:v>
                </c:pt>
                <c:pt idx="43">
                  <c:v>-0.14199999999999999</c:v>
                </c:pt>
                <c:pt idx="44">
                  <c:v>-0.26400000000000001</c:v>
                </c:pt>
                <c:pt idx="45">
                  <c:v>-0.58099999999999996</c:v>
                </c:pt>
                <c:pt idx="46">
                  <c:v>-0.433</c:v>
                </c:pt>
                <c:pt idx="47">
                  <c:v>-0.40799999999999997</c:v>
                </c:pt>
                <c:pt idx="48">
                  <c:v>-0.36599999999999999</c:v>
                </c:pt>
                <c:pt idx="49">
                  <c:v>-0.34299999999999997</c:v>
                </c:pt>
                <c:pt idx="50">
                  <c:v>-0.81200000000000006</c:v>
                </c:pt>
                <c:pt idx="51">
                  <c:v>-0.53800000000000003</c:v>
                </c:pt>
                <c:pt idx="52">
                  <c:v>-0.64900000000000002</c:v>
                </c:pt>
                <c:pt idx="53">
                  <c:v>-0.88</c:v>
                </c:pt>
                <c:pt idx="54">
                  <c:v>-0.72</c:v>
                </c:pt>
                <c:pt idx="55">
                  <c:v>-0.68500000000000005</c:v>
                </c:pt>
                <c:pt idx="56">
                  <c:v>-0.501</c:v>
                </c:pt>
                <c:pt idx="57">
                  <c:v>-0.70199999999999996</c:v>
                </c:pt>
                <c:pt idx="58">
                  <c:v>-0.76200000000000001</c:v>
                </c:pt>
                <c:pt idx="59">
                  <c:v>-0.69899999999999995</c:v>
                </c:pt>
                <c:pt idx="60">
                  <c:v>-0.79200000000000004</c:v>
                </c:pt>
                <c:pt idx="61">
                  <c:v>-0.53</c:v>
                </c:pt>
                <c:pt idx="62">
                  <c:v>-0.69099999999999995</c:v>
                </c:pt>
                <c:pt idx="63">
                  <c:v>-0.66</c:v>
                </c:pt>
                <c:pt idx="64">
                  <c:v>-0.45700000000000002</c:v>
                </c:pt>
                <c:pt idx="65">
                  <c:v>-0.57099999999999995</c:v>
                </c:pt>
                <c:pt idx="66">
                  <c:v>-0.65</c:v>
                </c:pt>
                <c:pt idx="67">
                  <c:v>-0.39600000000000002</c:v>
                </c:pt>
                <c:pt idx="68">
                  <c:v>-0.76200000000000001</c:v>
                </c:pt>
                <c:pt idx="69">
                  <c:v>-0.30199999999999999</c:v>
                </c:pt>
                <c:pt idx="70">
                  <c:v>-0.33800000000000002</c:v>
                </c:pt>
                <c:pt idx="71">
                  <c:v>-0.19600000000000001</c:v>
                </c:pt>
                <c:pt idx="72">
                  <c:v>-0.86599999999999999</c:v>
                </c:pt>
                <c:pt idx="73">
                  <c:v>-0.435</c:v>
                </c:pt>
                <c:pt idx="74">
                  <c:v>-0.55200000000000005</c:v>
                </c:pt>
                <c:pt idx="75">
                  <c:v>0.04</c:v>
                </c:pt>
                <c:pt idx="76">
                  <c:v>-0.26500000000000001</c:v>
                </c:pt>
                <c:pt idx="77">
                  <c:v>-0.48599999999999999</c:v>
                </c:pt>
                <c:pt idx="78">
                  <c:v>-0.58799999999999997</c:v>
                </c:pt>
                <c:pt idx="79">
                  <c:v>-0.56100000000000005</c:v>
                </c:pt>
                <c:pt idx="80">
                  <c:v>-0.38300000000000001</c:v>
                </c:pt>
                <c:pt idx="81">
                  <c:v>-0.39500000000000002</c:v>
                </c:pt>
                <c:pt idx="82">
                  <c:v>-0.20699999999999999</c:v>
                </c:pt>
                <c:pt idx="83">
                  <c:v>-0.379</c:v>
                </c:pt>
                <c:pt idx="84">
                  <c:v>-0.54300000000000004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4D3F-4C33-B1B1-997CEC4825A8}"/>
            </c:ext>
          </c:extLst>
        </c:ser>
        <c:ser>
          <c:idx val="1"/>
          <c:order val="1"/>
          <c:tx>
            <c:strRef>
              <c:f>'Comprar vivienda_Estrato '!$C$3</c:f>
              <c:strCache>
                <c:ptCount val="1"/>
                <c:pt idx="0">
                  <c:v>Medio </c:v>
                </c:pt>
              </c:strCache>
            </c:strRef>
          </c:tx>
          <c:spPr>
            <a:ln w="22225" cap="rnd">
              <a:solidFill>
                <a:srgbClr val="E97132"/>
              </a:solidFill>
              <a:round/>
            </a:ln>
            <a:effectLst/>
          </c:spPr>
          <c:marker>
            <c:symbol val="none"/>
          </c:marker>
          <c:dLbls>
            <c:dLbl>
              <c:idx val="8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F323-492E-835A-8FC65C1A5323}"/>
                </c:ext>
              </c:extLst>
            </c:dLbl>
            <c:dLbl>
              <c:idx val="84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C01-45E0-A0BE-2CA0C32A198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rgbClr val="E97132"/>
                    </a:solidFill>
                    <a:latin typeface="Dosis" pitchFamily="2" charset="0"/>
                    <a:ea typeface="+mn-ea"/>
                    <a:cs typeface="+mn-cs"/>
                  </a:defRPr>
                </a:pPr>
                <a:endParaRPr lang="es-CO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'Comprar vivienda_Estrato '!$A$109:$A$193</c:f>
              <c:numCache>
                <c:formatCode>mmm\-yy</c:formatCode>
                <c:ptCount val="85"/>
                <c:pt idx="0">
                  <c:v>43374</c:v>
                </c:pt>
                <c:pt idx="1">
                  <c:v>43405</c:v>
                </c:pt>
                <c:pt idx="2">
                  <c:v>43435</c:v>
                </c:pt>
                <c:pt idx="3">
                  <c:v>43466</c:v>
                </c:pt>
                <c:pt idx="4">
                  <c:v>43497</c:v>
                </c:pt>
                <c:pt idx="5">
                  <c:v>43525</c:v>
                </c:pt>
                <c:pt idx="6">
                  <c:v>43556</c:v>
                </c:pt>
                <c:pt idx="7">
                  <c:v>43586</c:v>
                </c:pt>
                <c:pt idx="8">
                  <c:v>43617</c:v>
                </c:pt>
                <c:pt idx="9">
                  <c:v>43647</c:v>
                </c:pt>
                <c:pt idx="10">
                  <c:v>43678</c:v>
                </c:pt>
                <c:pt idx="11">
                  <c:v>43709</c:v>
                </c:pt>
                <c:pt idx="12">
                  <c:v>43739</c:v>
                </c:pt>
                <c:pt idx="13">
                  <c:v>43770</c:v>
                </c:pt>
                <c:pt idx="14">
                  <c:v>43800</c:v>
                </c:pt>
                <c:pt idx="15">
                  <c:v>43831</c:v>
                </c:pt>
                <c:pt idx="16">
                  <c:v>43862</c:v>
                </c:pt>
                <c:pt idx="17">
                  <c:v>43891</c:v>
                </c:pt>
                <c:pt idx="18">
                  <c:v>43922</c:v>
                </c:pt>
                <c:pt idx="19">
                  <c:v>43952</c:v>
                </c:pt>
                <c:pt idx="20">
                  <c:v>43983</c:v>
                </c:pt>
                <c:pt idx="21">
                  <c:v>44013</c:v>
                </c:pt>
                <c:pt idx="22">
                  <c:v>44044</c:v>
                </c:pt>
                <c:pt idx="23">
                  <c:v>44075</c:v>
                </c:pt>
                <c:pt idx="24">
                  <c:v>44105</c:v>
                </c:pt>
                <c:pt idx="25">
                  <c:v>44136</c:v>
                </c:pt>
                <c:pt idx="26">
                  <c:v>44166</c:v>
                </c:pt>
                <c:pt idx="27">
                  <c:v>44197</c:v>
                </c:pt>
                <c:pt idx="28">
                  <c:v>44228</c:v>
                </c:pt>
                <c:pt idx="29">
                  <c:v>44256</c:v>
                </c:pt>
                <c:pt idx="30">
                  <c:v>44287</c:v>
                </c:pt>
                <c:pt idx="31">
                  <c:v>44317</c:v>
                </c:pt>
                <c:pt idx="32">
                  <c:v>44348</c:v>
                </c:pt>
                <c:pt idx="33">
                  <c:v>44378</c:v>
                </c:pt>
                <c:pt idx="34">
                  <c:v>44409</c:v>
                </c:pt>
                <c:pt idx="35">
                  <c:v>44440</c:v>
                </c:pt>
                <c:pt idx="36">
                  <c:v>44470</c:v>
                </c:pt>
                <c:pt idx="37">
                  <c:v>44501</c:v>
                </c:pt>
                <c:pt idx="38">
                  <c:v>44531</c:v>
                </c:pt>
                <c:pt idx="39">
                  <c:v>44562</c:v>
                </c:pt>
                <c:pt idx="40">
                  <c:v>44593</c:v>
                </c:pt>
                <c:pt idx="41">
                  <c:v>44621</c:v>
                </c:pt>
                <c:pt idx="42">
                  <c:v>44652</c:v>
                </c:pt>
                <c:pt idx="43">
                  <c:v>44682</c:v>
                </c:pt>
                <c:pt idx="44">
                  <c:v>44713</c:v>
                </c:pt>
                <c:pt idx="45">
                  <c:v>44743</c:v>
                </c:pt>
                <c:pt idx="46">
                  <c:v>44774</c:v>
                </c:pt>
                <c:pt idx="47">
                  <c:v>44805</c:v>
                </c:pt>
                <c:pt idx="48">
                  <c:v>44835</c:v>
                </c:pt>
                <c:pt idx="49">
                  <c:v>44866</c:v>
                </c:pt>
                <c:pt idx="50">
                  <c:v>44896</c:v>
                </c:pt>
                <c:pt idx="51">
                  <c:v>44927</c:v>
                </c:pt>
                <c:pt idx="52">
                  <c:v>44958</c:v>
                </c:pt>
                <c:pt idx="53">
                  <c:v>44986</c:v>
                </c:pt>
                <c:pt idx="54">
                  <c:v>45017</c:v>
                </c:pt>
                <c:pt idx="55">
                  <c:v>45047</c:v>
                </c:pt>
                <c:pt idx="56">
                  <c:v>45078</c:v>
                </c:pt>
                <c:pt idx="57">
                  <c:v>45108</c:v>
                </c:pt>
                <c:pt idx="58">
                  <c:v>45139</c:v>
                </c:pt>
                <c:pt idx="59">
                  <c:v>45170</c:v>
                </c:pt>
                <c:pt idx="60">
                  <c:v>45200</c:v>
                </c:pt>
                <c:pt idx="61">
                  <c:v>45231</c:v>
                </c:pt>
                <c:pt idx="62">
                  <c:v>45261</c:v>
                </c:pt>
                <c:pt idx="63">
                  <c:v>45292</c:v>
                </c:pt>
                <c:pt idx="64">
                  <c:v>45323</c:v>
                </c:pt>
                <c:pt idx="65">
                  <c:v>45352</c:v>
                </c:pt>
                <c:pt idx="66">
                  <c:v>45383</c:v>
                </c:pt>
                <c:pt idx="67">
                  <c:v>45413</c:v>
                </c:pt>
                <c:pt idx="68">
                  <c:v>45444</c:v>
                </c:pt>
                <c:pt idx="69">
                  <c:v>45474</c:v>
                </c:pt>
                <c:pt idx="70">
                  <c:v>45505</c:v>
                </c:pt>
                <c:pt idx="71">
                  <c:v>45536</c:v>
                </c:pt>
                <c:pt idx="72">
                  <c:v>45566</c:v>
                </c:pt>
                <c:pt idx="73">
                  <c:v>45597</c:v>
                </c:pt>
                <c:pt idx="74">
                  <c:v>45627</c:v>
                </c:pt>
                <c:pt idx="75">
                  <c:v>45658</c:v>
                </c:pt>
                <c:pt idx="76">
                  <c:v>45689</c:v>
                </c:pt>
                <c:pt idx="77">
                  <c:v>45717</c:v>
                </c:pt>
                <c:pt idx="78">
                  <c:v>45748</c:v>
                </c:pt>
                <c:pt idx="79">
                  <c:v>45778</c:v>
                </c:pt>
                <c:pt idx="80">
                  <c:v>45809</c:v>
                </c:pt>
                <c:pt idx="81">
                  <c:v>45839</c:v>
                </c:pt>
                <c:pt idx="82">
                  <c:v>45870</c:v>
                </c:pt>
                <c:pt idx="83">
                  <c:v>45901</c:v>
                </c:pt>
                <c:pt idx="84">
                  <c:v>45931</c:v>
                </c:pt>
              </c:numCache>
            </c:numRef>
          </c:cat>
          <c:val>
            <c:numRef>
              <c:f>'Comprar vivienda_Estrato '!$C$109:$C$193</c:f>
              <c:numCache>
                <c:formatCode>0.0%</c:formatCode>
                <c:ptCount val="85"/>
                <c:pt idx="0">
                  <c:v>-8.5000000000000006E-2</c:v>
                </c:pt>
                <c:pt idx="1">
                  <c:v>-0.182</c:v>
                </c:pt>
                <c:pt idx="2">
                  <c:v>-8.1000000000000003E-2</c:v>
                </c:pt>
                <c:pt idx="3">
                  <c:v>7.2000000000000008E-2</c:v>
                </c:pt>
                <c:pt idx="4">
                  <c:v>-1.3999999999999999E-2</c:v>
                </c:pt>
                <c:pt idx="5">
                  <c:v>7.0999999999999994E-2</c:v>
                </c:pt>
                <c:pt idx="6">
                  <c:v>1.9E-2</c:v>
                </c:pt>
                <c:pt idx="7">
                  <c:v>6.9000000000000006E-2</c:v>
                </c:pt>
                <c:pt idx="8">
                  <c:v>4.9000000000000002E-2</c:v>
                </c:pt>
                <c:pt idx="9">
                  <c:v>1.6E-2</c:v>
                </c:pt>
                <c:pt idx="10">
                  <c:v>0.09</c:v>
                </c:pt>
                <c:pt idx="11">
                  <c:v>-3.0000000000000001E-3</c:v>
                </c:pt>
                <c:pt idx="12">
                  <c:v>-8.8000000000000009E-2</c:v>
                </c:pt>
                <c:pt idx="13">
                  <c:v>-6.9000000000000006E-2</c:v>
                </c:pt>
                <c:pt idx="14">
                  <c:v>-0.15</c:v>
                </c:pt>
                <c:pt idx="15">
                  <c:v>6.6000000000000003E-2</c:v>
                </c:pt>
                <c:pt idx="16">
                  <c:v>-5.5E-2</c:v>
                </c:pt>
                <c:pt idx="17">
                  <c:v>-0.48099999999999998</c:v>
                </c:pt>
                <c:pt idx="18">
                  <c:v>-0.56499999999999995</c:v>
                </c:pt>
                <c:pt idx="19">
                  <c:v>-0.33300000000000002</c:v>
                </c:pt>
                <c:pt idx="20">
                  <c:v>-0.32600000000000001</c:v>
                </c:pt>
                <c:pt idx="21">
                  <c:v>-0.32</c:v>
                </c:pt>
                <c:pt idx="22">
                  <c:v>-0.20799999999999999</c:v>
                </c:pt>
                <c:pt idx="23">
                  <c:v>0</c:v>
                </c:pt>
                <c:pt idx="24">
                  <c:v>-0.12</c:v>
                </c:pt>
                <c:pt idx="25">
                  <c:v>-2.1999999999999999E-2</c:v>
                </c:pt>
                <c:pt idx="26">
                  <c:v>-3.6999999999999998E-2</c:v>
                </c:pt>
                <c:pt idx="27">
                  <c:v>-0.13200000000000001</c:v>
                </c:pt>
                <c:pt idx="28">
                  <c:v>-1.7000000000000001E-2</c:v>
                </c:pt>
                <c:pt idx="29">
                  <c:v>-4.3999999999999997E-2</c:v>
                </c:pt>
                <c:pt idx="30">
                  <c:v>-8.3000000000000004E-2</c:v>
                </c:pt>
                <c:pt idx="31">
                  <c:v>-0.309</c:v>
                </c:pt>
                <c:pt idx="32">
                  <c:v>-0.19400000000000001</c:v>
                </c:pt>
                <c:pt idx="33">
                  <c:v>3.9E-2</c:v>
                </c:pt>
                <c:pt idx="34">
                  <c:v>-7.0000000000000001E-3</c:v>
                </c:pt>
                <c:pt idx="35">
                  <c:v>7.5999999999999998E-2</c:v>
                </c:pt>
                <c:pt idx="36">
                  <c:v>-3.1E-2</c:v>
                </c:pt>
                <c:pt idx="37">
                  <c:v>-5.5E-2</c:v>
                </c:pt>
                <c:pt idx="38">
                  <c:v>-0.16900000000000001</c:v>
                </c:pt>
                <c:pt idx="39">
                  <c:v>-0.19</c:v>
                </c:pt>
                <c:pt idx="40">
                  <c:v>-0.158</c:v>
                </c:pt>
                <c:pt idx="41">
                  <c:v>-1.4999999999999999E-2</c:v>
                </c:pt>
                <c:pt idx="42">
                  <c:v>-0.11899999999999999</c:v>
                </c:pt>
                <c:pt idx="43">
                  <c:v>-0.314</c:v>
                </c:pt>
                <c:pt idx="44">
                  <c:v>-0.16300000000000001</c:v>
                </c:pt>
                <c:pt idx="45">
                  <c:v>-0.34300000000000003</c:v>
                </c:pt>
                <c:pt idx="46">
                  <c:v>-0.318</c:v>
                </c:pt>
                <c:pt idx="47">
                  <c:v>-0.28599999999999998</c:v>
                </c:pt>
                <c:pt idx="48">
                  <c:v>-0.32400000000000001</c:v>
                </c:pt>
                <c:pt idx="49">
                  <c:v>-0.42200000000000004</c:v>
                </c:pt>
                <c:pt idx="50">
                  <c:v>-0.59599999999999997</c:v>
                </c:pt>
                <c:pt idx="51">
                  <c:v>-0.54500000000000004</c:v>
                </c:pt>
                <c:pt idx="52">
                  <c:v>-0.49299999999999999</c:v>
                </c:pt>
                <c:pt idx="53">
                  <c:v>-0.47</c:v>
                </c:pt>
                <c:pt idx="54">
                  <c:v>-0.51900000000000002</c:v>
                </c:pt>
                <c:pt idx="55">
                  <c:v>-0.46700000000000003</c:v>
                </c:pt>
                <c:pt idx="56">
                  <c:v>-0.56200000000000006</c:v>
                </c:pt>
                <c:pt idx="57">
                  <c:v>-0.311</c:v>
                </c:pt>
                <c:pt idx="58">
                  <c:v>-0.51</c:v>
                </c:pt>
                <c:pt idx="59">
                  <c:v>-0.61799999999999999</c:v>
                </c:pt>
                <c:pt idx="60">
                  <c:v>-0.48299999999999998</c:v>
                </c:pt>
                <c:pt idx="61">
                  <c:v>-0.502</c:v>
                </c:pt>
                <c:pt idx="62">
                  <c:v>-0.51700000000000002</c:v>
                </c:pt>
                <c:pt idx="63">
                  <c:v>-0.436</c:v>
                </c:pt>
                <c:pt idx="64">
                  <c:v>-0.501</c:v>
                </c:pt>
                <c:pt idx="65">
                  <c:v>-0.47599999999999998</c:v>
                </c:pt>
                <c:pt idx="66">
                  <c:v>-0.41299999999999998</c:v>
                </c:pt>
                <c:pt idx="67">
                  <c:v>-0.33100000000000002</c:v>
                </c:pt>
                <c:pt idx="68">
                  <c:v>-0.49199999999999999</c:v>
                </c:pt>
                <c:pt idx="69">
                  <c:v>-0.27200000000000002</c:v>
                </c:pt>
                <c:pt idx="70">
                  <c:v>-0.20899999999999999</c:v>
                </c:pt>
                <c:pt idx="71">
                  <c:v>-0.3</c:v>
                </c:pt>
                <c:pt idx="72">
                  <c:v>-0.151</c:v>
                </c:pt>
                <c:pt idx="73">
                  <c:v>-0.14799999999999999</c:v>
                </c:pt>
                <c:pt idx="74">
                  <c:v>-0.34300000000000003</c:v>
                </c:pt>
                <c:pt idx="75">
                  <c:v>-0.19399999999999998</c:v>
                </c:pt>
                <c:pt idx="76">
                  <c:v>-0.188</c:v>
                </c:pt>
                <c:pt idx="77">
                  <c:v>-0.35299999999999998</c:v>
                </c:pt>
                <c:pt idx="78">
                  <c:v>-0.39600000000000002</c:v>
                </c:pt>
                <c:pt idx="79">
                  <c:v>-0.32600000000000001</c:v>
                </c:pt>
                <c:pt idx="80">
                  <c:v>-0.27700000000000002</c:v>
                </c:pt>
                <c:pt idx="81">
                  <c:v>-8.5000000000000006E-2</c:v>
                </c:pt>
                <c:pt idx="82">
                  <c:v>-0.21299999999999999</c:v>
                </c:pt>
                <c:pt idx="83">
                  <c:v>-0.44500000000000001</c:v>
                </c:pt>
                <c:pt idx="84">
                  <c:v>-0.30199999999999999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4D3F-4C33-B1B1-997CEC4825A8}"/>
            </c:ext>
          </c:extLst>
        </c:ser>
        <c:ser>
          <c:idx val="2"/>
          <c:order val="2"/>
          <c:tx>
            <c:strRef>
              <c:f>'Comprar vivienda_Estrato '!$D$3</c:f>
              <c:strCache>
                <c:ptCount val="1"/>
                <c:pt idx="0">
                  <c:v>Bajo</c:v>
                </c:pt>
              </c:strCache>
            </c:strRef>
          </c:tx>
          <c:spPr>
            <a:ln w="22225" cap="rnd">
              <a:solidFill>
                <a:srgbClr val="00B050"/>
              </a:solidFill>
              <a:round/>
            </a:ln>
            <a:effectLst/>
          </c:spPr>
          <c:marker>
            <c:symbol val="none"/>
          </c:marker>
          <c:dLbls>
            <c:dLbl>
              <c:idx val="8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323-492E-835A-8FC65C1A5323}"/>
                </c:ext>
              </c:extLst>
            </c:dLbl>
            <c:dLbl>
              <c:idx val="84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C01-45E0-A0BE-2CA0C32A198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rgbClr val="00B050"/>
                    </a:solidFill>
                    <a:latin typeface="Dosis" pitchFamily="2" charset="0"/>
                    <a:ea typeface="+mn-ea"/>
                    <a:cs typeface="+mn-cs"/>
                  </a:defRPr>
                </a:pPr>
                <a:endParaRPr lang="es-CO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'Comprar vivienda_Estrato '!$A$109:$A$193</c:f>
              <c:numCache>
                <c:formatCode>mmm\-yy</c:formatCode>
                <c:ptCount val="85"/>
                <c:pt idx="0">
                  <c:v>43374</c:v>
                </c:pt>
                <c:pt idx="1">
                  <c:v>43405</c:v>
                </c:pt>
                <c:pt idx="2">
                  <c:v>43435</c:v>
                </c:pt>
                <c:pt idx="3">
                  <c:v>43466</c:v>
                </c:pt>
                <c:pt idx="4">
                  <c:v>43497</c:v>
                </c:pt>
                <c:pt idx="5">
                  <c:v>43525</c:v>
                </c:pt>
                <c:pt idx="6">
                  <c:v>43556</c:v>
                </c:pt>
                <c:pt idx="7">
                  <c:v>43586</c:v>
                </c:pt>
                <c:pt idx="8">
                  <c:v>43617</c:v>
                </c:pt>
                <c:pt idx="9">
                  <c:v>43647</c:v>
                </c:pt>
                <c:pt idx="10">
                  <c:v>43678</c:v>
                </c:pt>
                <c:pt idx="11">
                  <c:v>43709</c:v>
                </c:pt>
                <c:pt idx="12">
                  <c:v>43739</c:v>
                </c:pt>
                <c:pt idx="13">
                  <c:v>43770</c:v>
                </c:pt>
                <c:pt idx="14">
                  <c:v>43800</c:v>
                </c:pt>
                <c:pt idx="15">
                  <c:v>43831</c:v>
                </c:pt>
                <c:pt idx="16">
                  <c:v>43862</c:v>
                </c:pt>
                <c:pt idx="17">
                  <c:v>43891</c:v>
                </c:pt>
                <c:pt idx="18">
                  <c:v>43922</c:v>
                </c:pt>
                <c:pt idx="19">
                  <c:v>43952</c:v>
                </c:pt>
                <c:pt idx="20">
                  <c:v>43983</c:v>
                </c:pt>
                <c:pt idx="21">
                  <c:v>44013</c:v>
                </c:pt>
                <c:pt idx="22">
                  <c:v>44044</c:v>
                </c:pt>
                <c:pt idx="23">
                  <c:v>44075</c:v>
                </c:pt>
                <c:pt idx="24">
                  <c:v>44105</c:v>
                </c:pt>
                <c:pt idx="25">
                  <c:v>44136</c:v>
                </c:pt>
                <c:pt idx="26">
                  <c:v>44166</c:v>
                </c:pt>
                <c:pt idx="27">
                  <c:v>44197</c:v>
                </c:pt>
                <c:pt idx="28">
                  <c:v>44228</c:v>
                </c:pt>
                <c:pt idx="29">
                  <c:v>44256</c:v>
                </c:pt>
                <c:pt idx="30">
                  <c:v>44287</c:v>
                </c:pt>
                <c:pt idx="31">
                  <c:v>44317</c:v>
                </c:pt>
                <c:pt idx="32">
                  <c:v>44348</c:v>
                </c:pt>
                <c:pt idx="33">
                  <c:v>44378</c:v>
                </c:pt>
                <c:pt idx="34">
                  <c:v>44409</c:v>
                </c:pt>
                <c:pt idx="35">
                  <c:v>44440</c:v>
                </c:pt>
                <c:pt idx="36">
                  <c:v>44470</c:v>
                </c:pt>
                <c:pt idx="37">
                  <c:v>44501</c:v>
                </c:pt>
                <c:pt idx="38">
                  <c:v>44531</c:v>
                </c:pt>
                <c:pt idx="39">
                  <c:v>44562</c:v>
                </c:pt>
                <c:pt idx="40">
                  <c:v>44593</c:v>
                </c:pt>
                <c:pt idx="41">
                  <c:v>44621</c:v>
                </c:pt>
                <c:pt idx="42">
                  <c:v>44652</c:v>
                </c:pt>
                <c:pt idx="43">
                  <c:v>44682</c:v>
                </c:pt>
                <c:pt idx="44">
                  <c:v>44713</c:v>
                </c:pt>
                <c:pt idx="45">
                  <c:v>44743</c:v>
                </c:pt>
                <c:pt idx="46">
                  <c:v>44774</c:v>
                </c:pt>
                <c:pt idx="47">
                  <c:v>44805</c:v>
                </c:pt>
                <c:pt idx="48">
                  <c:v>44835</c:v>
                </c:pt>
                <c:pt idx="49">
                  <c:v>44866</c:v>
                </c:pt>
                <c:pt idx="50">
                  <c:v>44896</c:v>
                </c:pt>
                <c:pt idx="51">
                  <c:v>44927</c:v>
                </c:pt>
                <c:pt idx="52">
                  <c:v>44958</c:v>
                </c:pt>
                <c:pt idx="53">
                  <c:v>44986</c:v>
                </c:pt>
                <c:pt idx="54">
                  <c:v>45017</c:v>
                </c:pt>
                <c:pt idx="55">
                  <c:v>45047</c:v>
                </c:pt>
                <c:pt idx="56">
                  <c:v>45078</c:v>
                </c:pt>
                <c:pt idx="57">
                  <c:v>45108</c:v>
                </c:pt>
                <c:pt idx="58">
                  <c:v>45139</c:v>
                </c:pt>
                <c:pt idx="59">
                  <c:v>45170</c:v>
                </c:pt>
                <c:pt idx="60">
                  <c:v>45200</c:v>
                </c:pt>
                <c:pt idx="61">
                  <c:v>45231</c:v>
                </c:pt>
                <c:pt idx="62">
                  <c:v>45261</c:v>
                </c:pt>
                <c:pt idx="63">
                  <c:v>45292</c:v>
                </c:pt>
                <c:pt idx="64">
                  <c:v>45323</c:v>
                </c:pt>
                <c:pt idx="65">
                  <c:v>45352</c:v>
                </c:pt>
                <c:pt idx="66">
                  <c:v>45383</c:v>
                </c:pt>
                <c:pt idx="67">
                  <c:v>45413</c:v>
                </c:pt>
                <c:pt idx="68">
                  <c:v>45444</c:v>
                </c:pt>
                <c:pt idx="69">
                  <c:v>45474</c:v>
                </c:pt>
                <c:pt idx="70">
                  <c:v>45505</c:v>
                </c:pt>
                <c:pt idx="71">
                  <c:v>45536</c:v>
                </c:pt>
                <c:pt idx="72">
                  <c:v>45566</c:v>
                </c:pt>
                <c:pt idx="73">
                  <c:v>45597</c:v>
                </c:pt>
                <c:pt idx="74">
                  <c:v>45627</c:v>
                </c:pt>
                <c:pt idx="75">
                  <c:v>45658</c:v>
                </c:pt>
                <c:pt idx="76">
                  <c:v>45689</c:v>
                </c:pt>
                <c:pt idx="77">
                  <c:v>45717</c:v>
                </c:pt>
                <c:pt idx="78">
                  <c:v>45748</c:v>
                </c:pt>
                <c:pt idx="79">
                  <c:v>45778</c:v>
                </c:pt>
                <c:pt idx="80">
                  <c:v>45809</c:v>
                </c:pt>
                <c:pt idx="81">
                  <c:v>45839</c:v>
                </c:pt>
                <c:pt idx="82">
                  <c:v>45870</c:v>
                </c:pt>
                <c:pt idx="83">
                  <c:v>45901</c:v>
                </c:pt>
                <c:pt idx="84">
                  <c:v>45931</c:v>
                </c:pt>
              </c:numCache>
            </c:numRef>
          </c:cat>
          <c:val>
            <c:numRef>
              <c:f>'Comprar vivienda_Estrato '!$D$109:$D$193</c:f>
              <c:numCache>
                <c:formatCode>0.0%</c:formatCode>
                <c:ptCount val="85"/>
                <c:pt idx="0">
                  <c:v>0.13200000000000001</c:v>
                </c:pt>
                <c:pt idx="1">
                  <c:v>3.9E-2</c:v>
                </c:pt>
                <c:pt idx="2">
                  <c:v>-3.5000000000000003E-2</c:v>
                </c:pt>
                <c:pt idx="3">
                  <c:v>-0.129</c:v>
                </c:pt>
                <c:pt idx="4">
                  <c:v>0.09</c:v>
                </c:pt>
                <c:pt idx="5">
                  <c:v>-0.03</c:v>
                </c:pt>
                <c:pt idx="6">
                  <c:v>-5.2000000000000005E-2</c:v>
                </c:pt>
                <c:pt idx="7">
                  <c:v>-6.9000000000000006E-2</c:v>
                </c:pt>
                <c:pt idx="8">
                  <c:v>-5.5999999999999994E-2</c:v>
                </c:pt>
                <c:pt idx="9">
                  <c:v>8.6999999999999994E-2</c:v>
                </c:pt>
                <c:pt idx="10">
                  <c:v>-1.2999999999999999E-2</c:v>
                </c:pt>
                <c:pt idx="11">
                  <c:v>0.11599999999999999</c:v>
                </c:pt>
                <c:pt idx="12">
                  <c:v>0.16800000000000001</c:v>
                </c:pt>
                <c:pt idx="13">
                  <c:v>-0.1</c:v>
                </c:pt>
                <c:pt idx="14">
                  <c:v>-5.5999999999999994E-2</c:v>
                </c:pt>
                <c:pt idx="15">
                  <c:v>-4.2999999999999997E-2</c:v>
                </c:pt>
                <c:pt idx="16">
                  <c:v>3.5999999999999997E-2</c:v>
                </c:pt>
                <c:pt idx="17">
                  <c:v>-0.25</c:v>
                </c:pt>
                <c:pt idx="18">
                  <c:v>-0.69099999999999995</c:v>
                </c:pt>
                <c:pt idx="19">
                  <c:v>-0.54799999999999993</c:v>
                </c:pt>
                <c:pt idx="20">
                  <c:v>-0.36399999999999999</c:v>
                </c:pt>
                <c:pt idx="21">
                  <c:v>-0.32300000000000001</c:v>
                </c:pt>
                <c:pt idx="22">
                  <c:v>-0.25800000000000001</c:v>
                </c:pt>
                <c:pt idx="23">
                  <c:v>-0.36799999999999999</c:v>
                </c:pt>
                <c:pt idx="24">
                  <c:v>-8.2000000000000003E-2</c:v>
                </c:pt>
                <c:pt idx="25">
                  <c:v>-0.192</c:v>
                </c:pt>
                <c:pt idx="26">
                  <c:v>-0.17</c:v>
                </c:pt>
                <c:pt idx="27">
                  <c:v>-0.20100000000000001</c:v>
                </c:pt>
                <c:pt idx="28">
                  <c:v>-0.26100000000000001</c:v>
                </c:pt>
                <c:pt idx="29">
                  <c:v>-0.13800000000000001</c:v>
                </c:pt>
                <c:pt idx="30">
                  <c:v>-0.27600000000000002</c:v>
                </c:pt>
                <c:pt idx="31">
                  <c:v>-0.52900000000000003</c:v>
                </c:pt>
                <c:pt idx="32">
                  <c:v>-0.32900000000000001</c:v>
                </c:pt>
                <c:pt idx="33">
                  <c:v>-9.8000000000000004E-2</c:v>
                </c:pt>
                <c:pt idx="34">
                  <c:v>-0.158</c:v>
                </c:pt>
                <c:pt idx="35">
                  <c:v>-0.10100000000000001</c:v>
                </c:pt>
                <c:pt idx="36">
                  <c:v>-6.2E-2</c:v>
                </c:pt>
                <c:pt idx="37">
                  <c:v>-0.21099999999999999</c:v>
                </c:pt>
                <c:pt idx="38">
                  <c:v>-0.126</c:v>
                </c:pt>
                <c:pt idx="39">
                  <c:v>-0.06</c:v>
                </c:pt>
                <c:pt idx="40">
                  <c:v>-0.17399999999999999</c:v>
                </c:pt>
                <c:pt idx="41">
                  <c:v>-0.26200000000000001</c:v>
                </c:pt>
                <c:pt idx="42">
                  <c:v>-0.315</c:v>
                </c:pt>
                <c:pt idx="43">
                  <c:v>-0.36099999999999999</c:v>
                </c:pt>
                <c:pt idx="44">
                  <c:v>-0.19</c:v>
                </c:pt>
                <c:pt idx="45">
                  <c:v>-0.33500000000000002</c:v>
                </c:pt>
                <c:pt idx="46">
                  <c:v>-0.25</c:v>
                </c:pt>
                <c:pt idx="47">
                  <c:v>-0.32600000000000001</c:v>
                </c:pt>
                <c:pt idx="48">
                  <c:v>-0.40600000000000003</c:v>
                </c:pt>
                <c:pt idx="49">
                  <c:v>-0.442</c:v>
                </c:pt>
                <c:pt idx="50">
                  <c:v>-0.33</c:v>
                </c:pt>
                <c:pt idx="51">
                  <c:v>-0.47299999999999998</c:v>
                </c:pt>
                <c:pt idx="52">
                  <c:v>-0.45800000000000002</c:v>
                </c:pt>
                <c:pt idx="53">
                  <c:v>-0.38700000000000001</c:v>
                </c:pt>
                <c:pt idx="54">
                  <c:v>-0.45700000000000002</c:v>
                </c:pt>
                <c:pt idx="55">
                  <c:v>-0.40699999999999997</c:v>
                </c:pt>
                <c:pt idx="56">
                  <c:v>-0.30299999999999999</c:v>
                </c:pt>
                <c:pt idx="57">
                  <c:v>-0.44800000000000001</c:v>
                </c:pt>
                <c:pt idx="58">
                  <c:v>-0.36699999999999999</c:v>
                </c:pt>
                <c:pt idx="59">
                  <c:v>-0.47899999999999998</c:v>
                </c:pt>
                <c:pt idx="60">
                  <c:v>-0.40100000000000002</c:v>
                </c:pt>
                <c:pt idx="61">
                  <c:v>-0.26</c:v>
                </c:pt>
                <c:pt idx="62">
                  <c:v>-0.41499999999999998</c:v>
                </c:pt>
                <c:pt idx="63">
                  <c:v>-0.34399999999999997</c:v>
                </c:pt>
                <c:pt idx="64">
                  <c:v>-0.372</c:v>
                </c:pt>
                <c:pt idx="65">
                  <c:v>-0.36399999999999999</c:v>
                </c:pt>
                <c:pt idx="66">
                  <c:v>-0.374</c:v>
                </c:pt>
                <c:pt idx="67">
                  <c:v>-0.34799999999999998</c:v>
                </c:pt>
                <c:pt idx="68">
                  <c:v>-0.30099999999999999</c:v>
                </c:pt>
                <c:pt idx="69">
                  <c:v>-0.25700000000000001</c:v>
                </c:pt>
                <c:pt idx="70">
                  <c:v>-0.34599999999999997</c:v>
                </c:pt>
                <c:pt idx="71">
                  <c:v>-0.318</c:v>
                </c:pt>
                <c:pt idx="72">
                  <c:v>1E-3</c:v>
                </c:pt>
                <c:pt idx="73">
                  <c:v>-0.218</c:v>
                </c:pt>
                <c:pt idx="74">
                  <c:v>-0.154</c:v>
                </c:pt>
                <c:pt idx="75">
                  <c:v>-0.23699999999999999</c:v>
                </c:pt>
                <c:pt idx="76">
                  <c:v>-0.29399999999999998</c:v>
                </c:pt>
                <c:pt idx="77">
                  <c:v>-0.188</c:v>
                </c:pt>
                <c:pt idx="78">
                  <c:v>-0.32400000000000001</c:v>
                </c:pt>
                <c:pt idx="79">
                  <c:v>-0.317</c:v>
                </c:pt>
                <c:pt idx="80">
                  <c:v>-8.3000000000000004E-2</c:v>
                </c:pt>
                <c:pt idx="81">
                  <c:v>-0.17899999999999999</c:v>
                </c:pt>
                <c:pt idx="82">
                  <c:v>-4.1000000000000002E-2</c:v>
                </c:pt>
                <c:pt idx="83">
                  <c:v>-0.20300000000000001</c:v>
                </c:pt>
                <c:pt idx="84">
                  <c:v>-9.9000000000000005E-2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4D3F-4C33-B1B1-997CEC4825A8}"/>
            </c:ext>
          </c:extLst>
        </c:ser>
        <c:ser>
          <c:idx val="3"/>
          <c:order val="3"/>
          <c:tx>
            <c:strRef>
              <c:f>'Comprar vivienda_Estrato '!$E$3</c:f>
              <c:strCache>
                <c:ptCount val="1"/>
                <c:pt idx="0">
                  <c:v>Total</c:v>
                </c:pt>
              </c:strCache>
            </c:strRef>
          </c:tx>
          <c:spPr>
            <a:ln w="22225" cap="rnd">
              <a:solidFill>
                <a:srgbClr val="7030A0"/>
              </a:solidFill>
              <a:round/>
            </a:ln>
            <a:effectLst/>
          </c:spPr>
          <c:marker>
            <c:symbol val="none"/>
          </c:marker>
          <c:dLbls>
            <c:dLbl>
              <c:idx val="8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F323-492E-835A-8FC65C1A5323}"/>
                </c:ext>
              </c:extLst>
            </c:dLbl>
            <c:dLbl>
              <c:idx val="84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CC01-45E0-A0BE-2CA0C32A198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rgbClr val="7030A0"/>
                    </a:solidFill>
                    <a:latin typeface="Dosis" pitchFamily="2" charset="0"/>
                    <a:ea typeface="+mn-ea"/>
                    <a:cs typeface="+mn-cs"/>
                  </a:defRPr>
                </a:pPr>
                <a:endParaRPr lang="es-CO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'Comprar vivienda_Estrato '!$A$109:$A$193</c:f>
              <c:numCache>
                <c:formatCode>mmm\-yy</c:formatCode>
                <c:ptCount val="85"/>
                <c:pt idx="0">
                  <c:v>43374</c:v>
                </c:pt>
                <c:pt idx="1">
                  <c:v>43405</c:v>
                </c:pt>
                <c:pt idx="2">
                  <c:v>43435</c:v>
                </c:pt>
                <c:pt idx="3">
                  <c:v>43466</c:v>
                </c:pt>
                <c:pt idx="4">
                  <c:v>43497</c:v>
                </c:pt>
                <c:pt idx="5">
                  <c:v>43525</c:v>
                </c:pt>
                <c:pt idx="6">
                  <c:v>43556</c:v>
                </c:pt>
                <c:pt idx="7">
                  <c:v>43586</c:v>
                </c:pt>
                <c:pt idx="8">
                  <c:v>43617</c:v>
                </c:pt>
                <c:pt idx="9">
                  <c:v>43647</c:v>
                </c:pt>
                <c:pt idx="10">
                  <c:v>43678</c:v>
                </c:pt>
                <c:pt idx="11">
                  <c:v>43709</c:v>
                </c:pt>
                <c:pt idx="12">
                  <c:v>43739</c:v>
                </c:pt>
                <c:pt idx="13">
                  <c:v>43770</c:v>
                </c:pt>
                <c:pt idx="14">
                  <c:v>43800</c:v>
                </c:pt>
                <c:pt idx="15">
                  <c:v>43831</c:v>
                </c:pt>
                <c:pt idx="16">
                  <c:v>43862</c:v>
                </c:pt>
                <c:pt idx="17">
                  <c:v>43891</c:v>
                </c:pt>
                <c:pt idx="18">
                  <c:v>43922</c:v>
                </c:pt>
                <c:pt idx="19">
                  <c:v>43952</c:v>
                </c:pt>
                <c:pt idx="20">
                  <c:v>43983</c:v>
                </c:pt>
                <c:pt idx="21">
                  <c:v>44013</c:v>
                </c:pt>
                <c:pt idx="22">
                  <c:v>44044</c:v>
                </c:pt>
                <c:pt idx="23">
                  <c:v>44075</c:v>
                </c:pt>
                <c:pt idx="24">
                  <c:v>44105</c:v>
                </c:pt>
                <c:pt idx="25">
                  <c:v>44136</c:v>
                </c:pt>
                <c:pt idx="26">
                  <c:v>44166</c:v>
                </c:pt>
                <c:pt idx="27">
                  <c:v>44197</c:v>
                </c:pt>
                <c:pt idx="28">
                  <c:v>44228</c:v>
                </c:pt>
                <c:pt idx="29">
                  <c:v>44256</c:v>
                </c:pt>
                <c:pt idx="30">
                  <c:v>44287</c:v>
                </c:pt>
                <c:pt idx="31">
                  <c:v>44317</c:v>
                </c:pt>
                <c:pt idx="32">
                  <c:v>44348</c:v>
                </c:pt>
                <c:pt idx="33">
                  <c:v>44378</c:v>
                </c:pt>
                <c:pt idx="34">
                  <c:v>44409</c:v>
                </c:pt>
                <c:pt idx="35">
                  <c:v>44440</c:v>
                </c:pt>
                <c:pt idx="36">
                  <c:v>44470</c:v>
                </c:pt>
                <c:pt idx="37">
                  <c:v>44501</c:v>
                </c:pt>
                <c:pt idx="38">
                  <c:v>44531</c:v>
                </c:pt>
                <c:pt idx="39">
                  <c:v>44562</c:v>
                </c:pt>
                <c:pt idx="40">
                  <c:v>44593</c:v>
                </c:pt>
                <c:pt idx="41">
                  <c:v>44621</c:v>
                </c:pt>
                <c:pt idx="42">
                  <c:v>44652</c:v>
                </c:pt>
                <c:pt idx="43">
                  <c:v>44682</c:v>
                </c:pt>
                <c:pt idx="44">
                  <c:v>44713</c:v>
                </c:pt>
                <c:pt idx="45">
                  <c:v>44743</c:v>
                </c:pt>
                <c:pt idx="46">
                  <c:v>44774</c:v>
                </c:pt>
                <c:pt idx="47">
                  <c:v>44805</c:v>
                </c:pt>
                <c:pt idx="48">
                  <c:v>44835</c:v>
                </c:pt>
                <c:pt idx="49">
                  <c:v>44866</c:v>
                </c:pt>
                <c:pt idx="50">
                  <c:v>44896</c:v>
                </c:pt>
                <c:pt idx="51">
                  <c:v>44927</c:v>
                </c:pt>
                <c:pt idx="52">
                  <c:v>44958</c:v>
                </c:pt>
                <c:pt idx="53">
                  <c:v>44986</c:v>
                </c:pt>
                <c:pt idx="54">
                  <c:v>45017</c:v>
                </c:pt>
                <c:pt idx="55">
                  <c:v>45047</c:v>
                </c:pt>
                <c:pt idx="56">
                  <c:v>45078</c:v>
                </c:pt>
                <c:pt idx="57">
                  <c:v>45108</c:v>
                </c:pt>
                <c:pt idx="58">
                  <c:v>45139</c:v>
                </c:pt>
                <c:pt idx="59">
                  <c:v>45170</c:v>
                </c:pt>
                <c:pt idx="60">
                  <c:v>45200</c:v>
                </c:pt>
                <c:pt idx="61">
                  <c:v>45231</c:v>
                </c:pt>
                <c:pt idx="62">
                  <c:v>45261</c:v>
                </c:pt>
                <c:pt idx="63">
                  <c:v>45292</c:v>
                </c:pt>
                <c:pt idx="64">
                  <c:v>45323</c:v>
                </c:pt>
                <c:pt idx="65">
                  <c:v>45352</c:v>
                </c:pt>
                <c:pt idx="66">
                  <c:v>45383</c:v>
                </c:pt>
                <c:pt idx="67">
                  <c:v>45413</c:v>
                </c:pt>
                <c:pt idx="68">
                  <c:v>45444</c:v>
                </c:pt>
                <c:pt idx="69">
                  <c:v>45474</c:v>
                </c:pt>
                <c:pt idx="70">
                  <c:v>45505</c:v>
                </c:pt>
                <c:pt idx="71">
                  <c:v>45536</c:v>
                </c:pt>
                <c:pt idx="72">
                  <c:v>45566</c:v>
                </c:pt>
                <c:pt idx="73">
                  <c:v>45597</c:v>
                </c:pt>
                <c:pt idx="74">
                  <c:v>45627</c:v>
                </c:pt>
                <c:pt idx="75">
                  <c:v>45658</c:v>
                </c:pt>
                <c:pt idx="76">
                  <c:v>45689</c:v>
                </c:pt>
                <c:pt idx="77">
                  <c:v>45717</c:v>
                </c:pt>
                <c:pt idx="78">
                  <c:v>45748</c:v>
                </c:pt>
                <c:pt idx="79">
                  <c:v>45778</c:v>
                </c:pt>
                <c:pt idx="80">
                  <c:v>45809</c:v>
                </c:pt>
                <c:pt idx="81">
                  <c:v>45839</c:v>
                </c:pt>
                <c:pt idx="82">
                  <c:v>45870</c:v>
                </c:pt>
                <c:pt idx="83">
                  <c:v>45901</c:v>
                </c:pt>
                <c:pt idx="84">
                  <c:v>45931</c:v>
                </c:pt>
              </c:numCache>
            </c:numRef>
          </c:cat>
          <c:val>
            <c:numRef>
              <c:f>'Comprar vivienda_Estrato '!$E$109:$E$193</c:f>
              <c:numCache>
                <c:formatCode>0.0%</c:formatCode>
                <c:ptCount val="85"/>
                <c:pt idx="0">
                  <c:v>2.5000000000000001E-2</c:v>
                </c:pt>
                <c:pt idx="1">
                  <c:v>-8.4000000000000005E-2</c:v>
                </c:pt>
                <c:pt idx="2">
                  <c:v>-5.0999999999999997E-2</c:v>
                </c:pt>
                <c:pt idx="3">
                  <c:v>-1.9E-2</c:v>
                </c:pt>
                <c:pt idx="4">
                  <c:v>0.03</c:v>
                </c:pt>
                <c:pt idx="5">
                  <c:v>1.2E-2</c:v>
                </c:pt>
                <c:pt idx="6">
                  <c:v>-8.9999999999999993E-3</c:v>
                </c:pt>
                <c:pt idx="7">
                  <c:v>-4.0000000000000001E-3</c:v>
                </c:pt>
                <c:pt idx="8">
                  <c:v>1E-3</c:v>
                </c:pt>
                <c:pt idx="9">
                  <c:v>5.0999999999999997E-2</c:v>
                </c:pt>
                <c:pt idx="10">
                  <c:v>2.7999999999999997E-2</c:v>
                </c:pt>
                <c:pt idx="11">
                  <c:v>3.7999999999999999E-2</c:v>
                </c:pt>
                <c:pt idx="12">
                  <c:v>1.4999999999999999E-2</c:v>
                </c:pt>
                <c:pt idx="13">
                  <c:v>-6.7000000000000004E-2</c:v>
                </c:pt>
                <c:pt idx="14">
                  <c:v>-9.1999999999999998E-2</c:v>
                </c:pt>
                <c:pt idx="15">
                  <c:v>1.7999999999999999E-2</c:v>
                </c:pt>
                <c:pt idx="16">
                  <c:v>4.0000000000000001E-3</c:v>
                </c:pt>
                <c:pt idx="17">
                  <c:v>-0.35099999999999998</c:v>
                </c:pt>
                <c:pt idx="18">
                  <c:v>-0.623</c:v>
                </c:pt>
                <c:pt idx="19">
                  <c:v>-0.42700000000000005</c:v>
                </c:pt>
                <c:pt idx="20">
                  <c:v>-0.34100000000000003</c:v>
                </c:pt>
                <c:pt idx="21">
                  <c:v>-0.318</c:v>
                </c:pt>
                <c:pt idx="22">
                  <c:v>-0.21</c:v>
                </c:pt>
                <c:pt idx="23">
                  <c:v>-0.17199999999999999</c:v>
                </c:pt>
                <c:pt idx="24">
                  <c:v>-8.2000000000000003E-2</c:v>
                </c:pt>
                <c:pt idx="25">
                  <c:v>-9.2999999999999999E-2</c:v>
                </c:pt>
                <c:pt idx="26">
                  <c:v>-6.7000000000000004E-2</c:v>
                </c:pt>
                <c:pt idx="27">
                  <c:v>-0.14599999999999999</c:v>
                </c:pt>
                <c:pt idx="28">
                  <c:v>-0.129</c:v>
                </c:pt>
                <c:pt idx="29">
                  <c:v>-7.0999999999999994E-2</c:v>
                </c:pt>
                <c:pt idx="30">
                  <c:v>-0.158</c:v>
                </c:pt>
                <c:pt idx="31">
                  <c:v>-0.38400000000000001</c:v>
                </c:pt>
                <c:pt idx="32">
                  <c:v>-0.23899999999999999</c:v>
                </c:pt>
                <c:pt idx="33">
                  <c:v>-2.9000000000000001E-2</c:v>
                </c:pt>
                <c:pt idx="34">
                  <c:v>-5.0999999999999997E-2</c:v>
                </c:pt>
                <c:pt idx="35">
                  <c:v>-5.0000000000000001E-3</c:v>
                </c:pt>
                <c:pt idx="36">
                  <c:v>-3.7999999999999999E-2</c:v>
                </c:pt>
                <c:pt idx="37">
                  <c:v>-0.13</c:v>
                </c:pt>
                <c:pt idx="38">
                  <c:v>-0.13400000000000001</c:v>
                </c:pt>
                <c:pt idx="39">
                  <c:v>-0.09</c:v>
                </c:pt>
                <c:pt idx="40">
                  <c:v>-0.15</c:v>
                </c:pt>
                <c:pt idx="41">
                  <c:v>-0.16200000000000001</c:v>
                </c:pt>
                <c:pt idx="42">
                  <c:v>-0.22600000000000001</c:v>
                </c:pt>
                <c:pt idx="43">
                  <c:v>-0.33</c:v>
                </c:pt>
                <c:pt idx="44">
                  <c:v>-0.182</c:v>
                </c:pt>
                <c:pt idx="45">
                  <c:v>-0.35299999999999998</c:v>
                </c:pt>
                <c:pt idx="46">
                  <c:v>-0.29099999999999998</c:v>
                </c:pt>
                <c:pt idx="47">
                  <c:v>-0.311</c:v>
                </c:pt>
                <c:pt idx="48">
                  <c:v>-0.36599999999999999</c:v>
                </c:pt>
                <c:pt idx="49">
                  <c:v>-0.42700000000000005</c:v>
                </c:pt>
                <c:pt idx="50">
                  <c:v>-0.48099999999999998</c:v>
                </c:pt>
                <c:pt idx="51">
                  <c:v>-0.51</c:v>
                </c:pt>
                <c:pt idx="52">
                  <c:v>-0.48299999999999998</c:v>
                </c:pt>
                <c:pt idx="53">
                  <c:v>-0.44800000000000001</c:v>
                </c:pt>
                <c:pt idx="54">
                  <c:v>-0.501</c:v>
                </c:pt>
                <c:pt idx="55">
                  <c:v>-0.44900000000000001</c:v>
                </c:pt>
                <c:pt idx="56">
                  <c:v>-0.435</c:v>
                </c:pt>
                <c:pt idx="57">
                  <c:v>-0.39700000000000002</c:v>
                </c:pt>
                <c:pt idx="58">
                  <c:v>-0.45200000000000001</c:v>
                </c:pt>
                <c:pt idx="59">
                  <c:v>-0.55400000000000005</c:v>
                </c:pt>
                <c:pt idx="60">
                  <c:v>-0.45800000000000002</c:v>
                </c:pt>
                <c:pt idx="61">
                  <c:v>-0.38500000000000001</c:v>
                </c:pt>
                <c:pt idx="62">
                  <c:v>-0.47799999999999998</c:v>
                </c:pt>
                <c:pt idx="63">
                  <c:v>-0.40200000000000002</c:v>
                </c:pt>
                <c:pt idx="64">
                  <c:v>-0.435</c:v>
                </c:pt>
                <c:pt idx="65">
                  <c:v>-0.42599999999999999</c:v>
                </c:pt>
                <c:pt idx="66">
                  <c:v>-0.40500000000000003</c:v>
                </c:pt>
                <c:pt idx="67">
                  <c:v>-0.34200000000000003</c:v>
                </c:pt>
                <c:pt idx="68">
                  <c:v>-0.41699999999999998</c:v>
                </c:pt>
                <c:pt idx="69">
                  <c:v>-0.26600000000000001</c:v>
                </c:pt>
                <c:pt idx="70">
                  <c:v>-0.28199999999999997</c:v>
                </c:pt>
                <c:pt idx="71">
                  <c:v>-0.30399999999999999</c:v>
                </c:pt>
                <c:pt idx="72">
                  <c:v>-0.11</c:v>
                </c:pt>
                <c:pt idx="73">
                  <c:v>-0.19700000000000001</c:v>
                </c:pt>
                <c:pt idx="74">
                  <c:v>-0.26200000000000001</c:v>
                </c:pt>
                <c:pt idx="75">
                  <c:v>-0.20300000000000001</c:v>
                </c:pt>
                <c:pt idx="76">
                  <c:v>-0.24299999999999999</c:v>
                </c:pt>
                <c:pt idx="77">
                  <c:v>-0.28100000000000003</c:v>
                </c:pt>
                <c:pt idx="78">
                  <c:v>-0.36799999999999999</c:v>
                </c:pt>
                <c:pt idx="79">
                  <c:v>-0.33100000000000002</c:v>
                </c:pt>
                <c:pt idx="80">
                  <c:v>-0.188</c:v>
                </c:pt>
                <c:pt idx="81">
                  <c:v>-0.14299999999999999</c:v>
                </c:pt>
                <c:pt idx="82">
                  <c:v>-0.128</c:v>
                </c:pt>
                <c:pt idx="83">
                  <c:v>-0.32200000000000001</c:v>
                </c:pt>
                <c:pt idx="84">
                  <c:v>-0.217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3-4D3F-4C33-B1B1-997CEC4825A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385344944"/>
        <c:axId val="1385364624"/>
      </c:lineChart>
      <c:dateAx>
        <c:axId val="1385344944"/>
        <c:scaling>
          <c:orientation val="minMax"/>
          <c:max val="45931"/>
          <c:min val="43739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mmm\-yy" sourceLinked="1"/>
        <c:majorTickMark val="out"/>
        <c:minorTickMark val="none"/>
        <c:tickLblPos val="low"/>
        <c:spPr>
          <a:noFill/>
          <a:ln w="9525" cap="flat" cmpd="sng" algn="ctr">
            <a:solidFill>
              <a:sysClr val="windowText" lastClr="0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Dosis" pitchFamily="2" charset="0"/>
                <a:ea typeface="+mn-ea"/>
                <a:cs typeface="+mn-cs"/>
              </a:defRPr>
            </a:pPr>
            <a:endParaRPr lang="es-CO"/>
          </a:p>
        </c:txPr>
        <c:crossAx val="1385364624"/>
        <c:crosses val="autoZero"/>
        <c:auto val="1"/>
        <c:lblOffset val="100"/>
        <c:baseTimeUnit val="months"/>
        <c:majorUnit val="12"/>
        <c:majorTimeUnit val="months"/>
      </c:dateAx>
      <c:valAx>
        <c:axId val="13853646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solidFill>
              <a:sysClr val="windowText" lastClr="000000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Dosis" pitchFamily="2" charset="0"/>
                <a:ea typeface="+mn-ea"/>
                <a:cs typeface="+mn-cs"/>
              </a:defRPr>
            </a:pPr>
            <a:endParaRPr lang="es-CO"/>
          </a:p>
        </c:txPr>
        <c:crossAx val="13853449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/>
              </a:solidFill>
              <a:latin typeface="Dosis" pitchFamily="2" charset="0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 b="1">
          <a:solidFill>
            <a:schemeClr val="tx1"/>
          </a:solidFill>
          <a:latin typeface="Dosis" pitchFamily="2" charset="0"/>
        </a:defRPr>
      </a:pPr>
      <a:endParaRPr lang="es-CO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47A4E8-DC76-4E39-9AAB-C895AA0E4AD7}" type="datetimeFigureOut">
              <a:rPr lang="es-CO" smtClean="0"/>
              <a:t>12/11/2025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649D26-DA44-47BF-9EAB-D297CF35AE6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49359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A3A22478-6DD5-C796-E3E5-09F87EAB6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0574FF66-0980-6491-3A50-D51A03D1A4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O"/>
          </a:p>
        </p:txBody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09E41AAA-4828-6769-DC05-8BFB95ED42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329481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A3A22478-6DD5-C796-E3E5-09F87EAB6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0574FF66-0980-6491-3A50-D51A03D1A4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O"/>
          </a:p>
        </p:txBody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09E41AAA-4828-6769-DC05-8BFB95ED42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915641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0BD8A4FB-D954-1218-5FAA-81FB54105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3C405ADD-1B90-BA91-CDD0-5B6F34E1F7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O"/>
          </a:p>
        </p:txBody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48AB37DE-C2EB-8D5F-ABE4-CE06A18124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374008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20 Rectángulo"/>
          <p:cNvSpPr/>
          <p:nvPr/>
        </p:nvSpPr>
        <p:spPr>
          <a:xfrm>
            <a:off x="1206500" y="2928938"/>
            <a:ext cx="9753600" cy="1998662"/>
          </a:xfrm>
          <a:prstGeom prst="rect">
            <a:avLst/>
          </a:prstGeom>
          <a:noFill/>
          <a:ln w="6350" cap="rnd" cmpd="sng" algn="ctr">
            <a:solidFill>
              <a:srgbClr val="002060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5" name="32 Rectángulo"/>
          <p:cNvSpPr/>
          <p:nvPr/>
        </p:nvSpPr>
        <p:spPr>
          <a:xfrm>
            <a:off x="1219200" y="5048250"/>
            <a:ext cx="97536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6" name="21 Rectángulo"/>
          <p:cNvSpPr/>
          <p:nvPr/>
        </p:nvSpPr>
        <p:spPr>
          <a:xfrm>
            <a:off x="1206500" y="2928938"/>
            <a:ext cx="304800" cy="1998662"/>
          </a:xfrm>
          <a:prstGeom prst="rect">
            <a:avLst/>
          </a:prstGeom>
          <a:solidFill>
            <a:srgbClr val="002060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7" name="31 Rectángulo"/>
          <p:cNvSpPr/>
          <p:nvPr/>
        </p:nvSpPr>
        <p:spPr>
          <a:xfrm>
            <a:off x="1219200" y="5048250"/>
            <a:ext cx="304800" cy="685800"/>
          </a:xfrm>
          <a:prstGeom prst="rect">
            <a:avLst/>
          </a:prstGeom>
          <a:solidFill>
            <a:srgbClr val="002060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pic>
        <p:nvPicPr>
          <p:cNvPr id="10" name="10 Imagen" descr="logo [Converted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14752" y="357188"/>
            <a:ext cx="4665133" cy="1428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7 Título"/>
          <p:cNvSpPr>
            <a:spLocks noGrp="1"/>
          </p:cNvSpPr>
          <p:nvPr>
            <p:ph type="ctrTitle"/>
          </p:nvPr>
        </p:nvSpPr>
        <p:spPr>
          <a:xfrm>
            <a:off x="1625600" y="3886200"/>
            <a:ext cx="9144000" cy="990600"/>
          </a:xfrm>
        </p:spPr>
        <p:txBody>
          <a:bodyPr anchor="t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9" name="8 Subtítulo"/>
          <p:cNvSpPr>
            <a:spLocks noGrp="1"/>
          </p:cNvSpPr>
          <p:nvPr>
            <p:ph type="subTitle" idx="1"/>
          </p:nvPr>
        </p:nvSpPr>
        <p:spPr>
          <a:xfrm>
            <a:off x="1625600" y="5124450"/>
            <a:ext cx="9144000" cy="533400"/>
          </a:xfrm>
          <a:ln>
            <a:solidFill>
              <a:srgbClr val="002060"/>
            </a:solidFill>
          </a:ln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11" name="27 Marcador de fecha"/>
          <p:cNvSpPr>
            <a:spLocks noGrp="1"/>
          </p:cNvSpPr>
          <p:nvPr>
            <p:ph type="dt" sz="half" idx="10"/>
          </p:nvPr>
        </p:nvSpPr>
        <p:spPr>
          <a:xfrm>
            <a:off x="8534400" y="6354763"/>
            <a:ext cx="3048000" cy="366712"/>
          </a:xfrm>
        </p:spPr>
        <p:txBody>
          <a:bodyPr/>
          <a:lstStyle>
            <a:lvl1pPr>
              <a:defRPr sz="1400">
                <a:latin typeface="Cambria" pitchFamily="18" charset="0"/>
              </a:defRPr>
            </a:lvl1pPr>
          </a:lstStyle>
          <a:p>
            <a:fld id="{EA7E7A28-9CBE-488D-A044-360D4A5C61A4}" type="datetime1">
              <a:rPr lang="es-CO" smtClean="0"/>
              <a:pPr/>
              <a:t>12/11/2025</a:t>
            </a:fld>
            <a:endParaRPr lang="es-CO"/>
          </a:p>
        </p:txBody>
      </p:sp>
      <p:sp>
        <p:nvSpPr>
          <p:cNvPr id="12" name="16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865033" y="6354763"/>
            <a:ext cx="4633384" cy="366712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Cambria" pitchFamily="18" charset="0"/>
                <a:cs typeface="+mn-cs"/>
              </a:defRPr>
            </a:lvl1pPr>
          </a:lstStyle>
          <a:p>
            <a:endParaRPr lang="es-CO"/>
          </a:p>
        </p:txBody>
      </p:sp>
      <p:sp>
        <p:nvSpPr>
          <p:cNvPr id="13" name="28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621367" y="6354763"/>
            <a:ext cx="1625600" cy="366712"/>
          </a:xfrm>
        </p:spPr>
        <p:txBody>
          <a:bodyPr/>
          <a:lstStyle>
            <a:lvl1pPr>
              <a:defRPr/>
            </a:lvl1pPr>
          </a:lstStyle>
          <a:p>
            <a:fld id="{951C5920-4BEF-4465-8DD1-3572E30EF6F4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91054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6 Imagen" descr="logo [Converted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55302" y="0"/>
            <a:ext cx="1536700" cy="528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8" name="7 Marcador de contenido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10972800" cy="4937760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9B6DAAB-7686-4777-BAD8-9FCB2EAA7BD9}" type="datetime1">
              <a:rPr lang="es-CO" smtClean="0"/>
              <a:pPr/>
              <a:t>12/11/2025</a:t>
            </a:fld>
            <a:endParaRPr lang="es-CO"/>
          </a:p>
        </p:txBody>
      </p:sp>
      <p:sp>
        <p:nvSpPr>
          <p:cNvPr id="6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cs typeface="+mn-cs"/>
              </a:defRPr>
            </a:lvl1pPr>
          </a:lstStyle>
          <a:p>
            <a:endParaRPr lang="es-CO"/>
          </a:p>
        </p:txBody>
      </p:sp>
      <p:sp>
        <p:nvSpPr>
          <p:cNvPr id="7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1C5920-4BEF-4465-8DD1-3572E30EF6F4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99119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6 Imagen" descr="logo [Converted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55302" y="0"/>
            <a:ext cx="1536700" cy="528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39349" y="188640"/>
            <a:ext cx="10369152" cy="620688"/>
          </a:xfrm>
        </p:spPr>
        <p:txBody>
          <a:bodyPr/>
          <a:lstStyle>
            <a:lvl1pPr>
              <a:defRPr sz="2800" b="1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969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6 Imagen" descr="logo [Converted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55302" y="0"/>
            <a:ext cx="1536700" cy="528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8" name="7 Marcador de contenido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10972800" cy="4937760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48D5190-5B6A-42EA-B544-E5C36AF2B686}" type="datetime1">
              <a:rPr lang="es-CO" smtClean="0"/>
              <a:pPr/>
              <a:t>12/11/2025</a:t>
            </a:fld>
            <a:endParaRPr lang="es-CO"/>
          </a:p>
        </p:txBody>
      </p:sp>
      <p:sp>
        <p:nvSpPr>
          <p:cNvPr id="6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cs typeface="+mn-cs"/>
              </a:defRPr>
            </a:lvl1pPr>
          </a:lstStyle>
          <a:p>
            <a:endParaRPr lang="es-CO"/>
          </a:p>
        </p:txBody>
      </p:sp>
      <p:sp>
        <p:nvSpPr>
          <p:cNvPr id="7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1C5920-4BEF-4465-8DD1-3572E30EF6F4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41279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6 Rectángulo"/>
          <p:cNvSpPr/>
          <p:nvPr/>
        </p:nvSpPr>
        <p:spPr>
          <a:xfrm>
            <a:off x="1219200" y="2819403"/>
            <a:ext cx="9753600" cy="1279525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5" name="7 Rectángulo"/>
          <p:cNvSpPr/>
          <p:nvPr/>
        </p:nvSpPr>
        <p:spPr>
          <a:xfrm>
            <a:off x="1219200" y="2819403"/>
            <a:ext cx="304800" cy="1279525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625600" y="2971800"/>
            <a:ext cx="9144000" cy="1066800"/>
          </a:xfrm>
        </p:spPr>
        <p:txBody>
          <a:bodyPr anchor="t"/>
          <a:lstStyle>
            <a:lvl1pPr algn="r">
              <a:buNone/>
              <a:defRPr sz="3200" b="0" cap="none" baseline="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1727200" y="4267200"/>
            <a:ext cx="9042400" cy="11430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3 Marcador de fecha"/>
          <p:cNvSpPr>
            <a:spLocks noGrp="1"/>
          </p:cNvSpPr>
          <p:nvPr>
            <p:ph type="dt" sz="half" idx="10"/>
          </p:nvPr>
        </p:nvSpPr>
        <p:spPr>
          <a:xfrm>
            <a:off x="8534400" y="6354763"/>
            <a:ext cx="3048000" cy="366712"/>
          </a:xfrm>
        </p:spPr>
        <p:txBody>
          <a:bodyPr/>
          <a:lstStyle>
            <a:lvl1pPr>
              <a:defRPr>
                <a:solidFill>
                  <a:srgbClr val="DDE9EC"/>
                </a:solidFill>
              </a:defRPr>
            </a:lvl1pPr>
          </a:lstStyle>
          <a:p>
            <a:fld id="{F672D3A7-00E7-4FE2-9DB9-CFD1BCE0E375}" type="datetime1">
              <a:rPr lang="es-CO" smtClean="0"/>
              <a:pPr/>
              <a:t>12/11/2025</a:t>
            </a:fld>
            <a:endParaRPr lang="es-CO"/>
          </a:p>
        </p:txBody>
      </p:sp>
      <p:sp>
        <p:nvSpPr>
          <p:cNvPr id="7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865033" y="6354763"/>
            <a:ext cx="4633384" cy="366712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DDE9EC"/>
                </a:solidFill>
                <a:cs typeface="+mn-cs"/>
              </a:defRPr>
            </a:lvl1pPr>
          </a:lstStyle>
          <a:p>
            <a:endParaRPr lang="es-CO"/>
          </a:p>
        </p:txBody>
      </p:sp>
      <p:sp>
        <p:nvSpPr>
          <p:cNvPr id="8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426635" y="6354763"/>
            <a:ext cx="2027767" cy="366712"/>
          </a:xfrm>
        </p:spPr>
        <p:txBody>
          <a:bodyPr/>
          <a:lstStyle>
            <a:lvl1pPr>
              <a:defRPr>
                <a:solidFill>
                  <a:srgbClr val="DDE9EC"/>
                </a:solidFill>
              </a:defRPr>
            </a:lvl1pPr>
          </a:lstStyle>
          <a:p>
            <a:fld id="{951C5920-4BEF-4465-8DD1-3572E30EF6F4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325367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10 Imagen" descr="logo [Converted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55302" y="0"/>
            <a:ext cx="1536700" cy="528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 anchor="ctr"/>
          <a:lstStyle>
            <a:lvl1pPr>
              <a:defRPr b="1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285875"/>
            <a:ext cx="5386917" cy="685800"/>
          </a:xfrm>
          <a:noFill/>
          <a:ln>
            <a:noFill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6197602" y="1295400"/>
            <a:ext cx="5389033" cy="685800"/>
          </a:xfrm>
          <a:noFill/>
          <a:ln>
            <a:noFill/>
          </a:ln>
        </p:spPr>
        <p:txBody>
          <a:bodyPr anchor="b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11" name="10 Marcador de contenido"/>
          <p:cNvSpPr>
            <a:spLocks noGrp="1"/>
          </p:cNvSpPr>
          <p:nvPr>
            <p:ph sz="quarter" idx="2"/>
          </p:nvPr>
        </p:nvSpPr>
        <p:spPr>
          <a:xfrm>
            <a:off x="609600" y="2133600"/>
            <a:ext cx="5384800" cy="4038600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13" name="12 Marcador de contenido"/>
          <p:cNvSpPr>
            <a:spLocks noGrp="1"/>
          </p:cNvSpPr>
          <p:nvPr>
            <p:ph sz="quarter" idx="4"/>
          </p:nvPr>
        </p:nvSpPr>
        <p:spPr>
          <a:xfrm>
            <a:off x="6197600" y="2133600"/>
            <a:ext cx="5384800" cy="4038600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8" name="1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AE76AE7-AAFB-4ABC-BA6C-6F4DD6FB796F}" type="datetime1">
              <a:rPr lang="es-CO" smtClean="0"/>
              <a:pPr/>
              <a:t>12/11/2025</a:t>
            </a:fld>
            <a:endParaRPr lang="es-CO"/>
          </a:p>
        </p:txBody>
      </p:sp>
      <p:sp>
        <p:nvSpPr>
          <p:cNvPr id="9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cs typeface="+mn-cs"/>
              </a:defRPr>
            </a:lvl1pPr>
          </a:lstStyle>
          <a:p>
            <a:endParaRPr lang="es-CO"/>
          </a:p>
        </p:txBody>
      </p:sp>
      <p:sp>
        <p:nvSpPr>
          <p:cNvPr id="10" name="22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1C5920-4BEF-4465-8DD1-3572E30EF6F4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382048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5 Triángulo isósceles"/>
          <p:cNvSpPr>
            <a:spLocks noChangeAspect="1"/>
          </p:cNvSpPr>
          <p:nvPr/>
        </p:nvSpPr>
        <p:spPr>
          <a:xfrm rot="5400000">
            <a:off x="590550" y="6447368"/>
            <a:ext cx="190500" cy="160867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pic>
        <p:nvPicPr>
          <p:cNvPr id="4" name="11 Imagen" descr="logo [Converted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55302" y="0"/>
            <a:ext cx="1536700" cy="528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>
            <a:lvl1pPr>
              <a:defRPr b="1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5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B1D5D7A-95B4-43EE-916D-9D11F2E5C2C7}" type="datetime1">
              <a:rPr lang="es-CO" smtClean="0"/>
              <a:pPr/>
              <a:t>12/11/2025</a:t>
            </a:fld>
            <a:endParaRPr lang="es-CO"/>
          </a:p>
        </p:txBody>
      </p:sp>
      <p:sp>
        <p:nvSpPr>
          <p:cNvPr id="6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cs typeface="+mn-cs"/>
              </a:defRPr>
            </a:lvl1pPr>
          </a:lstStyle>
          <a:p>
            <a:endParaRPr lang="es-CO"/>
          </a:p>
        </p:txBody>
      </p:sp>
      <p:sp>
        <p:nvSpPr>
          <p:cNvPr id="7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1C5920-4BEF-4465-8DD1-3572E30EF6F4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3404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7 Conector recto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solidFill>
                <a:prstClr val="white"/>
              </a:solidFill>
              <a:latin typeface="+mn-lt"/>
              <a:cs typeface="Arial" charset="0"/>
            </a:endParaRPr>
          </a:p>
        </p:txBody>
      </p:sp>
      <p:sp>
        <p:nvSpPr>
          <p:cNvPr id="6" name="8 Triángulo isósceles"/>
          <p:cNvSpPr>
            <a:spLocks noChangeAspect="1"/>
          </p:cNvSpPr>
          <p:nvPr/>
        </p:nvSpPr>
        <p:spPr>
          <a:xfrm rot="5400000">
            <a:off x="590550" y="6447368"/>
            <a:ext cx="190500" cy="160867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7" name="9 Rectángulo"/>
          <p:cNvSpPr/>
          <p:nvPr/>
        </p:nvSpPr>
        <p:spPr>
          <a:xfrm>
            <a:off x="609602" y="500063"/>
            <a:ext cx="243417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0" y="500856"/>
            <a:ext cx="109728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609600" y="1905000"/>
            <a:ext cx="109728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pPr lvl="0"/>
            <a:r>
              <a:rPr lang="es-ES" noProof="0"/>
              <a:t>Haga clic en el icono para agregar una imagen</a:t>
            </a:r>
            <a:endParaRPr lang="en-US" noProof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0" y="1219200"/>
            <a:ext cx="10972800" cy="533400"/>
          </a:xfrm>
        </p:spPr>
        <p:txBody>
          <a:bodyPr anchor="ctr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8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DDE9EC"/>
                </a:solidFill>
              </a:defRPr>
            </a:lvl1pPr>
          </a:lstStyle>
          <a:p>
            <a:fld id="{6640AA76-5206-48CF-BC1A-B391B74D03DD}" type="datetime1">
              <a:rPr lang="es-CO" smtClean="0"/>
              <a:pPr/>
              <a:t>12/11/2025</a:t>
            </a:fld>
            <a:endParaRPr lang="es-CO"/>
          </a:p>
        </p:txBody>
      </p:sp>
      <p:sp>
        <p:nvSpPr>
          <p:cNvPr id="9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DDE9EC"/>
                </a:solidFill>
                <a:cs typeface="+mn-cs"/>
              </a:defRPr>
            </a:lvl1pPr>
          </a:lstStyle>
          <a:p>
            <a:endParaRPr lang="es-CO"/>
          </a:p>
        </p:txBody>
      </p:sp>
      <p:sp>
        <p:nvSpPr>
          <p:cNvPr id="10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DDE9EC"/>
                </a:solidFill>
              </a:defRPr>
            </a:lvl1pPr>
          </a:lstStyle>
          <a:p>
            <a:fld id="{951C5920-4BEF-4465-8DD1-3572E30EF6F4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479895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10 Imagen" descr="logo [Converted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55302" y="0"/>
            <a:ext cx="1536700" cy="528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1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1208895-4142-4A9C-956F-2F013C2FEFF8}" type="datetime1">
              <a:rPr lang="es-CO" smtClean="0"/>
              <a:pPr/>
              <a:t>12/11/2025</a:t>
            </a:fld>
            <a:endParaRPr lang="es-CO"/>
          </a:p>
        </p:txBody>
      </p:sp>
      <p:sp>
        <p:nvSpPr>
          <p:cNvPr id="6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cs typeface="+mn-cs"/>
              </a:defRPr>
            </a:lvl1pPr>
          </a:lstStyle>
          <a:p>
            <a:endParaRPr lang="es-CO"/>
          </a:p>
        </p:txBody>
      </p:sp>
      <p:sp>
        <p:nvSpPr>
          <p:cNvPr id="7" name="22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1C5920-4BEF-4465-8DD1-3572E30EF6F4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05189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6 Conector recto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solidFill>
                <a:prstClr val="black"/>
              </a:solidFill>
              <a:latin typeface="+mn-lt"/>
              <a:cs typeface="Arial" charset="0"/>
            </a:endParaRPr>
          </a:p>
        </p:txBody>
      </p:sp>
      <p:sp>
        <p:nvSpPr>
          <p:cNvPr id="5" name="7 Triángulo isósceles"/>
          <p:cNvSpPr>
            <a:spLocks noChangeAspect="1"/>
          </p:cNvSpPr>
          <p:nvPr/>
        </p:nvSpPr>
        <p:spPr>
          <a:xfrm rot="5400000">
            <a:off x="590550" y="6447368"/>
            <a:ext cx="190500" cy="160867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6" name="8 Conector recto"/>
          <p:cNvSpPr>
            <a:spLocks noChangeShapeType="1"/>
          </p:cNvSpPr>
          <p:nvPr/>
        </p:nvSpPr>
        <p:spPr bwMode="auto">
          <a:xfrm rot="5400000">
            <a:off x="5816072" y="3201988"/>
            <a:ext cx="5851525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solidFill>
                <a:prstClr val="black"/>
              </a:solidFill>
              <a:latin typeface="+mn-lt"/>
              <a:cs typeface="Arial" charset="0"/>
            </a:endParaRPr>
          </a:p>
        </p:txBody>
      </p:sp>
      <p:pic>
        <p:nvPicPr>
          <p:cNvPr id="7" name="14 Imagen" descr="logo [Converted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55302" y="0"/>
            <a:ext cx="1536700" cy="528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8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C65B9C9-021C-4702-B1EB-2CD8E589DDD1}" type="datetime1">
              <a:rPr lang="es-CO" smtClean="0"/>
              <a:pPr/>
              <a:t>12/11/2025</a:t>
            </a:fld>
            <a:endParaRPr lang="es-CO"/>
          </a:p>
        </p:txBody>
      </p:sp>
      <p:sp>
        <p:nvSpPr>
          <p:cNvPr id="9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cs typeface="+mn-cs"/>
              </a:defRPr>
            </a:lvl1pPr>
          </a:lstStyle>
          <a:p>
            <a:endParaRPr lang="es-CO"/>
          </a:p>
        </p:txBody>
      </p:sp>
      <p:sp>
        <p:nvSpPr>
          <p:cNvPr id="10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1C5920-4BEF-4465-8DD1-3572E30EF6F4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89265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7 Imagen" descr="logo [Converted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0" y="1928813"/>
            <a:ext cx="4665133" cy="1428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609601" y="1928805"/>
            <a:ext cx="6438907" cy="4197361"/>
          </a:xfrm>
        </p:spPr>
        <p:txBody>
          <a:bodyPr/>
          <a:lstStyle>
            <a:lvl1pPr>
              <a:buClr>
                <a:schemeClr val="tx2">
                  <a:lumMod val="75000"/>
                </a:schemeClr>
              </a:buClr>
              <a:buFont typeface="Wingdings" pitchFamily="2" charset="2"/>
              <a:buChar char="§"/>
              <a:defRPr>
                <a:latin typeface="Arial" pitchFamily="34" charset="0"/>
                <a:cs typeface="Arial" pitchFamily="34" charset="0"/>
              </a:defRPr>
            </a:lvl1pPr>
            <a:lvl2pPr>
              <a:buClr>
                <a:schemeClr val="tx2">
                  <a:lumMod val="75000"/>
                </a:schemeClr>
              </a:buClr>
              <a:buFont typeface="Wingdings" pitchFamily="2" charset="2"/>
              <a:buChar char="§"/>
              <a:defRPr>
                <a:latin typeface="Arial" pitchFamily="34" charset="0"/>
                <a:cs typeface="Arial" pitchFamily="34" charset="0"/>
              </a:defRPr>
            </a:lvl2pPr>
            <a:lvl3pPr>
              <a:buClr>
                <a:schemeClr val="tx2">
                  <a:lumMod val="75000"/>
                </a:schemeClr>
              </a:buClr>
              <a:buFont typeface="Wingdings" pitchFamily="2" charset="2"/>
              <a:buChar char="§"/>
              <a:defRPr>
                <a:latin typeface="Arial" pitchFamily="34" charset="0"/>
                <a:cs typeface="Arial" pitchFamily="34" charset="0"/>
              </a:defRPr>
            </a:lvl3pPr>
            <a:lvl4pPr>
              <a:buClr>
                <a:schemeClr val="tx2">
                  <a:lumMod val="75000"/>
                </a:schemeClr>
              </a:buClr>
              <a:buFont typeface="Wingdings" pitchFamily="2" charset="2"/>
              <a:buChar char="§"/>
              <a:defRPr>
                <a:latin typeface="Arial" pitchFamily="34" charset="0"/>
                <a:cs typeface="Arial" pitchFamily="34" charset="0"/>
              </a:defRPr>
            </a:lvl4pPr>
            <a:lvl5pPr>
              <a:buClr>
                <a:schemeClr val="tx2">
                  <a:lumMod val="75000"/>
                </a:schemeClr>
              </a:buClr>
              <a:buFont typeface="Wingdings" pitchFamily="2" charset="2"/>
              <a:buChar char="§"/>
              <a:defRPr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583141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39349" y="188640"/>
            <a:ext cx="10369152" cy="620688"/>
          </a:xfrm>
        </p:spPr>
        <p:txBody>
          <a:bodyPr/>
          <a:lstStyle>
            <a:lvl1pPr>
              <a:defRPr sz="2800" b="1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580042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39349" y="188640"/>
            <a:ext cx="10369152" cy="620688"/>
          </a:xfrm>
        </p:spPr>
        <p:txBody>
          <a:bodyPr/>
          <a:lstStyle>
            <a:lvl1pPr>
              <a:defRPr sz="2800" b="1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533913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2"/>
          <p:cNvSpPr txBox="1">
            <a:spLocks noGrp="1"/>
          </p:cNvSpPr>
          <p:nvPr>
            <p:ph type="dt" idx="10"/>
          </p:nvPr>
        </p:nvSpPr>
        <p:spPr>
          <a:xfrm>
            <a:off x="304800" y="4237570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2"/>
          <p:cNvSpPr txBox="1">
            <a:spLocks noGrp="1"/>
          </p:cNvSpPr>
          <p:nvPr>
            <p:ph type="ftr" idx="11"/>
          </p:nvPr>
        </p:nvSpPr>
        <p:spPr>
          <a:xfrm>
            <a:off x="2082800" y="4237570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32"/>
          <p:cNvSpPr txBox="1">
            <a:spLocks noGrp="1"/>
          </p:cNvSpPr>
          <p:nvPr>
            <p:ph type="sldNum" idx="12"/>
          </p:nvPr>
        </p:nvSpPr>
        <p:spPr>
          <a:xfrm>
            <a:off x="4368800" y="4237570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027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21 Marcador de título"/>
          <p:cNvSpPr>
            <a:spLocks noGrp="1"/>
          </p:cNvSpPr>
          <p:nvPr>
            <p:ph type="title"/>
          </p:nvPr>
        </p:nvSpPr>
        <p:spPr bwMode="auto">
          <a:xfrm>
            <a:off x="609600" y="152400"/>
            <a:ext cx="109728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7171" name="12 Marcador de texto"/>
          <p:cNvSpPr>
            <a:spLocks noGrp="1"/>
          </p:cNvSpPr>
          <p:nvPr>
            <p:ph type="body" idx="1"/>
          </p:nvPr>
        </p:nvSpPr>
        <p:spPr bwMode="auto">
          <a:xfrm>
            <a:off x="609600" y="1219200"/>
            <a:ext cx="10972800" cy="4910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14" name="13 Marcador de fecha"/>
          <p:cNvSpPr>
            <a:spLocks noGrp="1"/>
          </p:cNvSpPr>
          <p:nvPr>
            <p:ph type="dt" sz="half" idx="2"/>
          </p:nvPr>
        </p:nvSpPr>
        <p:spPr>
          <a:xfrm>
            <a:off x="8534402" y="6356353"/>
            <a:ext cx="3052233" cy="365125"/>
          </a:xfrm>
          <a:prstGeom prst="rect">
            <a:avLst/>
          </a:prstGeom>
        </p:spPr>
        <p:txBody>
          <a:bodyPr vert="horz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rgbClr val="464653"/>
                </a:solidFill>
                <a:latin typeface="Cambria" pitchFamily="18" charset="0"/>
                <a:cs typeface="+mn-cs"/>
              </a:defRPr>
            </a:lvl1pPr>
          </a:lstStyle>
          <a:p>
            <a:fld id="{21E0B505-AEE0-4625-8B8E-4D7C26659098}" type="datetime1">
              <a:rPr lang="es-CO" smtClean="0"/>
              <a:pPr/>
              <a:t>12/11/2025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865033" y="6356353"/>
            <a:ext cx="467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464653"/>
                </a:solidFill>
                <a:latin typeface="Cambria" pitchFamily="18" charset="0"/>
                <a:cs typeface="Arial" charset="0"/>
              </a:defRPr>
            </a:lvl1pPr>
          </a:lstStyle>
          <a:p>
            <a:endParaRPr lang="es-CO"/>
          </a:p>
        </p:txBody>
      </p:sp>
      <p:sp>
        <p:nvSpPr>
          <p:cNvPr id="23" name="22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17033" y="6356353"/>
            <a:ext cx="2641600" cy="365125"/>
          </a:xfrm>
          <a:prstGeom prst="rect">
            <a:avLst/>
          </a:prstGeom>
        </p:spPr>
        <p:txBody>
          <a:bodyPr vert="horz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rgbClr val="464653"/>
                </a:solidFill>
                <a:latin typeface="Cambria" pitchFamily="18" charset="0"/>
                <a:cs typeface="+mn-cs"/>
              </a:defRPr>
            </a:lvl1pPr>
          </a:lstStyle>
          <a:p>
            <a:fld id="{951C5920-4BEF-4465-8DD1-3572E30EF6F4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38505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kern="1200">
          <a:solidFill>
            <a:srgbClr val="0D0D0D"/>
          </a:solidFill>
          <a:latin typeface="Cambria" pitchFamily="18" charset="0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D0D0D"/>
          </a:solidFill>
          <a:latin typeface="Cambria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D0D0D"/>
          </a:solidFill>
          <a:latin typeface="Cambria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D0D0D"/>
          </a:solidFill>
          <a:latin typeface="Cambria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D0D0D"/>
          </a:solidFill>
          <a:latin typeface="Cambria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rgbClr val="0D0D0D"/>
          </a:solidFill>
          <a:latin typeface="Cambria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rgbClr val="0D0D0D"/>
          </a:solidFill>
          <a:latin typeface="Cambria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rgbClr val="0D0D0D"/>
          </a:solidFill>
          <a:latin typeface="Cambria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rgbClr val="0D0D0D"/>
          </a:solidFill>
          <a:latin typeface="Cambria" pitchFamily="18" charset="0"/>
        </a:defRPr>
      </a:lvl9pPr>
    </p:titleStyle>
    <p:bodyStyle>
      <a:lvl1pPr marL="273050" indent="-27305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6000"/>
        <a:buFont typeface="Wingdings 3" pitchFamily="18" charset="2"/>
        <a:buChar char=""/>
        <a:defRPr sz="2600" kern="1200">
          <a:solidFill>
            <a:schemeClr val="tx1"/>
          </a:solidFill>
          <a:latin typeface="Cambria" pitchFamily="18" charset="0"/>
          <a:ea typeface="+mn-ea"/>
          <a:cs typeface="+mn-cs"/>
        </a:defRPr>
      </a:lvl1pPr>
      <a:lvl2pPr marL="547688" indent="-273050" algn="l" rtl="0" eaLnBrk="0" fontAlgn="base" hangingPunct="0">
        <a:spcBef>
          <a:spcPts val="500"/>
        </a:spcBef>
        <a:spcAft>
          <a:spcPct val="0"/>
        </a:spcAft>
        <a:buClr>
          <a:schemeClr val="accent2"/>
        </a:buClr>
        <a:buSzPct val="76000"/>
        <a:buFont typeface="Wingdings 3" pitchFamily="18" charset="2"/>
        <a:buChar char=""/>
        <a:defRPr sz="2300" kern="1200">
          <a:solidFill>
            <a:schemeClr val="tx2"/>
          </a:solidFill>
          <a:latin typeface="Cambria" pitchFamily="18" charset="0"/>
          <a:ea typeface="+mn-ea"/>
          <a:cs typeface="+mn-cs"/>
        </a:defRPr>
      </a:lvl2pPr>
      <a:lvl3pPr marL="822325" indent="-228600" algn="l" rtl="0" eaLnBrk="0" fontAlgn="base" hangingPunct="0">
        <a:spcBef>
          <a:spcPts val="500"/>
        </a:spcBef>
        <a:spcAft>
          <a:spcPct val="0"/>
        </a:spcAft>
        <a:buClr>
          <a:srgbClr val="BCBCBC"/>
        </a:buClr>
        <a:buSzPct val="76000"/>
        <a:buFont typeface="Wingdings 3" pitchFamily="18" charset="2"/>
        <a:buChar char=""/>
        <a:defRPr sz="2000" kern="1200">
          <a:solidFill>
            <a:schemeClr val="tx1"/>
          </a:solidFill>
          <a:latin typeface="Cambria" pitchFamily="18" charset="0"/>
          <a:ea typeface="+mn-ea"/>
          <a:cs typeface="+mn-cs"/>
        </a:defRPr>
      </a:lvl3pPr>
      <a:lvl4pPr marL="1096963" indent="-228600" algn="l" rtl="0" eaLnBrk="0" fontAlgn="base" hangingPunct="0">
        <a:spcBef>
          <a:spcPts val="400"/>
        </a:spcBef>
        <a:spcAft>
          <a:spcPct val="0"/>
        </a:spcAft>
        <a:buClr>
          <a:srgbClr val="8BA2B4"/>
        </a:buClr>
        <a:buSzPct val="70000"/>
        <a:buFont typeface="Wingdings" pitchFamily="2" charset="2"/>
        <a:buChar char=""/>
        <a:defRPr sz="2000" kern="1200">
          <a:solidFill>
            <a:schemeClr val="tx1"/>
          </a:solidFill>
          <a:latin typeface="Cambria" pitchFamily="18" charset="0"/>
          <a:ea typeface="+mn-ea"/>
          <a:cs typeface="+mn-cs"/>
        </a:defRPr>
      </a:lvl4pPr>
      <a:lvl5pPr marL="1371600" indent="-228600" algn="l" rtl="0" eaLnBrk="0" fontAlgn="base" hangingPunct="0">
        <a:spcBef>
          <a:spcPts val="3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"/>
        <a:defRPr sz="1600" kern="1200">
          <a:solidFill>
            <a:schemeClr val="tx1"/>
          </a:solidFill>
          <a:latin typeface="Cambria" pitchFamily="18" charset="0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>
          <a:extLst>
            <a:ext uri="{FF2B5EF4-FFF2-40B4-BE49-F238E27FC236}">
              <a16:creationId xmlns:a16="http://schemas.microsoft.com/office/drawing/2014/main" id="{C41ED564-2BC1-0AAA-F208-480410D63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Google Shape;93;p2">
            <a:extLst>
              <a:ext uri="{FF2B5EF4-FFF2-40B4-BE49-F238E27FC236}">
                <a16:creationId xmlns:a16="http://schemas.microsoft.com/office/drawing/2014/main" id="{C0FC3DAD-7E22-CE2C-96A3-BB7DC86ECF14}"/>
              </a:ext>
            </a:extLst>
          </p:cNvPr>
          <p:cNvGrpSpPr/>
          <p:nvPr/>
        </p:nvGrpSpPr>
        <p:grpSpPr>
          <a:xfrm>
            <a:off x="0" y="-24110"/>
            <a:ext cx="833120" cy="6882110"/>
            <a:chOff x="0" y="-9525"/>
            <a:chExt cx="939401" cy="2718858"/>
          </a:xfrm>
        </p:grpSpPr>
        <p:sp>
          <p:nvSpPr>
            <p:cNvPr id="94" name="Google Shape;94;p2">
              <a:extLst>
                <a:ext uri="{FF2B5EF4-FFF2-40B4-BE49-F238E27FC236}">
                  <a16:creationId xmlns:a16="http://schemas.microsoft.com/office/drawing/2014/main" id="{1627B33A-7F79-FF01-5CC5-EBA9C387BDF7}"/>
                </a:ext>
              </a:extLst>
            </p:cNvPr>
            <p:cNvSpPr/>
            <p:nvPr/>
          </p:nvSpPr>
          <p:spPr>
            <a:xfrm>
              <a:off x="0" y="0"/>
              <a:ext cx="939401" cy="2709333"/>
            </a:xfrm>
            <a:custGeom>
              <a:avLst/>
              <a:gdLst/>
              <a:ahLst/>
              <a:cxnLst/>
              <a:rect l="l" t="t" r="r" b="b"/>
              <a:pathLst>
                <a:path w="939401" h="2709333" extrusionOk="0">
                  <a:moveTo>
                    <a:pt x="0" y="0"/>
                  </a:moveTo>
                  <a:lnTo>
                    <a:pt x="939401" y="0"/>
                  </a:lnTo>
                  <a:lnTo>
                    <a:pt x="9394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B0272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60966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lang="es-CO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95" name="Google Shape;95;p2">
              <a:extLst>
                <a:ext uri="{FF2B5EF4-FFF2-40B4-BE49-F238E27FC236}">
                  <a16:creationId xmlns:a16="http://schemas.microsoft.com/office/drawing/2014/main" id="{873B3BAA-0AE7-55BF-D00F-DC7137E8838E}"/>
                </a:ext>
              </a:extLst>
            </p:cNvPr>
            <p:cNvSpPr txBox="1"/>
            <p:nvPr/>
          </p:nvSpPr>
          <p:spPr>
            <a:xfrm>
              <a:off x="0" y="-9525"/>
              <a:ext cx="939401" cy="27188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marL="0" marR="0" lvl="0" indent="0" algn="ctr" defTabSz="609660" rtl="0" eaLnBrk="1" fontAlgn="auto" latinLnBrk="0" hangingPunct="1">
                <a:lnSpc>
                  <a:spcPct val="1355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9F454CE-E5FD-864D-B31C-4A9EF8AF9C3F}"/>
              </a:ext>
            </a:extLst>
          </p:cNvPr>
          <p:cNvSpPr txBox="1"/>
          <p:nvPr/>
        </p:nvSpPr>
        <p:spPr>
          <a:xfrm>
            <a:off x="1774688" y="43794"/>
            <a:ext cx="948077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 pitchFamily="2" charset="0"/>
                <a:ea typeface="+mn-ea"/>
                <a:cs typeface="Arial"/>
                <a:sym typeface="Arial"/>
              </a:rPr>
              <a:t>Índice de confianza del consumidor (ICC) y disposición a comprar vivienda</a:t>
            </a:r>
          </a:p>
          <a:p>
            <a:pPr marL="0" marR="0" lvl="0" indent="0" algn="ctr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 pitchFamily="2" charset="0"/>
                <a:ea typeface="+mn-ea"/>
                <a:cs typeface="Arial"/>
                <a:sym typeface="Arial"/>
              </a:rPr>
              <a:t>Porcentaje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1842F5AD-38A3-643F-39E0-4F4B07CAF87B}"/>
              </a:ext>
            </a:extLst>
          </p:cNvPr>
          <p:cNvSpPr txBox="1"/>
          <p:nvPr/>
        </p:nvSpPr>
        <p:spPr>
          <a:xfrm>
            <a:off x="843280" y="6627408"/>
            <a:ext cx="4944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 pitchFamily="2" charset="0"/>
                <a:ea typeface="+mn-ea"/>
                <a:cs typeface="Arial"/>
                <a:sym typeface="Arial"/>
              </a:rPr>
              <a:t>Fuente: Fedesarrollo– Cálculos Camacol</a:t>
            </a:r>
          </a:p>
        </p:txBody>
      </p:sp>
      <p:sp>
        <p:nvSpPr>
          <p:cNvPr id="14" name="Google Shape;189;p5">
            <a:extLst>
              <a:ext uri="{FF2B5EF4-FFF2-40B4-BE49-F238E27FC236}">
                <a16:creationId xmlns:a16="http://schemas.microsoft.com/office/drawing/2014/main" id="{90C71390-DE15-E1E8-3867-B5D8967F0297}"/>
              </a:ext>
            </a:extLst>
          </p:cNvPr>
          <p:cNvSpPr txBox="1"/>
          <p:nvPr/>
        </p:nvSpPr>
        <p:spPr>
          <a:xfrm>
            <a:off x="9483124" y="6566448"/>
            <a:ext cx="2639253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defTabSz="609660" rtl="0" eaLnBrk="1" fontAlgn="auto" latinLnBrk="0" hangingPunct="1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227C"/>
                </a:solidFill>
                <a:effectLst/>
                <a:uLnTx/>
                <a:uFillTx/>
                <a:latin typeface="Dosis"/>
                <a:ea typeface="Dosis"/>
                <a:cs typeface="Dosis"/>
                <a:sym typeface="Dosis"/>
              </a:rPr>
              <a:t>www.camacol.co</a:t>
            </a: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7A7799A4-A7EB-32C0-76C8-6666677D3E60}"/>
              </a:ext>
            </a:extLst>
          </p:cNvPr>
          <p:cNvSpPr/>
          <p:nvPr/>
        </p:nvSpPr>
        <p:spPr>
          <a:xfrm>
            <a:off x="6345382" y="1883218"/>
            <a:ext cx="729673" cy="307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es-CO" sz="93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graphicFrame>
        <p:nvGraphicFramePr>
          <p:cNvPr id="3" name="Gráfico 2">
            <a:extLst>
              <a:ext uri="{FF2B5EF4-FFF2-40B4-BE49-F238E27FC236}">
                <a16:creationId xmlns:a16="http://schemas.microsoft.com/office/drawing/2014/main" id="{481D5D5D-6600-48BA-A7DC-CCF9941901F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0120426"/>
              </p:ext>
            </p:extLst>
          </p:nvPr>
        </p:nvGraphicFramePr>
        <p:xfrm>
          <a:off x="1078845" y="689826"/>
          <a:ext cx="10800000" cy="50790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CuadroTexto 3">
            <a:extLst>
              <a:ext uri="{FF2B5EF4-FFF2-40B4-BE49-F238E27FC236}">
                <a16:creationId xmlns:a16="http://schemas.microsoft.com/office/drawing/2014/main" id="{AB8EA146-1BEF-3A39-9060-BAEB4D91D454}"/>
              </a:ext>
            </a:extLst>
          </p:cNvPr>
          <p:cNvSpPr txBox="1"/>
          <p:nvPr/>
        </p:nvSpPr>
        <p:spPr>
          <a:xfrm>
            <a:off x="1459832" y="5844344"/>
            <a:ext cx="10122567" cy="677108"/>
          </a:xfrm>
          <a:prstGeom prst="rect">
            <a:avLst/>
          </a:prstGeom>
          <a:noFill/>
        </p:spPr>
        <p:txBody>
          <a:bodyPr wrap="square" lIns="60960" tIns="30480" rIns="60960" bIns="30480" rtlCol="0" anchor="t">
            <a:spAutoFit/>
          </a:bodyPr>
          <a:lstStyle/>
          <a:p>
            <a:pPr marL="0" marR="0" lvl="0" indent="0" algn="ctr" defTabSz="9145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/>
                <a:ea typeface="+mn-ea"/>
                <a:cs typeface="+mn-cs"/>
              </a:rPr>
              <a:t>Para octubre de 2025, el Índice de Confianza del Consumidor (ICC) registró un balance promedio de 13,6%, subiendo en 17,3 puntos porcentuales frente al promedio de </a:t>
            </a:r>
            <a:r>
              <a:rPr lang="es-MX" sz="2000" dirty="0">
                <a:solidFill>
                  <a:prstClr val="black"/>
                </a:solidFill>
                <a:latin typeface="Dosis"/>
              </a:rPr>
              <a:t>octubre</a:t>
            </a:r>
            <a:r>
              <a:rPr kumimoji="0" lang="es-MX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/>
                <a:ea typeface="+mn-ea"/>
                <a:cs typeface="+mn-cs"/>
              </a:rPr>
              <a:t> 2024 (-</a:t>
            </a:r>
            <a:r>
              <a:rPr lang="es-MX" sz="2000" dirty="0">
                <a:solidFill>
                  <a:prstClr val="black"/>
                </a:solidFill>
                <a:latin typeface="Dosis"/>
              </a:rPr>
              <a:t>3,7</a:t>
            </a:r>
            <a:r>
              <a:rPr kumimoji="0" lang="es-MX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/>
                <a:ea typeface="+mn-ea"/>
                <a:cs typeface="+mn-cs"/>
              </a:rPr>
              <a:t>%).</a:t>
            </a:r>
          </a:p>
        </p:txBody>
      </p:sp>
      <p:sp>
        <p:nvSpPr>
          <p:cNvPr id="5" name="Google Shape;101;p2">
            <a:extLst>
              <a:ext uri="{FF2B5EF4-FFF2-40B4-BE49-F238E27FC236}">
                <a16:creationId xmlns:a16="http://schemas.microsoft.com/office/drawing/2014/main" id="{44C6AF44-9C35-7DF1-436A-43A242FB07E8}"/>
              </a:ext>
            </a:extLst>
          </p:cNvPr>
          <p:cNvSpPr/>
          <p:nvPr/>
        </p:nvSpPr>
        <p:spPr>
          <a:xfrm>
            <a:off x="40640" y="76200"/>
            <a:ext cx="720000" cy="378000"/>
          </a:xfrm>
          <a:custGeom>
            <a:avLst/>
            <a:gdLst/>
            <a:ahLst/>
            <a:cxnLst/>
            <a:rect l="l" t="t" r="r" b="b"/>
            <a:pathLst>
              <a:path w="1898640" h="1000047" extrusionOk="0">
                <a:moveTo>
                  <a:pt x="0" y="0"/>
                </a:moveTo>
                <a:lnTo>
                  <a:pt x="1898640" y="0"/>
                </a:lnTo>
                <a:lnTo>
                  <a:pt x="1898640" y="1000047"/>
                </a:lnTo>
                <a:lnTo>
                  <a:pt x="0" y="10000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pPr marL="0" marR="0" lvl="0" indent="0" algn="l" defTabSz="6096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04578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>
          <a:extLst>
            <a:ext uri="{FF2B5EF4-FFF2-40B4-BE49-F238E27FC236}">
              <a16:creationId xmlns:a16="http://schemas.microsoft.com/office/drawing/2014/main" id="{C41ED564-2BC1-0AAA-F208-480410D63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Google Shape;93;p2">
            <a:extLst>
              <a:ext uri="{FF2B5EF4-FFF2-40B4-BE49-F238E27FC236}">
                <a16:creationId xmlns:a16="http://schemas.microsoft.com/office/drawing/2014/main" id="{C0FC3DAD-7E22-CE2C-96A3-BB7DC86ECF14}"/>
              </a:ext>
            </a:extLst>
          </p:cNvPr>
          <p:cNvGrpSpPr/>
          <p:nvPr/>
        </p:nvGrpSpPr>
        <p:grpSpPr>
          <a:xfrm>
            <a:off x="0" y="-24110"/>
            <a:ext cx="833120" cy="6882110"/>
            <a:chOff x="0" y="-9525"/>
            <a:chExt cx="939401" cy="2718858"/>
          </a:xfrm>
        </p:grpSpPr>
        <p:sp>
          <p:nvSpPr>
            <p:cNvPr id="94" name="Google Shape;94;p2">
              <a:extLst>
                <a:ext uri="{FF2B5EF4-FFF2-40B4-BE49-F238E27FC236}">
                  <a16:creationId xmlns:a16="http://schemas.microsoft.com/office/drawing/2014/main" id="{1627B33A-7F79-FF01-5CC5-EBA9C387BDF7}"/>
                </a:ext>
              </a:extLst>
            </p:cNvPr>
            <p:cNvSpPr/>
            <p:nvPr/>
          </p:nvSpPr>
          <p:spPr>
            <a:xfrm>
              <a:off x="0" y="0"/>
              <a:ext cx="939401" cy="2709333"/>
            </a:xfrm>
            <a:custGeom>
              <a:avLst/>
              <a:gdLst/>
              <a:ahLst/>
              <a:cxnLst/>
              <a:rect l="l" t="t" r="r" b="b"/>
              <a:pathLst>
                <a:path w="939401" h="2709333" extrusionOk="0">
                  <a:moveTo>
                    <a:pt x="0" y="0"/>
                  </a:moveTo>
                  <a:lnTo>
                    <a:pt x="939401" y="0"/>
                  </a:lnTo>
                  <a:lnTo>
                    <a:pt x="9394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B0272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6096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O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/>
                <a:ea typeface="+mn-ea"/>
                <a:cs typeface="+mn-cs"/>
              </a:endParaRPr>
            </a:p>
          </p:txBody>
        </p:sp>
        <p:sp>
          <p:nvSpPr>
            <p:cNvPr id="95" name="Google Shape;95;p2">
              <a:extLst>
                <a:ext uri="{FF2B5EF4-FFF2-40B4-BE49-F238E27FC236}">
                  <a16:creationId xmlns:a16="http://schemas.microsoft.com/office/drawing/2014/main" id="{873B3BAA-0AE7-55BF-D00F-DC7137E8838E}"/>
                </a:ext>
              </a:extLst>
            </p:cNvPr>
            <p:cNvSpPr txBox="1"/>
            <p:nvPr/>
          </p:nvSpPr>
          <p:spPr>
            <a:xfrm>
              <a:off x="0" y="-9525"/>
              <a:ext cx="939401" cy="27188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marL="0" marR="0" lvl="0" indent="0" algn="ctr" defTabSz="609690" rtl="0" eaLnBrk="1" fontAlgn="auto" latinLnBrk="0" hangingPunct="1">
                <a:lnSpc>
                  <a:spcPct val="13555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" name="Google Shape;101;p2">
            <a:extLst>
              <a:ext uri="{FF2B5EF4-FFF2-40B4-BE49-F238E27FC236}">
                <a16:creationId xmlns:a16="http://schemas.microsoft.com/office/drawing/2014/main" id="{1B024B16-8644-FF0F-BDA1-3087AC867077}"/>
              </a:ext>
            </a:extLst>
          </p:cNvPr>
          <p:cNvSpPr/>
          <p:nvPr/>
        </p:nvSpPr>
        <p:spPr>
          <a:xfrm>
            <a:off x="40640" y="76200"/>
            <a:ext cx="720000" cy="378000"/>
          </a:xfrm>
          <a:custGeom>
            <a:avLst/>
            <a:gdLst/>
            <a:ahLst/>
            <a:cxnLst/>
            <a:rect l="l" t="t" r="r" b="b"/>
            <a:pathLst>
              <a:path w="1898640" h="1000047" extrusionOk="0">
                <a:moveTo>
                  <a:pt x="0" y="0"/>
                </a:moveTo>
                <a:lnTo>
                  <a:pt x="1898640" y="0"/>
                </a:lnTo>
                <a:lnTo>
                  <a:pt x="1898640" y="1000047"/>
                </a:lnTo>
                <a:lnTo>
                  <a:pt x="0" y="10000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pPr marL="0" marR="0" lvl="0" indent="0" algn="l" defTabSz="6096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/>
              <a:ea typeface="+mn-ea"/>
              <a:cs typeface="+mn-cs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1842F5AD-38A3-643F-39E0-4F4B07CAF87B}"/>
              </a:ext>
            </a:extLst>
          </p:cNvPr>
          <p:cNvSpPr txBox="1"/>
          <p:nvPr/>
        </p:nvSpPr>
        <p:spPr>
          <a:xfrm>
            <a:off x="833119" y="6597352"/>
            <a:ext cx="767514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 pitchFamily="2" charset="0"/>
                <a:ea typeface="+mn-ea"/>
                <a:cs typeface="+mn-cs"/>
              </a:rPr>
              <a:t>Fuente: Fedesarrollo – EOC </a:t>
            </a:r>
          </a:p>
        </p:txBody>
      </p:sp>
      <p:sp>
        <p:nvSpPr>
          <p:cNvPr id="14" name="Google Shape;189;p5">
            <a:extLst>
              <a:ext uri="{FF2B5EF4-FFF2-40B4-BE49-F238E27FC236}">
                <a16:creationId xmlns:a16="http://schemas.microsoft.com/office/drawing/2014/main" id="{90C71390-DE15-E1E8-3867-B5D8967F0297}"/>
              </a:ext>
            </a:extLst>
          </p:cNvPr>
          <p:cNvSpPr txBox="1"/>
          <p:nvPr/>
        </p:nvSpPr>
        <p:spPr>
          <a:xfrm>
            <a:off x="9483125" y="6566449"/>
            <a:ext cx="2639253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defTabSz="609690" rtl="0" eaLnBrk="1" fontAlgn="auto" latinLnBrk="0" hangingPunct="1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227C"/>
                </a:solidFill>
                <a:effectLst/>
                <a:uLnTx/>
                <a:uFillTx/>
                <a:latin typeface="Dosis"/>
                <a:ea typeface="Dosis"/>
                <a:cs typeface="Dosis"/>
                <a:sym typeface="Dosis"/>
              </a:rPr>
              <a:t>www.camacol.co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/>
              <a:ea typeface="+mn-ea"/>
              <a:cs typeface="+mn-cs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7A7799A4-A7EB-32C0-76C8-6666677D3E60}"/>
              </a:ext>
            </a:extLst>
          </p:cNvPr>
          <p:cNvSpPr/>
          <p:nvPr/>
        </p:nvSpPr>
        <p:spPr>
          <a:xfrm>
            <a:off x="6345383" y="1883219"/>
            <a:ext cx="729673" cy="307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1 Título">
            <a:extLst>
              <a:ext uri="{FF2B5EF4-FFF2-40B4-BE49-F238E27FC236}">
                <a16:creationId xmlns:a16="http://schemas.microsoft.com/office/drawing/2014/main" id="{745CBCB2-A6EC-2755-6D62-0632207E72C2}"/>
              </a:ext>
            </a:extLst>
          </p:cNvPr>
          <p:cNvSpPr txBox="1">
            <a:spLocks/>
          </p:cNvSpPr>
          <p:nvPr/>
        </p:nvSpPr>
        <p:spPr>
          <a:xfrm>
            <a:off x="2507808" y="29816"/>
            <a:ext cx="7675149" cy="507832"/>
          </a:xfrm>
          <a:prstGeom prst="rect">
            <a:avLst/>
          </a:prstGeom>
          <a:noFill/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0D0D0D"/>
                </a:solidFill>
                <a:latin typeface="Cambria" pitchFamily="18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D0D0D"/>
                </a:solidFill>
                <a:latin typeface="Cambria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D0D0D"/>
                </a:solidFill>
                <a:latin typeface="Cambria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D0D0D"/>
                </a:solidFill>
                <a:latin typeface="Cambria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D0D0D"/>
                </a:solidFill>
                <a:latin typeface="Cambria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0D0D0D"/>
                </a:solidFill>
                <a:latin typeface="Cambria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0D0D0D"/>
                </a:solidFill>
                <a:latin typeface="Cambria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0D0D0D"/>
                </a:solidFill>
                <a:latin typeface="Cambria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0D0D0D"/>
                </a:solidFill>
                <a:latin typeface="Cambria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Dosis" pitchFamily="2" charset="0"/>
                <a:ea typeface="+mj-ea"/>
                <a:cs typeface="+mj-cs"/>
              </a:rPr>
              <a:t>Confianza del consumidor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Dosis" pitchFamily="2" charset="0"/>
                <a:ea typeface="+mj-ea"/>
                <a:cs typeface="+mj-cs"/>
              </a:rPr>
              <a:t>¿Cree usted que este es un buen momento para comprar vivienda? (EOC)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CO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Dosis" pitchFamily="2" charset="0"/>
              <a:ea typeface="+mj-ea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CO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Dosis" pitchFamily="2" charset="0"/>
              <a:ea typeface="+mj-ea"/>
              <a:cs typeface="+mj-cs"/>
            </a:endParaRPr>
          </a:p>
        </p:txBody>
      </p:sp>
      <p:sp>
        <p:nvSpPr>
          <p:cNvPr id="6" name="5 Rectángulo redondeado">
            <a:extLst>
              <a:ext uri="{FF2B5EF4-FFF2-40B4-BE49-F238E27FC236}">
                <a16:creationId xmlns:a16="http://schemas.microsoft.com/office/drawing/2014/main" id="{0217CA9A-8644-3FAA-AACB-ECD54E83DA72}"/>
              </a:ext>
            </a:extLst>
          </p:cNvPr>
          <p:cNvSpPr/>
          <p:nvPr/>
        </p:nvSpPr>
        <p:spPr>
          <a:xfrm>
            <a:off x="1451484" y="4665069"/>
            <a:ext cx="4644514" cy="1736646"/>
          </a:xfrm>
          <a:prstGeom prst="roundRect">
            <a:avLst/>
          </a:prstGeom>
          <a:solidFill>
            <a:schemeClr val="bg1"/>
          </a:solidFill>
          <a:ln w="12700">
            <a:prstDash val="sys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/>
                <a:ea typeface="+mn-ea"/>
                <a:cs typeface="+mn-cs"/>
              </a:rPr>
              <a:t>Para el mes de octubre de 2025 la disposición para adquirir vivienda se ubicó en -21,7% es decir, </a:t>
            </a:r>
            <a:r>
              <a:rPr lang="es-CO" sz="1600" dirty="0">
                <a:solidFill>
                  <a:prstClr val="black"/>
                </a:solidFill>
                <a:latin typeface="Dosis"/>
              </a:rPr>
              <a:t>10</a:t>
            </a:r>
            <a:r>
              <a:rPr kumimoji="0" lang="es-CO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/>
                <a:ea typeface="+mn-ea"/>
                <a:cs typeface="+mn-cs"/>
              </a:rPr>
              <a:t>,7 p.p. por </a:t>
            </a:r>
            <a:r>
              <a:rPr lang="es-CO" sz="1600" dirty="0">
                <a:solidFill>
                  <a:prstClr val="black"/>
                </a:solidFill>
                <a:latin typeface="Dosis"/>
              </a:rPr>
              <a:t>debajo</a:t>
            </a:r>
            <a:r>
              <a:rPr kumimoji="0" lang="es-CO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/>
                <a:ea typeface="+mn-ea"/>
                <a:cs typeface="+mn-cs"/>
              </a:rPr>
              <a:t> del dato del mismo mes de 2024 y superior en -10,5 p.p. en relación con el dato del mes anterior. La cifra del mes aún permanece por debajo del promedio histórico.</a:t>
            </a:r>
          </a:p>
        </p:txBody>
      </p:sp>
      <p:graphicFrame>
        <p:nvGraphicFramePr>
          <p:cNvPr id="8" name="4 Marcador de contenido">
            <a:extLst>
              <a:ext uri="{FF2B5EF4-FFF2-40B4-BE49-F238E27FC236}">
                <a16:creationId xmlns:a16="http://schemas.microsoft.com/office/drawing/2014/main" id="{858DBB8C-2285-2550-9749-7A54566F0BD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65738451"/>
              </p:ext>
            </p:extLst>
          </p:nvPr>
        </p:nvGraphicFramePr>
        <p:xfrm>
          <a:off x="1451484" y="839449"/>
          <a:ext cx="4752528" cy="3703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13 Rectángulo redondeado">
            <a:extLst>
              <a:ext uri="{FF2B5EF4-FFF2-40B4-BE49-F238E27FC236}">
                <a16:creationId xmlns:a16="http://schemas.microsoft.com/office/drawing/2014/main" id="{5D3E63C3-406C-1318-0EA6-054C4A2461FA}"/>
              </a:ext>
            </a:extLst>
          </p:cNvPr>
          <p:cNvSpPr/>
          <p:nvPr/>
        </p:nvSpPr>
        <p:spPr>
          <a:xfrm>
            <a:off x="7075056" y="5009492"/>
            <a:ext cx="4601564" cy="919401"/>
          </a:xfrm>
          <a:prstGeom prst="roundRect">
            <a:avLst/>
          </a:prstGeom>
          <a:solidFill>
            <a:schemeClr val="bg1"/>
          </a:solidFill>
          <a:ln w="12700">
            <a:prstDash val="sys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/>
                <a:ea typeface="+mn-ea"/>
                <a:cs typeface="+mn-cs"/>
              </a:rPr>
              <a:t>En </a:t>
            </a:r>
            <a:r>
              <a:rPr lang="es-CO" sz="1600" dirty="0">
                <a:solidFill>
                  <a:prstClr val="black"/>
                </a:solidFill>
                <a:latin typeface="Dosis"/>
              </a:rPr>
              <a:t>octubre</a:t>
            </a:r>
            <a:r>
              <a:rPr kumimoji="0" lang="es-CO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/>
                <a:ea typeface="+mn-ea"/>
                <a:cs typeface="+mn-cs"/>
              </a:rPr>
              <a:t> de 2025, la percepción de adquisición de vivienda estuvo en terreno negativo en todas las ciudades encuestadas a excepción de Cali y Barranquilla. </a:t>
            </a:r>
          </a:p>
        </p:txBody>
      </p:sp>
      <p:graphicFrame>
        <p:nvGraphicFramePr>
          <p:cNvPr id="10" name="12 Gráfico">
            <a:extLst>
              <a:ext uri="{FF2B5EF4-FFF2-40B4-BE49-F238E27FC236}">
                <a16:creationId xmlns:a16="http://schemas.microsoft.com/office/drawing/2014/main" id="{9453BC96-82A6-9EB2-3BED-43BECB5C41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35941650"/>
              </p:ext>
            </p:extLst>
          </p:nvPr>
        </p:nvGraphicFramePr>
        <p:xfrm>
          <a:off x="6714362" y="929107"/>
          <a:ext cx="4962258" cy="40840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8197587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>
          <a:extLst>
            <a:ext uri="{FF2B5EF4-FFF2-40B4-BE49-F238E27FC236}">
              <a16:creationId xmlns:a16="http://schemas.microsoft.com/office/drawing/2014/main" id="{23C1B52D-CD02-081E-485D-D856D12EF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Google Shape;93;p2">
            <a:extLst>
              <a:ext uri="{FF2B5EF4-FFF2-40B4-BE49-F238E27FC236}">
                <a16:creationId xmlns:a16="http://schemas.microsoft.com/office/drawing/2014/main" id="{979562FE-0127-73F8-F57C-412CEC06FA23}"/>
              </a:ext>
            </a:extLst>
          </p:cNvPr>
          <p:cNvGrpSpPr/>
          <p:nvPr/>
        </p:nvGrpSpPr>
        <p:grpSpPr>
          <a:xfrm>
            <a:off x="0" y="-24110"/>
            <a:ext cx="833120" cy="6882110"/>
            <a:chOff x="0" y="-9525"/>
            <a:chExt cx="939401" cy="2718858"/>
          </a:xfrm>
        </p:grpSpPr>
        <p:sp>
          <p:nvSpPr>
            <p:cNvPr id="94" name="Google Shape;94;p2">
              <a:extLst>
                <a:ext uri="{FF2B5EF4-FFF2-40B4-BE49-F238E27FC236}">
                  <a16:creationId xmlns:a16="http://schemas.microsoft.com/office/drawing/2014/main" id="{7FF85EF3-61FE-A8E2-A638-736D652BF4C7}"/>
                </a:ext>
              </a:extLst>
            </p:cNvPr>
            <p:cNvSpPr/>
            <p:nvPr/>
          </p:nvSpPr>
          <p:spPr>
            <a:xfrm>
              <a:off x="0" y="0"/>
              <a:ext cx="939401" cy="2709333"/>
            </a:xfrm>
            <a:custGeom>
              <a:avLst/>
              <a:gdLst/>
              <a:ahLst/>
              <a:cxnLst/>
              <a:rect l="l" t="t" r="r" b="b"/>
              <a:pathLst>
                <a:path w="939401" h="2709333" extrusionOk="0">
                  <a:moveTo>
                    <a:pt x="0" y="0"/>
                  </a:moveTo>
                  <a:lnTo>
                    <a:pt x="939401" y="0"/>
                  </a:lnTo>
                  <a:lnTo>
                    <a:pt x="9394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B0272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60966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lang="es-CO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95" name="Google Shape;95;p2">
              <a:extLst>
                <a:ext uri="{FF2B5EF4-FFF2-40B4-BE49-F238E27FC236}">
                  <a16:creationId xmlns:a16="http://schemas.microsoft.com/office/drawing/2014/main" id="{146130C3-3F80-F0C6-65C6-329CFC4A381D}"/>
                </a:ext>
              </a:extLst>
            </p:cNvPr>
            <p:cNvSpPr txBox="1"/>
            <p:nvPr/>
          </p:nvSpPr>
          <p:spPr>
            <a:xfrm>
              <a:off x="0" y="-9525"/>
              <a:ext cx="939401" cy="27188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marL="0" marR="0" lvl="0" indent="0" algn="ctr" defTabSz="609660" rtl="0" eaLnBrk="1" fontAlgn="auto" latinLnBrk="0" hangingPunct="1">
                <a:lnSpc>
                  <a:spcPct val="1355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" name="CuadroTexto 10">
            <a:extLst>
              <a:ext uri="{FF2B5EF4-FFF2-40B4-BE49-F238E27FC236}">
                <a16:creationId xmlns:a16="http://schemas.microsoft.com/office/drawing/2014/main" id="{6F4E416A-DE2E-87BC-1A52-FB660F251996}"/>
              </a:ext>
            </a:extLst>
          </p:cNvPr>
          <p:cNvSpPr txBox="1"/>
          <p:nvPr/>
        </p:nvSpPr>
        <p:spPr>
          <a:xfrm>
            <a:off x="1774688" y="43794"/>
            <a:ext cx="948077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 pitchFamily="2" charset="0"/>
                <a:ea typeface="+mn-ea"/>
                <a:cs typeface="Arial"/>
                <a:sym typeface="Arial"/>
              </a:rPr>
              <a:t>Disposición a comprar vivienda por estrato</a:t>
            </a:r>
          </a:p>
          <a:p>
            <a:pPr marL="0" marR="0" lvl="0" indent="0" algn="ctr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 pitchFamily="2" charset="0"/>
                <a:ea typeface="+mn-ea"/>
                <a:cs typeface="Arial"/>
                <a:sym typeface="Arial"/>
              </a:rPr>
              <a:t>Porcentaje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278EBA83-A2AD-7FC6-C910-3EF8DABB02ED}"/>
              </a:ext>
            </a:extLst>
          </p:cNvPr>
          <p:cNvSpPr txBox="1"/>
          <p:nvPr/>
        </p:nvSpPr>
        <p:spPr>
          <a:xfrm>
            <a:off x="843280" y="6627408"/>
            <a:ext cx="4944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 pitchFamily="2" charset="0"/>
                <a:ea typeface="+mn-ea"/>
                <a:cs typeface="Arial"/>
                <a:sym typeface="Arial"/>
              </a:rPr>
              <a:t>Fuente: Fedesarrollo– Cálculos Camacol</a:t>
            </a:r>
          </a:p>
        </p:txBody>
      </p:sp>
      <p:sp>
        <p:nvSpPr>
          <p:cNvPr id="14" name="Google Shape;189;p5">
            <a:extLst>
              <a:ext uri="{FF2B5EF4-FFF2-40B4-BE49-F238E27FC236}">
                <a16:creationId xmlns:a16="http://schemas.microsoft.com/office/drawing/2014/main" id="{9881486C-9755-5BB9-6DF4-DBC41B73F3B3}"/>
              </a:ext>
            </a:extLst>
          </p:cNvPr>
          <p:cNvSpPr txBox="1"/>
          <p:nvPr/>
        </p:nvSpPr>
        <p:spPr>
          <a:xfrm>
            <a:off x="9483124" y="6566448"/>
            <a:ext cx="2639253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defTabSz="609660" rtl="0" eaLnBrk="1" fontAlgn="auto" latinLnBrk="0" hangingPunct="1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227C"/>
                </a:solidFill>
                <a:effectLst/>
                <a:uLnTx/>
                <a:uFillTx/>
                <a:latin typeface="Dosis"/>
                <a:ea typeface="Dosis"/>
                <a:cs typeface="Dosis"/>
                <a:sym typeface="Dosis"/>
              </a:rPr>
              <a:t>www.camacol.co</a:t>
            </a: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1E8CAAA-097B-5E5A-47C0-7F95E578DA4C}"/>
              </a:ext>
            </a:extLst>
          </p:cNvPr>
          <p:cNvSpPr/>
          <p:nvPr/>
        </p:nvSpPr>
        <p:spPr>
          <a:xfrm>
            <a:off x="6345382" y="1883218"/>
            <a:ext cx="729673" cy="307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es-CO" sz="93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46399F1-9038-57A2-117F-AB15DDC71B90}"/>
              </a:ext>
            </a:extLst>
          </p:cNvPr>
          <p:cNvSpPr txBox="1"/>
          <p:nvPr/>
        </p:nvSpPr>
        <p:spPr>
          <a:xfrm>
            <a:off x="1565822" y="5642523"/>
            <a:ext cx="9898503" cy="984885"/>
          </a:xfrm>
          <a:prstGeom prst="rect">
            <a:avLst/>
          </a:prstGeom>
          <a:noFill/>
        </p:spPr>
        <p:txBody>
          <a:bodyPr wrap="square" lIns="60960" tIns="30480" rIns="60960" bIns="30480" rtlCol="0" anchor="t">
            <a:spAutoFit/>
          </a:bodyPr>
          <a:lstStyle/>
          <a:p>
            <a:pPr marL="0" marR="0" lvl="0" indent="0" algn="ctr" defTabSz="9145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/>
                <a:ea typeface="+mn-ea"/>
                <a:cs typeface="+mn-cs"/>
              </a:rPr>
              <a:t>Al analizar por nivel socioeconómico, se observa que en </a:t>
            </a:r>
            <a:r>
              <a:rPr lang="es-ES" sz="2000" dirty="0">
                <a:solidFill>
                  <a:prstClr val="black"/>
                </a:solidFill>
                <a:latin typeface="Dosis"/>
              </a:rPr>
              <a:t>octubre</a:t>
            </a: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/>
                <a:ea typeface="+mn-ea"/>
                <a:cs typeface="+mn-cs"/>
              </a:rPr>
              <a:t> de 2025 </a:t>
            </a:r>
            <a:r>
              <a:rPr lang="es-ES" sz="2000" dirty="0">
                <a:solidFill>
                  <a:prstClr val="black"/>
                </a:solidFill>
                <a:latin typeface="Dosis"/>
              </a:rPr>
              <a:t>únicamente el estrato alto</a:t>
            </a: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/>
                <a:ea typeface="+mn-ea"/>
                <a:cs typeface="+mn-cs"/>
              </a:rPr>
              <a:t> presenta mejora frente al registro del mismo mes del año anterior. Respecto a septiembre de 2025 </a:t>
            </a:r>
            <a:r>
              <a:rPr lang="es-ES" sz="2000" dirty="0">
                <a:solidFill>
                  <a:prstClr val="black"/>
                </a:solidFill>
                <a:latin typeface="Dosis"/>
              </a:rPr>
              <a:t>los estratos medio y bajo mejoran sus índices</a:t>
            </a: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/>
                <a:ea typeface="+mn-ea"/>
                <a:cs typeface="+mn-cs"/>
              </a:rPr>
              <a:t>.</a:t>
            </a:r>
            <a:endParaRPr kumimoji="0" lang="es-MX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osis"/>
              <a:ea typeface="+mn-ea"/>
              <a:cs typeface="+mn-cs"/>
            </a:endParaRPr>
          </a:p>
        </p:txBody>
      </p:sp>
      <p:graphicFrame>
        <p:nvGraphicFramePr>
          <p:cNvPr id="5" name="Gráfico 4">
            <a:extLst>
              <a:ext uri="{FF2B5EF4-FFF2-40B4-BE49-F238E27FC236}">
                <a16:creationId xmlns:a16="http://schemas.microsoft.com/office/drawing/2014/main" id="{59FDFDDF-062F-4C43-B5E8-E181F722B68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17386267"/>
              </p:ext>
            </p:extLst>
          </p:nvPr>
        </p:nvGraphicFramePr>
        <p:xfrm>
          <a:off x="1115074" y="704343"/>
          <a:ext cx="10800000" cy="507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Google Shape;101;p2">
            <a:extLst>
              <a:ext uri="{FF2B5EF4-FFF2-40B4-BE49-F238E27FC236}">
                <a16:creationId xmlns:a16="http://schemas.microsoft.com/office/drawing/2014/main" id="{A0DCF914-1943-512A-5DAE-CCA498345F03}"/>
              </a:ext>
            </a:extLst>
          </p:cNvPr>
          <p:cNvSpPr/>
          <p:nvPr/>
        </p:nvSpPr>
        <p:spPr>
          <a:xfrm>
            <a:off x="40640" y="76200"/>
            <a:ext cx="720000" cy="378000"/>
          </a:xfrm>
          <a:custGeom>
            <a:avLst/>
            <a:gdLst/>
            <a:ahLst/>
            <a:cxnLst/>
            <a:rect l="l" t="t" r="r" b="b"/>
            <a:pathLst>
              <a:path w="1898640" h="1000047" extrusionOk="0">
                <a:moveTo>
                  <a:pt x="0" y="0"/>
                </a:moveTo>
                <a:lnTo>
                  <a:pt x="1898640" y="0"/>
                </a:lnTo>
                <a:lnTo>
                  <a:pt x="1898640" y="1000047"/>
                </a:lnTo>
                <a:lnTo>
                  <a:pt x="0" y="10000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pPr marL="0" marR="0" lvl="0" indent="0" algn="l" defTabSz="6096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174397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1_Origen">
  <a:themeElements>
    <a:clrScheme name="Concurrencia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Personalizado 1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rige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 2007 - 2010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 2007 - 2010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 2007 - 2010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lcf76f155ced4ddcb4097134ff3c332f xmlns="d62384bc-84af-4cee-9670-bdd7e3103028">
      <Terms xmlns="http://schemas.microsoft.com/office/infopath/2007/PartnerControls"/>
    </lcf76f155ced4ddcb4097134ff3c332f>
    <TaxCatchAll xmlns="d07a1b0e-5e0d-4395-b8ed-6b7f4c24bf1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E9C3C2A87D08D409B3F8E77471845A6" ma:contentTypeVersion="17" ma:contentTypeDescription="Create a new document." ma:contentTypeScope="" ma:versionID="36923b15c676d0562b70891912cfef9b">
  <xsd:schema xmlns:xsd="http://www.w3.org/2001/XMLSchema" xmlns:xs="http://www.w3.org/2001/XMLSchema" xmlns:p="http://schemas.microsoft.com/office/2006/metadata/properties" xmlns:ns1="http://schemas.microsoft.com/sharepoint/v3" xmlns:ns2="d62384bc-84af-4cee-9670-bdd7e3103028" xmlns:ns3="d07a1b0e-5e0d-4395-b8ed-6b7f4c24bf15" targetNamespace="http://schemas.microsoft.com/office/2006/metadata/properties" ma:root="true" ma:fieldsID="ee7d2c55e47cbf68a8afd0eec465ff3a" ns1:_="" ns2:_="" ns3:_="">
    <xsd:import namespace="http://schemas.microsoft.com/sharepoint/v3"/>
    <xsd:import namespace="d62384bc-84af-4cee-9670-bdd7e3103028"/>
    <xsd:import namespace="d07a1b0e-5e0d-4395-b8ed-6b7f4c24bf1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1:_ip_UnifiedCompliancePolicyProperties" minOccurs="0"/>
                <xsd:element ref="ns1:_ip_UnifiedCompliancePolicyUIAction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4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5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2384bc-84af-4cee-9670-bdd7e310302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acb3148-5304-4beb-92c5-86c952aca73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07a1b0e-5e0d-4395-b8ed-6b7f4c24bf15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d98bf23e-96a5-4ebc-af27-c0a9078782cb}" ma:internalName="TaxCatchAll" ma:showField="CatchAllData" ma:web="d07a1b0e-5e0d-4395-b8ed-6b7f4c24bf1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D4FA814-171D-4C56-B34F-32C342AB013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27BBC24-9895-4334-999A-AF5F008340F4}">
  <ds:schemaRefs>
    <ds:schemaRef ds:uri="http://schemas.microsoft.com/sharepoint/v3"/>
    <ds:schemaRef ds:uri="http://purl.org/dc/terms/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d07a1b0e-5e0d-4395-b8ed-6b7f4c24bf15"/>
    <ds:schemaRef ds:uri="d62384bc-84af-4cee-9670-bdd7e3103028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2215F38A-6A97-4644-AC9E-4086FBBAF92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d62384bc-84af-4cee-9670-bdd7e3103028"/>
    <ds:schemaRef ds:uri="d07a1b0e-5e0d-4395-b8ed-6b7f4c24bf1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25a7a3db-b257-488b-8001-443a6e58d714}" enabled="0" method="" siteId="{25a7a3db-b257-488b-8001-443a6e58d71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199</TotalTime>
  <Words>258</Words>
  <Application>Microsoft Office PowerPoint</Application>
  <PresentationFormat>Panorámica</PresentationFormat>
  <Paragraphs>32</Paragraphs>
  <Slides>3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11" baseType="lpstr">
      <vt:lpstr>Aptos</vt:lpstr>
      <vt:lpstr>Arial</vt:lpstr>
      <vt:lpstr>Calibri</vt:lpstr>
      <vt:lpstr>Cambria</vt:lpstr>
      <vt:lpstr>Dosis</vt:lpstr>
      <vt:lpstr>Wingdings</vt:lpstr>
      <vt:lpstr>Wingdings 3</vt:lpstr>
      <vt:lpstr>1_Origen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Nathaly Castro</dc:creator>
  <cp:lastModifiedBy>Juan Fernando Cardozo Bohorquez</cp:lastModifiedBy>
  <cp:revision>4</cp:revision>
  <dcterms:created xsi:type="dcterms:W3CDTF">2024-12-11T13:51:48Z</dcterms:created>
  <dcterms:modified xsi:type="dcterms:W3CDTF">2025-11-12T14:05:20Z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0x010100BE9C3C2A87D08D409B3F8E77471845A6</vt:lpwstr>
  </property>
  <property fmtid="{D5CDD505-2E9C-101B-9397-08002B2CF9AE}" pid="3" name="MediaServiceImageTags">
    <vt:lpwstr/>
  </property>
</Properties>
</file>