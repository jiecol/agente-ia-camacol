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heme/themeOverride2.xml" ContentType="application/vnd.openxmlformats-officedocument.themeOverr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7"/>
  </p:notesMasterIdLst>
  <p:sldIdLst>
    <p:sldId id="15246" r:id="rId5"/>
    <p:sldId id="15247" r:id="rId6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E33862E-A3F7-4BEE-BB77-0B7C5ED81E30}" v="60" dt="2025-02-27T20:38:20.230"/>
    <p1510:client id="{CB37D984-6CC2-40E9-B73E-D42B5C1A3ADE}" v="40" dt="2025-02-27T16:55:05.01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25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thaly Castro" userId="c6661946-9789-44f7-bc4b-28e5d8848f7f" providerId="ADAL" clId="{1E33862E-A3F7-4BEE-BB77-0B7C5ED81E30}"/>
    <pc:docChg chg="modSld">
      <pc:chgData name="Nathaly Castro" userId="c6661946-9789-44f7-bc4b-28e5d8848f7f" providerId="ADAL" clId="{1E33862E-A3F7-4BEE-BB77-0B7C5ED81E30}" dt="2025-02-27T20:38:20.230" v="125" actId="692"/>
      <pc:docMkLst>
        <pc:docMk/>
      </pc:docMkLst>
      <pc:sldChg chg="modSp mod">
        <pc:chgData name="Nathaly Castro" userId="c6661946-9789-44f7-bc4b-28e5d8848f7f" providerId="ADAL" clId="{1E33862E-A3F7-4BEE-BB77-0B7C5ED81E30}" dt="2025-02-27T20:38:20.230" v="125" actId="692"/>
        <pc:sldMkLst>
          <pc:docMk/>
          <pc:sldMk cId="750954908" sldId="15246"/>
        </pc:sldMkLst>
        <pc:spChg chg="mod">
          <ac:chgData name="Nathaly Castro" userId="c6661946-9789-44f7-bc4b-28e5d8848f7f" providerId="ADAL" clId="{1E33862E-A3F7-4BEE-BB77-0B7C5ED81E30}" dt="2025-02-27T20:37:56.662" v="113" actId="1036"/>
          <ac:spMkLst>
            <pc:docMk/>
            <pc:sldMk cId="750954908" sldId="15246"/>
            <ac:spMk id="8" creationId="{6B656466-F247-7BF9-BAF6-E8D73AB38799}"/>
          </ac:spMkLst>
        </pc:spChg>
        <pc:graphicFrameChg chg="mod">
          <ac:chgData name="Nathaly Castro" userId="c6661946-9789-44f7-bc4b-28e5d8848f7f" providerId="ADAL" clId="{1E33862E-A3F7-4BEE-BB77-0B7C5ED81E30}" dt="2025-02-27T20:38:20.230" v="125" actId="692"/>
          <ac:graphicFrameMkLst>
            <pc:docMk/>
            <pc:sldMk cId="750954908" sldId="15246"/>
            <ac:graphicFrameMk id="9" creationId="{4E74EB9D-D09F-4F95-84BB-7BA4D5D9A43A}"/>
          </ac:graphicFrameMkLst>
        </pc:graphicFrameChg>
      </pc:sldChg>
      <pc:sldChg chg="modSp mod">
        <pc:chgData name="Nathaly Castro" userId="c6661946-9789-44f7-bc4b-28e5d8848f7f" providerId="ADAL" clId="{1E33862E-A3F7-4BEE-BB77-0B7C5ED81E30}" dt="2025-02-27T20:38:05.353" v="123" actId="1036"/>
        <pc:sldMkLst>
          <pc:docMk/>
          <pc:sldMk cId="2342417695" sldId="15247"/>
        </pc:sldMkLst>
        <pc:spChg chg="mod">
          <ac:chgData name="Nathaly Castro" userId="c6661946-9789-44f7-bc4b-28e5d8848f7f" providerId="ADAL" clId="{1E33862E-A3F7-4BEE-BB77-0B7C5ED81E30}" dt="2025-02-27T20:38:05.353" v="123" actId="1036"/>
          <ac:spMkLst>
            <pc:docMk/>
            <pc:sldMk cId="2342417695" sldId="15247"/>
            <ac:spMk id="8" creationId="{43382275-9A30-9FAC-EC84-B5FF562F3D82}"/>
          </ac:spMkLst>
        </pc:spChg>
        <pc:graphicFrameChg chg="mod">
          <ac:chgData name="Nathaly Castro" userId="c6661946-9789-44f7-bc4b-28e5d8848f7f" providerId="ADAL" clId="{1E33862E-A3F7-4BEE-BB77-0B7C5ED81E30}" dt="2025-02-27T20:37:31.542" v="107" actId="2085"/>
          <ac:graphicFrameMkLst>
            <pc:docMk/>
            <pc:sldMk cId="2342417695" sldId="15247"/>
            <ac:graphicFrameMk id="7" creationId="{EFCD0E02-57C1-4A0F-9E67-F6AEACD526D4}"/>
          </ac:graphicFrameMkLst>
        </pc:graphicFrameChg>
      </pc:sldChg>
    </pc:docChg>
  </pc:docChgLst>
  <pc:docChgLst>
    <pc:chgData name="Nathaly Castro" userId="c6661946-9789-44f7-bc4b-28e5d8848f7f" providerId="ADAL" clId="{CB37D984-6CC2-40E9-B73E-D42B5C1A3ADE}"/>
    <pc:docChg chg="undo custSel addSld delSld modSld">
      <pc:chgData name="Nathaly Castro" userId="c6661946-9789-44f7-bc4b-28e5d8848f7f" providerId="ADAL" clId="{CB37D984-6CC2-40E9-B73E-D42B5C1A3ADE}" dt="2025-02-27T20:06:43.394" v="102" actId="27918"/>
      <pc:docMkLst>
        <pc:docMk/>
      </pc:docMkLst>
      <pc:sldChg chg="add del">
        <pc:chgData name="Nathaly Castro" userId="c6661946-9789-44f7-bc4b-28e5d8848f7f" providerId="ADAL" clId="{CB37D984-6CC2-40E9-B73E-D42B5C1A3ADE}" dt="2025-02-27T16:38:57.380" v="41" actId="47"/>
        <pc:sldMkLst>
          <pc:docMk/>
          <pc:sldMk cId="1461664027" sldId="14800"/>
        </pc:sldMkLst>
      </pc:sldChg>
      <pc:sldChg chg="add del">
        <pc:chgData name="Nathaly Castro" userId="c6661946-9789-44f7-bc4b-28e5d8848f7f" providerId="ADAL" clId="{CB37D984-6CC2-40E9-B73E-D42B5C1A3ADE}" dt="2025-02-27T16:53:48.798" v="87" actId="47"/>
        <pc:sldMkLst>
          <pc:docMk/>
          <pc:sldMk cId="3820773870" sldId="15119"/>
        </pc:sldMkLst>
      </pc:sldChg>
      <pc:sldChg chg="add del">
        <pc:chgData name="Nathaly Castro" userId="c6661946-9789-44f7-bc4b-28e5d8848f7f" providerId="ADAL" clId="{CB37D984-6CC2-40E9-B73E-D42B5C1A3ADE}" dt="2025-02-27T16:53:48.798" v="87" actId="47"/>
        <pc:sldMkLst>
          <pc:docMk/>
          <pc:sldMk cId="2171162027" sldId="15120"/>
        </pc:sldMkLst>
      </pc:sldChg>
      <pc:sldChg chg="addSp delSp modSp mod">
        <pc:chgData name="Nathaly Castro" userId="c6661946-9789-44f7-bc4b-28e5d8848f7f" providerId="ADAL" clId="{CB37D984-6CC2-40E9-B73E-D42B5C1A3ADE}" dt="2025-02-27T20:05:41.773" v="100" actId="27918"/>
        <pc:sldMkLst>
          <pc:docMk/>
          <pc:sldMk cId="750954908" sldId="15246"/>
        </pc:sldMkLst>
        <pc:graphicFrameChg chg="add del mod">
          <ac:chgData name="Nathaly Castro" userId="c6661946-9789-44f7-bc4b-28e5d8848f7f" providerId="ADAL" clId="{CB37D984-6CC2-40E9-B73E-D42B5C1A3ADE}" dt="2025-02-27T16:51:28.440" v="65" actId="478"/>
          <ac:graphicFrameMkLst>
            <pc:docMk/>
            <pc:sldMk cId="750954908" sldId="15246"/>
            <ac:graphicFrameMk id="7" creationId="{A5A12C6D-6EEA-42C5-B6C5-F47A84734AEF}"/>
          </ac:graphicFrameMkLst>
        </pc:graphicFrameChg>
        <pc:graphicFrameChg chg="add mod">
          <ac:chgData name="Nathaly Castro" userId="c6661946-9789-44f7-bc4b-28e5d8848f7f" providerId="ADAL" clId="{CB37D984-6CC2-40E9-B73E-D42B5C1A3ADE}" dt="2025-02-27T16:53:23.081" v="84" actId="692"/>
          <ac:graphicFrameMkLst>
            <pc:docMk/>
            <pc:sldMk cId="750954908" sldId="15246"/>
            <ac:graphicFrameMk id="9" creationId="{4E74EB9D-D09F-4F95-84BB-7BA4D5D9A43A}"/>
          </ac:graphicFrameMkLst>
        </pc:graphicFrameChg>
        <pc:graphicFrameChg chg="del">
          <ac:chgData name="Nathaly Castro" userId="c6661946-9789-44f7-bc4b-28e5d8848f7f" providerId="ADAL" clId="{CB37D984-6CC2-40E9-B73E-D42B5C1A3ADE}" dt="2025-02-27T16:39:00.530" v="42" actId="478"/>
          <ac:graphicFrameMkLst>
            <pc:docMk/>
            <pc:sldMk cId="750954908" sldId="15246"/>
            <ac:graphicFrameMk id="11" creationId="{F004039B-CB31-F9E8-4D0F-D8D10F00658D}"/>
          </ac:graphicFrameMkLst>
        </pc:graphicFrameChg>
      </pc:sldChg>
      <pc:sldChg chg="addSp delSp modSp add mod">
        <pc:chgData name="Nathaly Castro" userId="c6661946-9789-44f7-bc4b-28e5d8848f7f" providerId="ADAL" clId="{CB37D984-6CC2-40E9-B73E-D42B5C1A3ADE}" dt="2025-02-27T20:06:43.394" v="102" actId="27918"/>
        <pc:sldMkLst>
          <pc:docMk/>
          <pc:sldMk cId="2342417695" sldId="15247"/>
        </pc:sldMkLst>
        <pc:spChg chg="mod">
          <ac:chgData name="Nathaly Castro" userId="c6661946-9789-44f7-bc4b-28e5d8848f7f" providerId="ADAL" clId="{CB37D984-6CC2-40E9-B73E-D42B5C1A3ADE}" dt="2025-02-27T16:34:15.960" v="13" actId="20577"/>
          <ac:spMkLst>
            <pc:docMk/>
            <pc:sldMk cId="2342417695" sldId="15247"/>
            <ac:spMk id="2" creationId="{F14FB485-A128-2AC1-F6F6-DA415B120D21}"/>
          </ac:spMkLst>
        </pc:spChg>
        <pc:spChg chg="mod">
          <ac:chgData name="Nathaly Castro" userId="c6661946-9789-44f7-bc4b-28e5d8848f7f" providerId="ADAL" clId="{CB37D984-6CC2-40E9-B73E-D42B5C1A3ADE}" dt="2025-02-27T20:04:12.532" v="96" actId="20577"/>
          <ac:spMkLst>
            <pc:docMk/>
            <pc:sldMk cId="2342417695" sldId="15247"/>
            <ac:spMk id="12" creationId="{DF0EBEF7-53CF-97D3-E31C-95FCAA56D92D}"/>
          </ac:spMkLst>
        </pc:spChg>
        <pc:graphicFrameChg chg="add mod">
          <ac:chgData name="Nathaly Castro" userId="c6661946-9789-44f7-bc4b-28e5d8848f7f" providerId="ADAL" clId="{CB37D984-6CC2-40E9-B73E-D42B5C1A3ADE}" dt="2025-02-27T16:36:39.756" v="28" actId="14100"/>
          <ac:graphicFrameMkLst>
            <pc:docMk/>
            <pc:sldMk cId="2342417695" sldId="15247"/>
            <ac:graphicFrameMk id="7" creationId="{EFCD0E02-57C1-4A0F-9E67-F6AEACD526D4}"/>
          </ac:graphicFrameMkLst>
        </pc:graphicFrameChg>
        <pc:graphicFrameChg chg="del mod">
          <ac:chgData name="Nathaly Castro" userId="c6661946-9789-44f7-bc4b-28e5d8848f7f" providerId="ADAL" clId="{CB37D984-6CC2-40E9-B73E-D42B5C1A3ADE}" dt="2025-02-27T16:35:48.109" v="20" actId="478"/>
          <ac:graphicFrameMkLst>
            <pc:docMk/>
            <pc:sldMk cId="2342417695" sldId="15247"/>
            <ac:graphicFrameMk id="11" creationId="{B5A29F29-6F23-86D7-1D81-D60AFBADA3B6}"/>
          </ac:graphicFrameMkLst>
        </pc:graphicFrameChg>
      </pc:sldChg>
      <pc:sldChg chg="add del">
        <pc:chgData name="Nathaly Castro" userId="c6661946-9789-44f7-bc4b-28e5d8848f7f" providerId="ADAL" clId="{CB37D984-6CC2-40E9-B73E-D42B5C1A3ADE}" dt="2025-02-27T16:53:48.798" v="87" actId="47"/>
        <pc:sldMkLst>
          <pc:docMk/>
          <pc:sldMk cId="1943288886" sldId="15248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2.xml"/><Relationship Id="rId2" Type="http://schemas.microsoft.com/office/2011/relationships/chartColorStyle" Target="colors2.xml"/><Relationship Id="rId1" Type="http://schemas.microsoft.com/office/2011/relationships/chartStyle" Target="style2.xml"/><Relationship Id="rId4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5.7664942132399942E-2"/>
          <c:y val="9.658876254216564E-2"/>
          <c:w val="0.89806040123701147"/>
          <c:h val="0.83259735809877078"/>
        </c:manualLayout>
      </c:layout>
      <c:lineChart>
        <c:grouping val="standard"/>
        <c:varyColors val="0"/>
        <c:ser>
          <c:idx val="0"/>
          <c:order val="0"/>
          <c:tx>
            <c:v>No VIS</c:v>
          </c:tx>
          <c:spPr>
            <a:ln w="28575" cap="rnd">
              <a:solidFill>
                <a:srgbClr val="7030A0"/>
              </a:solidFill>
              <a:round/>
            </a:ln>
            <a:effectLst/>
          </c:spPr>
          <c:marker>
            <c:symbol val="none"/>
          </c:marker>
          <c:dLbls>
            <c:dLbl>
              <c:idx val="204"/>
              <c:layout>
                <c:manualLayout>
                  <c:x val="-1.1651225429102248E-3"/>
                  <c:y val="-1.0504577452338161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60EE-44C4-AB4B-19AD37367C1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50" b="1" i="0" u="none" strike="noStrike" kern="1200" baseline="0">
                    <a:solidFill>
                      <a:srgbClr val="00206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'Tasas interés - Adquisición'!$A$74:$A$278</c:f>
              <c:numCache>
                <c:formatCode>mmm\-yy</c:formatCode>
                <c:ptCount val="205"/>
                <c:pt idx="0">
                  <c:v>39448</c:v>
                </c:pt>
                <c:pt idx="1">
                  <c:v>39479</c:v>
                </c:pt>
                <c:pt idx="2">
                  <c:v>39508</c:v>
                </c:pt>
                <c:pt idx="3">
                  <c:v>39539</c:v>
                </c:pt>
                <c:pt idx="4">
                  <c:v>39569</c:v>
                </c:pt>
                <c:pt idx="5">
                  <c:v>39600</c:v>
                </c:pt>
                <c:pt idx="6">
                  <c:v>39630</c:v>
                </c:pt>
                <c:pt idx="7">
                  <c:v>39661</c:v>
                </c:pt>
                <c:pt idx="8">
                  <c:v>39692</c:v>
                </c:pt>
                <c:pt idx="9">
                  <c:v>39722</c:v>
                </c:pt>
                <c:pt idx="10">
                  <c:v>39753</c:v>
                </c:pt>
                <c:pt idx="11">
                  <c:v>39783</c:v>
                </c:pt>
                <c:pt idx="12">
                  <c:v>39814</c:v>
                </c:pt>
                <c:pt idx="13">
                  <c:v>39845</c:v>
                </c:pt>
                <c:pt idx="14">
                  <c:v>39873</c:v>
                </c:pt>
                <c:pt idx="15">
                  <c:v>39904</c:v>
                </c:pt>
                <c:pt idx="16">
                  <c:v>39934</c:v>
                </c:pt>
                <c:pt idx="17">
                  <c:v>39965</c:v>
                </c:pt>
                <c:pt idx="18">
                  <c:v>39995</c:v>
                </c:pt>
                <c:pt idx="19">
                  <c:v>40026</c:v>
                </c:pt>
                <c:pt idx="20">
                  <c:v>40057</c:v>
                </c:pt>
                <c:pt idx="21">
                  <c:v>40087</c:v>
                </c:pt>
                <c:pt idx="22">
                  <c:v>40118</c:v>
                </c:pt>
                <c:pt idx="23">
                  <c:v>40148</c:v>
                </c:pt>
                <c:pt idx="24">
                  <c:v>40179</c:v>
                </c:pt>
                <c:pt idx="25">
                  <c:v>40210</c:v>
                </c:pt>
                <c:pt idx="26">
                  <c:v>40238</c:v>
                </c:pt>
                <c:pt idx="27">
                  <c:v>40269</c:v>
                </c:pt>
                <c:pt idx="28">
                  <c:v>40299</c:v>
                </c:pt>
                <c:pt idx="29">
                  <c:v>40330</c:v>
                </c:pt>
                <c:pt idx="30">
                  <c:v>40360</c:v>
                </c:pt>
                <c:pt idx="31">
                  <c:v>40391</c:v>
                </c:pt>
                <c:pt idx="32">
                  <c:v>40422</c:v>
                </c:pt>
                <c:pt idx="33">
                  <c:v>40452</c:v>
                </c:pt>
                <c:pt idx="34">
                  <c:v>40483</c:v>
                </c:pt>
                <c:pt idx="35">
                  <c:v>40513</c:v>
                </c:pt>
                <c:pt idx="36">
                  <c:v>40544</c:v>
                </c:pt>
                <c:pt idx="37">
                  <c:v>40575</c:v>
                </c:pt>
                <c:pt idx="38">
                  <c:v>40603</c:v>
                </c:pt>
                <c:pt idx="39">
                  <c:v>40634</c:v>
                </c:pt>
                <c:pt idx="40">
                  <c:v>40664</c:v>
                </c:pt>
                <c:pt idx="41">
                  <c:v>40695</c:v>
                </c:pt>
                <c:pt idx="42">
                  <c:v>40725</c:v>
                </c:pt>
                <c:pt idx="43">
                  <c:v>40756</c:v>
                </c:pt>
                <c:pt idx="44">
                  <c:v>40787</c:v>
                </c:pt>
                <c:pt idx="45">
                  <c:v>40817</c:v>
                </c:pt>
                <c:pt idx="46">
                  <c:v>40848</c:v>
                </c:pt>
                <c:pt idx="47">
                  <c:v>40878</c:v>
                </c:pt>
                <c:pt idx="48">
                  <c:v>40909</c:v>
                </c:pt>
                <c:pt idx="49">
                  <c:v>40940</c:v>
                </c:pt>
                <c:pt idx="50">
                  <c:v>40969</c:v>
                </c:pt>
                <c:pt idx="51">
                  <c:v>41000</c:v>
                </c:pt>
                <c:pt idx="52">
                  <c:v>41030</c:v>
                </c:pt>
                <c:pt idx="53">
                  <c:v>41061</c:v>
                </c:pt>
                <c:pt idx="54">
                  <c:v>41091</c:v>
                </c:pt>
                <c:pt idx="55">
                  <c:v>41122</c:v>
                </c:pt>
                <c:pt idx="56">
                  <c:v>41153</c:v>
                </c:pt>
                <c:pt idx="57">
                  <c:v>41183</c:v>
                </c:pt>
                <c:pt idx="58">
                  <c:v>41214</c:v>
                </c:pt>
                <c:pt idx="59">
                  <c:v>41244</c:v>
                </c:pt>
                <c:pt idx="60">
                  <c:v>41275</c:v>
                </c:pt>
                <c:pt idx="61">
                  <c:v>41306</c:v>
                </c:pt>
                <c:pt idx="62">
                  <c:v>41334</c:v>
                </c:pt>
                <c:pt idx="63">
                  <c:v>41365</c:v>
                </c:pt>
                <c:pt idx="64">
                  <c:v>41395</c:v>
                </c:pt>
                <c:pt idx="65">
                  <c:v>41426</c:v>
                </c:pt>
                <c:pt idx="66">
                  <c:v>41456</c:v>
                </c:pt>
                <c:pt idx="67">
                  <c:v>41487</c:v>
                </c:pt>
                <c:pt idx="68">
                  <c:v>41518</c:v>
                </c:pt>
                <c:pt idx="69">
                  <c:v>41548</c:v>
                </c:pt>
                <c:pt idx="70">
                  <c:v>41579</c:v>
                </c:pt>
                <c:pt idx="71">
                  <c:v>41609</c:v>
                </c:pt>
                <c:pt idx="72">
                  <c:v>41640</c:v>
                </c:pt>
                <c:pt idx="73">
                  <c:v>41671</c:v>
                </c:pt>
                <c:pt idx="74">
                  <c:v>41699</c:v>
                </c:pt>
                <c:pt idx="75">
                  <c:v>41730</c:v>
                </c:pt>
                <c:pt idx="76">
                  <c:v>41760</c:v>
                </c:pt>
                <c:pt idx="77">
                  <c:v>41791</c:v>
                </c:pt>
                <c:pt idx="78">
                  <c:v>41821</c:v>
                </c:pt>
                <c:pt idx="79">
                  <c:v>41852</c:v>
                </c:pt>
                <c:pt idx="80">
                  <c:v>41883</c:v>
                </c:pt>
                <c:pt idx="81">
                  <c:v>41913</c:v>
                </c:pt>
                <c:pt idx="82">
                  <c:v>41944</c:v>
                </c:pt>
                <c:pt idx="83">
                  <c:v>41974</c:v>
                </c:pt>
                <c:pt idx="84">
                  <c:v>42005</c:v>
                </c:pt>
                <c:pt idx="85">
                  <c:v>42036</c:v>
                </c:pt>
                <c:pt idx="86">
                  <c:v>42064</c:v>
                </c:pt>
                <c:pt idx="87">
                  <c:v>42095</c:v>
                </c:pt>
                <c:pt idx="88">
                  <c:v>42125</c:v>
                </c:pt>
                <c:pt idx="89">
                  <c:v>42156</c:v>
                </c:pt>
                <c:pt idx="90">
                  <c:v>42186</c:v>
                </c:pt>
                <c:pt idx="91">
                  <c:v>42217</c:v>
                </c:pt>
                <c:pt idx="92">
                  <c:v>42248</c:v>
                </c:pt>
                <c:pt idx="93">
                  <c:v>42278</c:v>
                </c:pt>
                <c:pt idx="94">
                  <c:v>42309</c:v>
                </c:pt>
                <c:pt idx="95">
                  <c:v>42339</c:v>
                </c:pt>
                <c:pt idx="96">
                  <c:v>42370</c:v>
                </c:pt>
                <c:pt idx="97">
                  <c:v>42401</c:v>
                </c:pt>
                <c:pt idx="98">
                  <c:v>42430</c:v>
                </c:pt>
                <c:pt idx="99">
                  <c:v>42461</c:v>
                </c:pt>
                <c:pt idx="100">
                  <c:v>42491</c:v>
                </c:pt>
                <c:pt idx="101">
                  <c:v>42522</c:v>
                </c:pt>
                <c:pt idx="102">
                  <c:v>42552</c:v>
                </c:pt>
                <c:pt idx="103">
                  <c:v>42583</c:v>
                </c:pt>
                <c:pt idx="104">
                  <c:v>42614</c:v>
                </c:pt>
                <c:pt idx="105">
                  <c:v>42644</c:v>
                </c:pt>
                <c:pt idx="106">
                  <c:v>42675</c:v>
                </c:pt>
                <c:pt idx="107">
                  <c:v>42705</c:v>
                </c:pt>
                <c:pt idx="108">
                  <c:v>42736</c:v>
                </c:pt>
                <c:pt idx="109">
                  <c:v>42767</c:v>
                </c:pt>
                <c:pt idx="110">
                  <c:v>42795</c:v>
                </c:pt>
                <c:pt idx="111">
                  <c:v>42826</c:v>
                </c:pt>
                <c:pt idx="112">
                  <c:v>42856</c:v>
                </c:pt>
                <c:pt idx="113">
                  <c:v>42887</c:v>
                </c:pt>
                <c:pt idx="114">
                  <c:v>42917</c:v>
                </c:pt>
                <c:pt idx="115">
                  <c:v>42948</c:v>
                </c:pt>
                <c:pt idx="116">
                  <c:v>42979</c:v>
                </c:pt>
                <c:pt idx="117">
                  <c:v>43009</c:v>
                </c:pt>
                <c:pt idx="118">
                  <c:v>43040</c:v>
                </c:pt>
                <c:pt idx="119">
                  <c:v>43070</c:v>
                </c:pt>
                <c:pt idx="120">
                  <c:v>43101</c:v>
                </c:pt>
                <c:pt idx="121">
                  <c:v>43132</c:v>
                </c:pt>
                <c:pt idx="122">
                  <c:v>43160</c:v>
                </c:pt>
                <c:pt idx="123">
                  <c:v>43191</c:v>
                </c:pt>
                <c:pt idx="124">
                  <c:v>43221</c:v>
                </c:pt>
                <c:pt idx="125">
                  <c:v>43252</c:v>
                </c:pt>
                <c:pt idx="126">
                  <c:v>43282</c:v>
                </c:pt>
                <c:pt idx="127">
                  <c:v>43313</c:v>
                </c:pt>
                <c:pt idx="128">
                  <c:v>43344</c:v>
                </c:pt>
                <c:pt idx="129">
                  <c:v>43374</c:v>
                </c:pt>
                <c:pt idx="130">
                  <c:v>43405</c:v>
                </c:pt>
                <c:pt idx="131">
                  <c:v>43435</c:v>
                </c:pt>
                <c:pt idx="132">
                  <c:v>43466</c:v>
                </c:pt>
                <c:pt idx="133">
                  <c:v>43497</c:v>
                </c:pt>
                <c:pt idx="134">
                  <c:v>43525</c:v>
                </c:pt>
                <c:pt idx="135">
                  <c:v>43556</c:v>
                </c:pt>
                <c:pt idx="136">
                  <c:v>43586</c:v>
                </c:pt>
                <c:pt idx="137">
                  <c:v>43617</c:v>
                </c:pt>
                <c:pt idx="138">
                  <c:v>43647</c:v>
                </c:pt>
                <c:pt idx="139">
                  <c:v>43678</c:v>
                </c:pt>
                <c:pt idx="140">
                  <c:v>43709</c:v>
                </c:pt>
                <c:pt idx="141">
                  <c:v>43739</c:v>
                </c:pt>
                <c:pt idx="142">
                  <c:v>43770</c:v>
                </c:pt>
                <c:pt idx="143">
                  <c:v>43800</c:v>
                </c:pt>
                <c:pt idx="144">
                  <c:v>43831</c:v>
                </c:pt>
                <c:pt idx="145">
                  <c:v>43862</c:v>
                </c:pt>
                <c:pt idx="146">
                  <c:v>43891</c:v>
                </c:pt>
                <c:pt idx="147">
                  <c:v>43922</c:v>
                </c:pt>
                <c:pt idx="148">
                  <c:v>43952</c:v>
                </c:pt>
                <c:pt idx="149">
                  <c:v>43983</c:v>
                </c:pt>
                <c:pt idx="150">
                  <c:v>44013</c:v>
                </c:pt>
                <c:pt idx="151">
                  <c:v>44044</c:v>
                </c:pt>
                <c:pt idx="152">
                  <c:v>44075</c:v>
                </c:pt>
                <c:pt idx="153">
                  <c:v>44105</c:v>
                </c:pt>
                <c:pt idx="154">
                  <c:v>44136</c:v>
                </c:pt>
                <c:pt idx="155">
                  <c:v>44166</c:v>
                </c:pt>
                <c:pt idx="156">
                  <c:v>44197</c:v>
                </c:pt>
                <c:pt idx="157">
                  <c:v>44228</c:v>
                </c:pt>
                <c:pt idx="158">
                  <c:v>44256</c:v>
                </c:pt>
                <c:pt idx="159">
                  <c:v>44287</c:v>
                </c:pt>
                <c:pt idx="160">
                  <c:v>44317</c:v>
                </c:pt>
                <c:pt idx="161">
                  <c:v>44348</c:v>
                </c:pt>
                <c:pt idx="162">
                  <c:v>44378</c:v>
                </c:pt>
                <c:pt idx="163">
                  <c:v>44409</c:v>
                </c:pt>
                <c:pt idx="164">
                  <c:v>44440</c:v>
                </c:pt>
                <c:pt idx="165">
                  <c:v>44470</c:v>
                </c:pt>
                <c:pt idx="166">
                  <c:v>44501</c:v>
                </c:pt>
                <c:pt idx="167">
                  <c:v>44531</c:v>
                </c:pt>
                <c:pt idx="168">
                  <c:v>44562</c:v>
                </c:pt>
                <c:pt idx="169">
                  <c:v>44593</c:v>
                </c:pt>
                <c:pt idx="170">
                  <c:v>44621</c:v>
                </c:pt>
                <c:pt idx="171">
                  <c:v>44652</c:v>
                </c:pt>
                <c:pt idx="172">
                  <c:v>44682</c:v>
                </c:pt>
                <c:pt idx="173">
                  <c:v>44713</c:v>
                </c:pt>
                <c:pt idx="174">
                  <c:v>44743</c:v>
                </c:pt>
                <c:pt idx="175">
                  <c:v>44774</c:v>
                </c:pt>
                <c:pt idx="176">
                  <c:v>44805</c:v>
                </c:pt>
                <c:pt idx="177">
                  <c:v>44835</c:v>
                </c:pt>
                <c:pt idx="178">
                  <c:v>44866</c:v>
                </c:pt>
                <c:pt idx="179">
                  <c:v>44896</c:v>
                </c:pt>
                <c:pt idx="180">
                  <c:v>44927</c:v>
                </c:pt>
                <c:pt idx="181">
                  <c:v>44958</c:v>
                </c:pt>
                <c:pt idx="182">
                  <c:v>44986</c:v>
                </c:pt>
                <c:pt idx="183">
                  <c:v>45017</c:v>
                </c:pt>
                <c:pt idx="184">
                  <c:v>45047</c:v>
                </c:pt>
                <c:pt idx="185">
                  <c:v>45078</c:v>
                </c:pt>
                <c:pt idx="186">
                  <c:v>45108</c:v>
                </c:pt>
                <c:pt idx="187">
                  <c:v>45139</c:v>
                </c:pt>
                <c:pt idx="188">
                  <c:v>45170</c:v>
                </c:pt>
                <c:pt idx="189">
                  <c:v>45200</c:v>
                </c:pt>
                <c:pt idx="190">
                  <c:v>45231</c:v>
                </c:pt>
                <c:pt idx="191">
                  <c:v>45261</c:v>
                </c:pt>
                <c:pt idx="192">
                  <c:v>45292</c:v>
                </c:pt>
                <c:pt idx="193">
                  <c:v>45323</c:v>
                </c:pt>
                <c:pt idx="194">
                  <c:v>45352</c:v>
                </c:pt>
                <c:pt idx="195">
                  <c:v>45383</c:v>
                </c:pt>
                <c:pt idx="196">
                  <c:v>45413</c:v>
                </c:pt>
                <c:pt idx="197">
                  <c:v>45444</c:v>
                </c:pt>
                <c:pt idx="198">
                  <c:v>45474</c:v>
                </c:pt>
                <c:pt idx="199">
                  <c:v>45505</c:v>
                </c:pt>
                <c:pt idx="200">
                  <c:v>45536</c:v>
                </c:pt>
                <c:pt idx="201">
                  <c:v>45566</c:v>
                </c:pt>
                <c:pt idx="202">
                  <c:v>45597</c:v>
                </c:pt>
                <c:pt idx="203">
                  <c:v>45627</c:v>
                </c:pt>
                <c:pt idx="204">
                  <c:v>45658</c:v>
                </c:pt>
              </c:numCache>
            </c:numRef>
          </c:cat>
          <c:val>
            <c:numRef>
              <c:f>'Tasas interés - Adquisición'!$B$74:$B$278</c:f>
              <c:numCache>
                <c:formatCode>_(* #,##0.00_);_(* \(#,##0.00\);_(* "-"??_);_(@_)</c:formatCode>
                <c:ptCount val="205"/>
                <c:pt idx="0">
                  <c:v>16.0427177563908</c:v>
                </c:pt>
                <c:pt idx="1">
                  <c:v>16.305425387624499</c:v>
                </c:pt>
                <c:pt idx="2">
                  <c:v>16.328117758403799</c:v>
                </c:pt>
                <c:pt idx="3">
                  <c:v>16.500933236667102</c:v>
                </c:pt>
                <c:pt idx="4">
                  <c:v>16.6792013970082</c:v>
                </c:pt>
                <c:pt idx="5">
                  <c:v>16.5681765163271</c:v>
                </c:pt>
                <c:pt idx="6">
                  <c:v>16.547723382438999</c:v>
                </c:pt>
                <c:pt idx="7">
                  <c:v>16.9744265195393</c:v>
                </c:pt>
                <c:pt idx="8">
                  <c:v>17.010539158124899</c:v>
                </c:pt>
                <c:pt idx="9">
                  <c:v>17.030577386716502</c:v>
                </c:pt>
                <c:pt idx="10">
                  <c:v>17.1197547349011</c:v>
                </c:pt>
                <c:pt idx="11">
                  <c:v>17.238520974258801</c:v>
                </c:pt>
                <c:pt idx="12">
                  <c:v>17.235199622388102</c:v>
                </c:pt>
                <c:pt idx="13">
                  <c:v>16.816688316123699</c:v>
                </c:pt>
                <c:pt idx="14">
                  <c:v>16.328665974858701</c:v>
                </c:pt>
                <c:pt idx="15">
                  <c:v>16.309267968518402</c:v>
                </c:pt>
                <c:pt idx="16">
                  <c:v>15.6602949866855</c:v>
                </c:pt>
                <c:pt idx="17">
                  <c:v>14.9448628536607</c:v>
                </c:pt>
                <c:pt idx="18">
                  <c:v>14.695327336252999</c:v>
                </c:pt>
                <c:pt idx="19">
                  <c:v>14.559818877119</c:v>
                </c:pt>
                <c:pt idx="20">
                  <c:v>14.523292948453101</c:v>
                </c:pt>
                <c:pt idx="21">
                  <c:v>14.325448620581501</c:v>
                </c:pt>
                <c:pt idx="22">
                  <c:v>14.2833133532144</c:v>
                </c:pt>
                <c:pt idx="23">
                  <c:v>14.0058961870932</c:v>
                </c:pt>
                <c:pt idx="24">
                  <c:v>13.701663858661799</c:v>
                </c:pt>
                <c:pt idx="25">
                  <c:v>13.7040771169802</c:v>
                </c:pt>
                <c:pt idx="26">
                  <c:v>13.6635997145418</c:v>
                </c:pt>
                <c:pt idx="27">
                  <c:v>13.621967773042901</c:v>
                </c:pt>
                <c:pt idx="28">
                  <c:v>13.374892219547</c:v>
                </c:pt>
                <c:pt idx="29">
                  <c:v>13.0496074149384</c:v>
                </c:pt>
                <c:pt idx="30">
                  <c:v>13.034328082497201</c:v>
                </c:pt>
                <c:pt idx="31">
                  <c:v>12.997274788605599</c:v>
                </c:pt>
                <c:pt idx="32">
                  <c:v>12.927113463926499</c:v>
                </c:pt>
                <c:pt idx="33">
                  <c:v>12.848577652246799</c:v>
                </c:pt>
                <c:pt idx="34">
                  <c:v>12.8076779229118</c:v>
                </c:pt>
                <c:pt idx="35">
                  <c:v>12.9511934481609</c:v>
                </c:pt>
                <c:pt idx="36">
                  <c:v>12.871298776827301</c:v>
                </c:pt>
                <c:pt idx="37">
                  <c:v>12.8599079511454</c:v>
                </c:pt>
                <c:pt idx="38">
                  <c:v>12.9683998694818</c:v>
                </c:pt>
                <c:pt idx="39">
                  <c:v>12.9598769838335</c:v>
                </c:pt>
                <c:pt idx="40">
                  <c:v>12.821965973963501</c:v>
                </c:pt>
                <c:pt idx="41">
                  <c:v>12.831149485743699</c:v>
                </c:pt>
                <c:pt idx="42">
                  <c:v>13.1318399858026</c:v>
                </c:pt>
                <c:pt idx="43">
                  <c:v>13.0661253989343</c:v>
                </c:pt>
                <c:pt idx="44">
                  <c:v>13.3167467629764</c:v>
                </c:pt>
                <c:pt idx="45">
                  <c:v>13.3756985556881</c:v>
                </c:pt>
                <c:pt idx="46">
                  <c:v>13.1871801484605</c:v>
                </c:pt>
                <c:pt idx="47">
                  <c:v>12.9682078672742</c:v>
                </c:pt>
                <c:pt idx="48">
                  <c:v>13.4711579951231</c:v>
                </c:pt>
                <c:pt idx="49">
                  <c:v>13.5382596511012</c:v>
                </c:pt>
                <c:pt idx="50">
                  <c:v>13.5424758357779</c:v>
                </c:pt>
                <c:pt idx="51">
                  <c:v>13.4218484124985</c:v>
                </c:pt>
                <c:pt idx="52">
                  <c:v>13.4214836044431</c:v>
                </c:pt>
                <c:pt idx="53">
                  <c:v>13.104889056890899</c:v>
                </c:pt>
                <c:pt idx="54">
                  <c:v>13.0642005103053</c:v>
                </c:pt>
                <c:pt idx="55">
                  <c:v>13.248317696602699</c:v>
                </c:pt>
                <c:pt idx="56">
                  <c:v>13.228923625018499</c:v>
                </c:pt>
                <c:pt idx="57">
                  <c:v>13.079652888630401</c:v>
                </c:pt>
                <c:pt idx="58">
                  <c:v>13.004455411923599</c:v>
                </c:pt>
                <c:pt idx="59">
                  <c:v>12.9094808106623</c:v>
                </c:pt>
                <c:pt idx="60">
                  <c:v>12.599629559397201</c:v>
                </c:pt>
                <c:pt idx="61">
                  <c:v>12.6205051619672</c:v>
                </c:pt>
                <c:pt idx="62">
                  <c:v>12.1828543102024</c:v>
                </c:pt>
                <c:pt idx="63">
                  <c:v>12.023539812646501</c:v>
                </c:pt>
                <c:pt idx="64">
                  <c:v>11.0907787664366</c:v>
                </c:pt>
                <c:pt idx="65">
                  <c:v>10.817424586058401</c:v>
                </c:pt>
                <c:pt idx="66">
                  <c:v>10.785757083751401</c:v>
                </c:pt>
                <c:pt idx="67">
                  <c:v>10.831998970128099</c:v>
                </c:pt>
                <c:pt idx="68">
                  <c:v>10.8217739801729</c:v>
                </c:pt>
                <c:pt idx="69">
                  <c:v>10.8370474453372</c:v>
                </c:pt>
                <c:pt idx="70">
                  <c:v>10.7820993644723</c:v>
                </c:pt>
                <c:pt idx="71">
                  <c:v>10.8213610708844</c:v>
                </c:pt>
                <c:pt idx="72">
                  <c:v>10.9669429395171</c:v>
                </c:pt>
                <c:pt idx="73">
                  <c:v>11.0050237417929</c:v>
                </c:pt>
                <c:pt idx="74">
                  <c:v>11.0345350420939</c:v>
                </c:pt>
                <c:pt idx="75">
                  <c:v>11.135996985217099</c:v>
                </c:pt>
                <c:pt idx="76">
                  <c:v>11.1642197126609</c:v>
                </c:pt>
                <c:pt idx="77">
                  <c:v>11.2655620817439</c:v>
                </c:pt>
                <c:pt idx="78">
                  <c:v>11.343650839082301</c:v>
                </c:pt>
                <c:pt idx="79">
                  <c:v>11.333747730845699</c:v>
                </c:pt>
                <c:pt idx="80">
                  <c:v>11.1085642197674</c:v>
                </c:pt>
                <c:pt idx="81">
                  <c:v>11.2085580968252</c:v>
                </c:pt>
                <c:pt idx="82">
                  <c:v>11.0769656854015</c:v>
                </c:pt>
                <c:pt idx="83">
                  <c:v>11.0532175166803</c:v>
                </c:pt>
                <c:pt idx="84">
                  <c:v>10.9568885058441</c:v>
                </c:pt>
                <c:pt idx="85">
                  <c:v>11.0502271318831</c:v>
                </c:pt>
                <c:pt idx="86">
                  <c:v>11.014594296524301</c:v>
                </c:pt>
                <c:pt idx="87">
                  <c:v>10.9407788365989</c:v>
                </c:pt>
                <c:pt idx="88">
                  <c:v>11.0296879849897</c:v>
                </c:pt>
                <c:pt idx="89">
                  <c:v>10.954942223883799</c:v>
                </c:pt>
                <c:pt idx="90">
                  <c:v>10.811564283911199</c:v>
                </c:pt>
                <c:pt idx="91">
                  <c:v>10.775124624548599</c:v>
                </c:pt>
                <c:pt idx="92">
                  <c:v>10.7027118630796</c:v>
                </c:pt>
                <c:pt idx="93">
                  <c:v>10.846608953662701</c:v>
                </c:pt>
                <c:pt idx="94">
                  <c:v>10.9403888678239</c:v>
                </c:pt>
                <c:pt idx="95">
                  <c:v>11.0371629130288</c:v>
                </c:pt>
                <c:pt idx="96">
                  <c:v>11.3500304617403</c:v>
                </c:pt>
                <c:pt idx="97">
                  <c:v>11.528047749830501</c:v>
                </c:pt>
                <c:pt idx="98">
                  <c:v>11.679634130268299</c:v>
                </c:pt>
                <c:pt idx="99">
                  <c:v>11.886830429391299</c:v>
                </c:pt>
                <c:pt idx="100">
                  <c:v>12.074003701434201</c:v>
                </c:pt>
                <c:pt idx="101">
                  <c:v>12.186084667026501</c:v>
                </c:pt>
                <c:pt idx="102">
                  <c:v>12.270310879193101</c:v>
                </c:pt>
                <c:pt idx="103">
                  <c:v>12.330034294020299</c:v>
                </c:pt>
                <c:pt idx="104">
                  <c:v>12.405132547357001</c:v>
                </c:pt>
                <c:pt idx="105">
                  <c:v>12.3749868007651</c:v>
                </c:pt>
                <c:pt idx="106">
                  <c:v>12.429205492677999</c:v>
                </c:pt>
                <c:pt idx="107">
                  <c:v>12.4267498435054</c:v>
                </c:pt>
                <c:pt idx="108">
                  <c:v>12.281709856844</c:v>
                </c:pt>
                <c:pt idx="109">
                  <c:v>12.444675554317101</c:v>
                </c:pt>
                <c:pt idx="110">
                  <c:v>12.3020647362417</c:v>
                </c:pt>
                <c:pt idx="111">
                  <c:v>12.3017142816475</c:v>
                </c:pt>
                <c:pt idx="112">
                  <c:v>12.292015344320101</c:v>
                </c:pt>
                <c:pt idx="113">
                  <c:v>11.9409016634623</c:v>
                </c:pt>
                <c:pt idx="114">
                  <c:v>11.506316218343001</c:v>
                </c:pt>
                <c:pt idx="115">
                  <c:v>11.2554584799535</c:v>
                </c:pt>
                <c:pt idx="116">
                  <c:v>11.000062665485901</c:v>
                </c:pt>
                <c:pt idx="117">
                  <c:v>10.865715585882599</c:v>
                </c:pt>
                <c:pt idx="118">
                  <c:v>10.865524365201599</c:v>
                </c:pt>
                <c:pt idx="119">
                  <c:v>10.7820081694629</c:v>
                </c:pt>
                <c:pt idx="120">
                  <c:v>10.668725175761899</c:v>
                </c:pt>
                <c:pt idx="121">
                  <c:v>10.768578261317</c:v>
                </c:pt>
                <c:pt idx="122">
                  <c:v>10.740165670463</c:v>
                </c:pt>
                <c:pt idx="123">
                  <c:v>10.662969873942901</c:v>
                </c:pt>
                <c:pt idx="124">
                  <c:v>10.617055285279999</c:v>
                </c:pt>
                <c:pt idx="125">
                  <c:v>10.592400020214001</c:v>
                </c:pt>
                <c:pt idx="126">
                  <c:v>10.584989854237699</c:v>
                </c:pt>
                <c:pt idx="127">
                  <c:v>10.520693892532099</c:v>
                </c:pt>
                <c:pt idx="128">
                  <c:v>10.4963838703551</c:v>
                </c:pt>
                <c:pt idx="129">
                  <c:v>10.470501378032001</c:v>
                </c:pt>
                <c:pt idx="130">
                  <c:v>10.469582234301701</c:v>
                </c:pt>
                <c:pt idx="131">
                  <c:v>10.3796799600927</c:v>
                </c:pt>
                <c:pt idx="132">
                  <c:v>10.351017101666667</c:v>
                </c:pt>
                <c:pt idx="133">
                  <c:v>10.449396400000001</c:v>
                </c:pt>
                <c:pt idx="134">
                  <c:v>10.429872948</c:v>
                </c:pt>
                <c:pt idx="135">
                  <c:v>10.381178787500001</c:v>
                </c:pt>
                <c:pt idx="136">
                  <c:v>10.490847036</c:v>
                </c:pt>
                <c:pt idx="137">
                  <c:v>10.508067247499998</c:v>
                </c:pt>
                <c:pt idx="138">
                  <c:v>10.469717042499999</c:v>
                </c:pt>
                <c:pt idx="139">
                  <c:v>10.405549795999999</c:v>
                </c:pt>
                <c:pt idx="140">
                  <c:v>10.339439387500001</c:v>
                </c:pt>
                <c:pt idx="141">
                  <c:v>10.3454687725</c:v>
                </c:pt>
                <c:pt idx="142">
                  <c:v>10.372896577999999</c:v>
                </c:pt>
                <c:pt idx="143">
                  <c:v>10.355810654000001</c:v>
                </c:pt>
                <c:pt idx="144">
                  <c:v>10.395596229999999</c:v>
                </c:pt>
                <c:pt idx="145">
                  <c:v>10.419989655</c:v>
                </c:pt>
                <c:pt idx="146">
                  <c:v>10.323156042500001</c:v>
                </c:pt>
                <c:pt idx="147">
                  <c:v>10.291945480000001</c:v>
                </c:pt>
                <c:pt idx="148">
                  <c:v>10.3550782025</c:v>
                </c:pt>
                <c:pt idx="149">
                  <c:v>10.31961353</c:v>
                </c:pt>
                <c:pt idx="150">
                  <c:v>10.385815800000001</c:v>
                </c:pt>
                <c:pt idx="151">
                  <c:v>10.2981271875</c:v>
                </c:pt>
                <c:pt idx="152">
                  <c:v>10.0784677475</c:v>
                </c:pt>
                <c:pt idx="153">
                  <c:v>9.9049370280000009</c:v>
                </c:pt>
                <c:pt idx="154">
                  <c:v>9.708471262499998</c:v>
                </c:pt>
                <c:pt idx="155">
                  <c:v>9.4990393399999995</c:v>
                </c:pt>
                <c:pt idx="156">
                  <c:v>9.4254569246687794</c:v>
                </c:pt>
                <c:pt idx="157">
                  <c:v>9.3031942477867293</c:v>
                </c:pt>
                <c:pt idx="158">
                  <c:v>9.1111778388518498</c:v>
                </c:pt>
                <c:pt idx="159">
                  <c:v>9.0354067128128701</c:v>
                </c:pt>
                <c:pt idx="160">
                  <c:v>8.9020560822464194</c:v>
                </c:pt>
                <c:pt idx="161">
                  <c:v>8.8763373467367206</c:v>
                </c:pt>
                <c:pt idx="162">
                  <c:v>8.8788237454721095</c:v>
                </c:pt>
                <c:pt idx="163">
                  <c:v>8.9225611056075405</c:v>
                </c:pt>
                <c:pt idx="164">
                  <c:v>8.9742614144619797</c:v>
                </c:pt>
                <c:pt idx="165">
                  <c:v>9.0107770421645892</c:v>
                </c:pt>
                <c:pt idx="166">
                  <c:v>9.1676906016062798</c:v>
                </c:pt>
                <c:pt idx="167">
                  <c:v>9.3153478057070505</c:v>
                </c:pt>
                <c:pt idx="168">
                  <c:v>9.3509569297812103</c:v>
                </c:pt>
                <c:pt idx="169">
                  <c:v>9.5855056886490502</c:v>
                </c:pt>
                <c:pt idx="170">
                  <c:v>10.1563376988</c:v>
                </c:pt>
                <c:pt idx="171">
                  <c:v>10.7430078192188</c:v>
                </c:pt>
                <c:pt idx="172">
                  <c:v>11.351132078199001</c:v>
                </c:pt>
                <c:pt idx="173">
                  <c:v>11.800585064369001</c:v>
                </c:pt>
                <c:pt idx="174">
                  <c:v>12.391698223576601</c:v>
                </c:pt>
                <c:pt idx="175">
                  <c:v>13.421701171552201</c:v>
                </c:pt>
                <c:pt idx="176">
                  <c:v>14.560765441043101</c:v>
                </c:pt>
                <c:pt idx="177">
                  <c:v>15.3978601545861</c:v>
                </c:pt>
                <c:pt idx="178">
                  <c:v>15.973738969807901</c:v>
                </c:pt>
                <c:pt idx="179">
                  <c:v>16.935395152113799</c:v>
                </c:pt>
                <c:pt idx="180">
                  <c:v>17.300684057864</c:v>
                </c:pt>
                <c:pt idx="181">
                  <c:v>18.032548893225499</c:v>
                </c:pt>
                <c:pt idx="182">
                  <c:v>18.0431592766409</c:v>
                </c:pt>
                <c:pt idx="183">
                  <c:v>17.945563007519699</c:v>
                </c:pt>
                <c:pt idx="184">
                  <c:v>17.559893655674301</c:v>
                </c:pt>
                <c:pt idx="185">
                  <c:v>17.4988074301457</c:v>
                </c:pt>
                <c:pt idx="186">
                  <c:v>17.238134405939899</c:v>
                </c:pt>
                <c:pt idx="187">
                  <c:v>17.200130737026001</c:v>
                </c:pt>
                <c:pt idx="188">
                  <c:v>17.073221563798299</c:v>
                </c:pt>
                <c:pt idx="189">
                  <c:v>16.945266763923499</c:v>
                </c:pt>
                <c:pt idx="190">
                  <c:v>16.8492994490258</c:v>
                </c:pt>
                <c:pt idx="191">
                  <c:v>16.8010860164169</c:v>
                </c:pt>
                <c:pt idx="192">
                  <c:v>16.6518900986182</c:v>
                </c:pt>
                <c:pt idx="193">
                  <c:v>16.393296673430999</c:v>
                </c:pt>
                <c:pt idx="194">
                  <c:v>15.854209472149799</c:v>
                </c:pt>
                <c:pt idx="195">
                  <c:v>15.2813470650625</c:v>
                </c:pt>
                <c:pt idx="196">
                  <c:v>14.795148528186401</c:v>
                </c:pt>
                <c:pt idx="197">
                  <c:v>14.6438375772206</c:v>
                </c:pt>
                <c:pt idx="198">
                  <c:v>13.5504661096649</c:v>
                </c:pt>
                <c:pt idx="199">
                  <c:v>12.311090984146</c:v>
                </c:pt>
                <c:pt idx="200">
                  <c:v>11.7850329563953</c:v>
                </c:pt>
                <c:pt idx="201">
                  <c:v>11.5676874253721</c:v>
                </c:pt>
                <c:pt idx="202">
                  <c:v>11.46</c:v>
                </c:pt>
                <c:pt idx="203">
                  <c:v>11.2978686173164</c:v>
                </c:pt>
                <c:pt idx="204">
                  <c:v>11.2883628048682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9D5C-4A2E-8999-CC4A8DFD4713}"/>
            </c:ext>
          </c:extLst>
        </c:ser>
        <c:ser>
          <c:idx val="2"/>
          <c:order val="1"/>
          <c:tx>
            <c:v>No VIS (UVR)</c:v>
          </c:tx>
          <c:spPr>
            <a:ln w="28575" cap="rnd">
              <a:solidFill>
                <a:srgbClr val="7030A0">
                  <a:alpha val="80000"/>
                </a:srgbClr>
              </a:solidFill>
              <a:prstDash val="sysDash"/>
              <a:round/>
            </a:ln>
            <a:effectLst/>
          </c:spPr>
          <c:marker>
            <c:symbol val="none"/>
          </c:marker>
          <c:cat>
            <c:numRef>
              <c:f>'Tasas interés - Adquisición'!$A$74:$A$278</c:f>
              <c:numCache>
                <c:formatCode>mmm\-yy</c:formatCode>
                <c:ptCount val="205"/>
                <c:pt idx="0">
                  <c:v>39448</c:v>
                </c:pt>
                <c:pt idx="1">
                  <c:v>39479</c:v>
                </c:pt>
                <c:pt idx="2">
                  <c:v>39508</c:v>
                </c:pt>
                <c:pt idx="3">
                  <c:v>39539</c:v>
                </c:pt>
                <c:pt idx="4">
                  <c:v>39569</c:v>
                </c:pt>
                <c:pt idx="5">
                  <c:v>39600</c:v>
                </c:pt>
                <c:pt idx="6">
                  <c:v>39630</c:v>
                </c:pt>
                <c:pt idx="7">
                  <c:v>39661</c:v>
                </c:pt>
                <c:pt idx="8">
                  <c:v>39692</c:v>
                </c:pt>
                <c:pt idx="9">
                  <c:v>39722</c:v>
                </c:pt>
                <c:pt idx="10">
                  <c:v>39753</c:v>
                </c:pt>
                <c:pt idx="11">
                  <c:v>39783</c:v>
                </c:pt>
                <c:pt idx="12">
                  <c:v>39814</c:v>
                </c:pt>
                <c:pt idx="13">
                  <c:v>39845</c:v>
                </c:pt>
                <c:pt idx="14">
                  <c:v>39873</c:v>
                </c:pt>
                <c:pt idx="15">
                  <c:v>39904</c:v>
                </c:pt>
                <c:pt idx="16">
                  <c:v>39934</c:v>
                </c:pt>
                <c:pt idx="17">
                  <c:v>39965</c:v>
                </c:pt>
                <c:pt idx="18">
                  <c:v>39995</c:v>
                </c:pt>
                <c:pt idx="19">
                  <c:v>40026</c:v>
                </c:pt>
                <c:pt idx="20">
                  <c:v>40057</c:v>
                </c:pt>
                <c:pt idx="21">
                  <c:v>40087</c:v>
                </c:pt>
                <c:pt idx="22">
                  <c:v>40118</c:v>
                </c:pt>
                <c:pt idx="23">
                  <c:v>40148</c:v>
                </c:pt>
                <c:pt idx="24">
                  <c:v>40179</c:v>
                </c:pt>
                <c:pt idx="25">
                  <c:v>40210</c:v>
                </c:pt>
                <c:pt idx="26">
                  <c:v>40238</c:v>
                </c:pt>
                <c:pt idx="27">
                  <c:v>40269</c:v>
                </c:pt>
                <c:pt idx="28">
                  <c:v>40299</c:v>
                </c:pt>
                <c:pt idx="29">
                  <c:v>40330</c:v>
                </c:pt>
                <c:pt idx="30">
                  <c:v>40360</c:v>
                </c:pt>
                <c:pt idx="31">
                  <c:v>40391</c:v>
                </c:pt>
                <c:pt idx="32">
                  <c:v>40422</c:v>
                </c:pt>
                <c:pt idx="33">
                  <c:v>40452</c:v>
                </c:pt>
                <c:pt idx="34">
                  <c:v>40483</c:v>
                </c:pt>
                <c:pt idx="35">
                  <c:v>40513</c:v>
                </c:pt>
                <c:pt idx="36">
                  <c:v>40544</c:v>
                </c:pt>
                <c:pt idx="37">
                  <c:v>40575</c:v>
                </c:pt>
                <c:pt idx="38">
                  <c:v>40603</c:v>
                </c:pt>
                <c:pt idx="39">
                  <c:v>40634</c:v>
                </c:pt>
                <c:pt idx="40">
                  <c:v>40664</c:v>
                </c:pt>
                <c:pt idx="41">
                  <c:v>40695</c:v>
                </c:pt>
                <c:pt idx="42">
                  <c:v>40725</c:v>
                </c:pt>
                <c:pt idx="43">
                  <c:v>40756</c:v>
                </c:pt>
                <c:pt idx="44">
                  <c:v>40787</c:v>
                </c:pt>
                <c:pt idx="45">
                  <c:v>40817</c:v>
                </c:pt>
                <c:pt idx="46">
                  <c:v>40848</c:v>
                </c:pt>
                <c:pt idx="47">
                  <c:v>40878</c:v>
                </c:pt>
                <c:pt idx="48">
                  <c:v>40909</c:v>
                </c:pt>
                <c:pt idx="49">
                  <c:v>40940</c:v>
                </c:pt>
                <c:pt idx="50">
                  <c:v>40969</c:v>
                </c:pt>
                <c:pt idx="51">
                  <c:v>41000</c:v>
                </c:pt>
                <c:pt idx="52">
                  <c:v>41030</c:v>
                </c:pt>
                <c:pt idx="53">
                  <c:v>41061</c:v>
                </c:pt>
                <c:pt idx="54">
                  <c:v>41091</c:v>
                </c:pt>
                <c:pt idx="55">
                  <c:v>41122</c:v>
                </c:pt>
                <c:pt idx="56">
                  <c:v>41153</c:v>
                </c:pt>
                <c:pt idx="57">
                  <c:v>41183</c:v>
                </c:pt>
                <c:pt idx="58">
                  <c:v>41214</c:v>
                </c:pt>
                <c:pt idx="59">
                  <c:v>41244</c:v>
                </c:pt>
                <c:pt idx="60">
                  <c:v>41275</c:v>
                </c:pt>
                <c:pt idx="61">
                  <c:v>41306</c:v>
                </c:pt>
                <c:pt idx="62">
                  <c:v>41334</c:v>
                </c:pt>
                <c:pt idx="63">
                  <c:v>41365</c:v>
                </c:pt>
                <c:pt idx="64">
                  <c:v>41395</c:v>
                </c:pt>
                <c:pt idx="65">
                  <c:v>41426</c:v>
                </c:pt>
                <c:pt idx="66">
                  <c:v>41456</c:v>
                </c:pt>
                <c:pt idx="67">
                  <c:v>41487</c:v>
                </c:pt>
                <c:pt idx="68">
                  <c:v>41518</c:v>
                </c:pt>
                <c:pt idx="69">
                  <c:v>41548</c:v>
                </c:pt>
                <c:pt idx="70">
                  <c:v>41579</c:v>
                </c:pt>
                <c:pt idx="71">
                  <c:v>41609</c:v>
                </c:pt>
                <c:pt idx="72">
                  <c:v>41640</c:v>
                </c:pt>
                <c:pt idx="73">
                  <c:v>41671</c:v>
                </c:pt>
                <c:pt idx="74">
                  <c:v>41699</c:v>
                </c:pt>
                <c:pt idx="75">
                  <c:v>41730</c:v>
                </c:pt>
                <c:pt idx="76">
                  <c:v>41760</c:v>
                </c:pt>
                <c:pt idx="77">
                  <c:v>41791</c:v>
                </c:pt>
                <c:pt idx="78">
                  <c:v>41821</c:v>
                </c:pt>
                <c:pt idx="79">
                  <c:v>41852</c:v>
                </c:pt>
                <c:pt idx="80">
                  <c:v>41883</c:v>
                </c:pt>
                <c:pt idx="81">
                  <c:v>41913</c:v>
                </c:pt>
                <c:pt idx="82">
                  <c:v>41944</c:v>
                </c:pt>
                <c:pt idx="83">
                  <c:v>41974</c:v>
                </c:pt>
                <c:pt idx="84">
                  <c:v>42005</c:v>
                </c:pt>
                <c:pt idx="85">
                  <c:v>42036</c:v>
                </c:pt>
                <c:pt idx="86">
                  <c:v>42064</c:v>
                </c:pt>
                <c:pt idx="87">
                  <c:v>42095</c:v>
                </c:pt>
                <c:pt idx="88">
                  <c:v>42125</c:v>
                </c:pt>
                <c:pt idx="89">
                  <c:v>42156</c:v>
                </c:pt>
                <c:pt idx="90">
                  <c:v>42186</c:v>
                </c:pt>
                <c:pt idx="91">
                  <c:v>42217</c:v>
                </c:pt>
                <c:pt idx="92">
                  <c:v>42248</c:v>
                </c:pt>
                <c:pt idx="93">
                  <c:v>42278</c:v>
                </c:pt>
                <c:pt idx="94">
                  <c:v>42309</c:v>
                </c:pt>
                <c:pt idx="95">
                  <c:v>42339</c:v>
                </c:pt>
                <c:pt idx="96">
                  <c:v>42370</c:v>
                </c:pt>
                <c:pt idx="97">
                  <c:v>42401</c:v>
                </c:pt>
                <c:pt idx="98">
                  <c:v>42430</c:v>
                </c:pt>
                <c:pt idx="99">
                  <c:v>42461</c:v>
                </c:pt>
                <c:pt idx="100">
                  <c:v>42491</c:v>
                </c:pt>
                <c:pt idx="101">
                  <c:v>42522</c:v>
                </c:pt>
                <c:pt idx="102">
                  <c:v>42552</c:v>
                </c:pt>
                <c:pt idx="103">
                  <c:v>42583</c:v>
                </c:pt>
                <c:pt idx="104">
                  <c:v>42614</c:v>
                </c:pt>
                <c:pt idx="105">
                  <c:v>42644</c:v>
                </c:pt>
                <c:pt idx="106">
                  <c:v>42675</c:v>
                </c:pt>
                <c:pt idx="107">
                  <c:v>42705</c:v>
                </c:pt>
                <c:pt idx="108">
                  <c:v>42736</c:v>
                </c:pt>
                <c:pt idx="109">
                  <c:v>42767</c:v>
                </c:pt>
                <c:pt idx="110">
                  <c:v>42795</c:v>
                </c:pt>
                <c:pt idx="111">
                  <c:v>42826</c:v>
                </c:pt>
                <c:pt idx="112">
                  <c:v>42856</c:v>
                </c:pt>
                <c:pt idx="113">
                  <c:v>42887</c:v>
                </c:pt>
                <c:pt idx="114">
                  <c:v>42917</c:v>
                </c:pt>
                <c:pt idx="115">
                  <c:v>42948</c:v>
                </c:pt>
                <c:pt idx="116">
                  <c:v>42979</c:v>
                </c:pt>
                <c:pt idx="117">
                  <c:v>43009</c:v>
                </c:pt>
                <c:pt idx="118">
                  <c:v>43040</c:v>
                </c:pt>
                <c:pt idx="119">
                  <c:v>43070</c:v>
                </c:pt>
                <c:pt idx="120">
                  <c:v>43101</c:v>
                </c:pt>
                <c:pt idx="121">
                  <c:v>43132</c:v>
                </c:pt>
                <c:pt idx="122">
                  <c:v>43160</c:v>
                </c:pt>
                <c:pt idx="123">
                  <c:v>43191</c:v>
                </c:pt>
                <c:pt idx="124">
                  <c:v>43221</c:v>
                </c:pt>
                <c:pt idx="125">
                  <c:v>43252</c:v>
                </c:pt>
                <c:pt idx="126">
                  <c:v>43282</c:v>
                </c:pt>
                <c:pt idx="127">
                  <c:v>43313</c:v>
                </c:pt>
                <c:pt idx="128">
                  <c:v>43344</c:v>
                </c:pt>
                <c:pt idx="129">
                  <c:v>43374</c:v>
                </c:pt>
                <c:pt idx="130">
                  <c:v>43405</c:v>
                </c:pt>
                <c:pt idx="131">
                  <c:v>43435</c:v>
                </c:pt>
                <c:pt idx="132">
                  <c:v>43466</c:v>
                </c:pt>
                <c:pt idx="133">
                  <c:v>43497</c:v>
                </c:pt>
                <c:pt idx="134">
                  <c:v>43525</c:v>
                </c:pt>
                <c:pt idx="135">
                  <c:v>43556</c:v>
                </c:pt>
                <c:pt idx="136">
                  <c:v>43586</c:v>
                </c:pt>
                <c:pt idx="137">
                  <c:v>43617</c:v>
                </c:pt>
                <c:pt idx="138">
                  <c:v>43647</c:v>
                </c:pt>
                <c:pt idx="139">
                  <c:v>43678</c:v>
                </c:pt>
                <c:pt idx="140">
                  <c:v>43709</c:v>
                </c:pt>
                <c:pt idx="141">
                  <c:v>43739</c:v>
                </c:pt>
                <c:pt idx="142">
                  <c:v>43770</c:v>
                </c:pt>
                <c:pt idx="143">
                  <c:v>43800</c:v>
                </c:pt>
                <c:pt idx="144">
                  <c:v>43831</c:v>
                </c:pt>
                <c:pt idx="145">
                  <c:v>43862</c:v>
                </c:pt>
                <c:pt idx="146">
                  <c:v>43891</c:v>
                </c:pt>
                <c:pt idx="147">
                  <c:v>43922</c:v>
                </c:pt>
                <c:pt idx="148">
                  <c:v>43952</c:v>
                </c:pt>
                <c:pt idx="149">
                  <c:v>43983</c:v>
                </c:pt>
                <c:pt idx="150">
                  <c:v>44013</c:v>
                </c:pt>
                <c:pt idx="151">
                  <c:v>44044</c:v>
                </c:pt>
                <c:pt idx="152">
                  <c:v>44075</c:v>
                </c:pt>
                <c:pt idx="153">
                  <c:v>44105</c:v>
                </c:pt>
                <c:pt idx="154">
                  <c:v>44136</c:v>
                </c:pt>
                <c:pt idx="155">
                  <c:v>44166</c:v>
                </c:pt>
                <c:pt idx="156">
                  <c:v>44197</c:v>
                </c:pt>
                <c:pt idx="157">
                  <c:v>44228</c:v>
                </c:pt>
                <c:pt idx="158">
                  <c:v>44256</c:v>
                </c:pt>
                <c:pt idx="159">
                  <c:v>44287</c:v>
                </c:pt>
                <c:pt idx="160">
                  <c:v>44317</c:v>
                </c:pt>
                <c:pt idx="161">
                  <c:v>44348</c:v>
                </c:pt>
                <c:pt idx="162">
                  <c:v>44378</c:v>
                </c:pt>
                <c:pt idx="163">
                  <c:v>44409</c:v>
                </c:pt>
                <c:pt idx="164">
                  <c:v>44440</c:v>
                </c:pt>
                <c:pt idx="165">
                  <c:v>44470</c:v>
                </c:pt>
                <c:pt idx="166">
                  <c:v>44501</c:v>
                </c:pt>
                <c:pt idx="167">
                  <c:v>44531</c:v>
                </c:pt>
                <c:pt idx="168">
                  <c:v>44562</c:v>
                </c:pt>
                <c:pt idx="169">
                  <c:v>44593</c:v>
                </c:pt>
                <c:pt idx="170">
                  <c:v>44621</c:v>
                </c:pt>
                <c:pt idx="171">
                  <c:v>44652</c:v>
                </c:pt>
                <c:pt idx="172">
                  <c:v>44682</c:v>
                </c:pt>
                <c:pt idx="173">
                  <c:v>44713</c:v>
                </c:pt>
                <c:pt idx="174">
                  <c:v>44743</c:v>
                </c:pt>
                <c:pt idx="175">
                  <c:v>44774</c:v>
                </c:pt>
                <c:pt idx="176">
                  <c:v>44805</c:v>
                </c:pt>
                <c:pt idx="177">
                  <c:v>44835</c:v>
                </c:pt>
                <c:pt idx="178">
                  <c:v>44866</c:v>
                </c:pt>
                <c:pt idx="179">
                  <c:v>44896</c:v>
                </c:pt>
                <c:pt idx="180">
                  <c:v>44927</c:v>
                </c:pt>
                <c:pt idx="181">
                  <c:v>44958</c:v>
                </c:pt>
                <c:pt idx="182">
                  <c:v>44986</c:v>
                </c:pt>
                <c:pt idx="183">
                  <c:v>45017</c:v>
                </c:pt>
                <c:pt idx="184">
                  <c:v>45047</c:v>
                </c:pt>
                <c:pt idx="185">
                  <c:v>45078</c:v>
                </c:pt>
                <c:pt idx="186">
                  <c:v>45108</c:v>
                </c:pt>
                <c:pt idx="187">
                  <c:v>45139</c:v>
                </c:pt>
                <c:pt idx="188">
                  <c:v>45170</c:v>
                </c:pt>
                <c:pt idx="189">
                  <c:v>45200</c:v>
                </c:pt>
                <c:pt idx="190">
                  <c:v>45231</c:v>
                </c:pt>
                <c:pt idx="191">
                  <c:v>45261</c:v>
                </c:pt>
                <c:pt idx="192">
                  <c:v>45292</c:v>
                </c:pt>
                <c:pt idx="193">
                  <c:v>45323</c:v>
                </c:pt>
                <c:pt idx="194">
                  <c:v>45352</c:v>
                </c:pt>
                <c:pt idx="195">
                  <c:v>45383</c:v>
                </c:pt>
                <c:pt idx="196">
                  <c:v>45413</c:v>
                </c:pt>
                <c:pt idx="197">
                  <c:v>45444</c:v>
                </c:pt>
                <c:pt idx="198">
                  <c:v>45474</c:v>
                </c:pt>
                <c:pt idx="199">
                  <c:v>45505</c:v>
                </c:pt>
                <c:pt idx="200">
                  <c:v>45536</c:v>
                </c:pt>
                <c:pt idx="201">
                  <c:v>45566</c:v>
                </c:pt>
                <c:pt idx="202">
                  <c:v>45597</c:v>
                </c:pt>
                <c:pt idx="203">
                  <c:v>45627</c:v>
                </c:pt>
                <c:pt idx="204">
                  <c:v>45658</c:v>
                </c:pt>
              </c:numCache>
              <c:extLst xmlns:c15="http://schemas.microsoft.com/office/drawing/2012/chart"/>
            </c:numRef>
          </c:cat>
          <c:val>
            <c:numRef>
              <c:f>'Tasas interés - Adquisición'!$D$74:$D$278</c:f>
              <c:numCache>
                <c:formatCode>_(* #,##0.00_);_(* \(#,##0.00\);_(* "-"??_);_(@_)</c:formatCode>
                <c:ptCount val="205"/>
                <c:pt idx="0">
                  <c:v>10.49710016</c:v>
                </c:pt>
                <c:pt idx="1">
                  <c:v>10.825074069999999</c:v>
                </c:pt>
                <c:pt idx="2">
                  <c:v>10.9887498175</c:v>
                </c:pt>
                <c:pt idx="3">
                  <c:v>10.861247525000001</c:v>
                </c:pt>
                <c:pt idx="4">
                  <c:v>10.918741860000001</c:v>
                </c:pt>
                <c:pt idx="5">
                  <c:v>10.689954202500001</c:v>
                </c:pt>
                <c:pt idx="6">
                  <c:v>10.778452992500002</c:v>
                </c:pt>
                <c:pt idx="7">
                  <c:v>11.005430358000002</c:v>
                </c:pt>
                <c:pt idx="8">
                  <c:v>11.3152230925</c:v>
                </c:pt>
                <c:pt idx="9">
                  <c:v>10.96737186</c:v>
                </c:pt>
                <c:pt idx="10">
                  <c:v>10.987338297500001</c:v>
                </c:pt>
                <c:pt idx="11">
                  <c:v>11.441326412499999</c:v>
                </c:pt>
                <c:pt idx="12">
                  <c:v>11.148046744</c:v>
                </c:pt>
                <c:pt idx="13">
                  <c:v>11.323338077500001</c:v>
                </c:pt>
                <c:pt idx="14">
                  <c:v>10.8689885575</c:v>
                </c:pt>
                <c:pt idx="15">
                  <c:v>10.71706208</c:v>
                </c:pt>
                <c:pt idx="16">
                  <c:v>10.82710962</c:v>
                </c:pt>
                <c:pt idx="17">
                  <c:v>10.7535226575</c:v>
                </c:pt>
                <c:pt idx="18">
                  <c:v>10.645455080000001</c:v>
                </c:pt>
                <c:pt idx="19">
                  <c:v>10.5093413775</c:v>
                </c:pt>
                <c:pt idx="20">
                  <c:v>10.546134182499999</c:v>
                </c:pt>
                <c:pt idx="21">
                  <c:v>10.326378062000002</c:v>
                </c:pt>
                <c:pt idx="22">
                  <c:v>10.411980172499998</c:v>
                </c:pt>
                <c:pt idx="23">
                  <c:v>10.325301085000001</c:v>
                </c:pt>
                <c:pt idx="24">
                  <c:v>10.148871829999999</c:v>
                </c:pt>
                <c:pt idx="25">
                  <c:v>10.2422931475</c:v>
                </c:pt>
                <c:pt idx="26">
                  <c:v>10.586930402500002</c:v>
                </c:pt>
                <c:pt idx="27">
                  <c:v>10.383364426</c:v>
                </c:pt>
                <c:pt idx="28">
                  <c:v>10.275790214999999</c:v>
                </c:pt>
                <c:pt idx="29">
                  <c:v>9.516970950000001</c:v>
                </c:pt>
                <c:pt idx="30">
                  <c:v>9.5026683679999984</c:v>
                </c:pt>
                <c:pt idx="31">
                  <c:v>9.547274207500001</c:v>
                </c:pt>
                <c:pt idx="32">
                  <c:v>9.3977631474999992</c:v>
                </c:pt>
                <c:pt idx="33">
                  <c:v>9.4756821660000004</c:v>
                </c:pt>
                <c:pt idx="34">
                  <c:v>9.3922028024999999</c:v>
                </c:pt>
                <c:pt idx="35">
                  <c:v>9.6317128160000003</c:v>
                </c:pt>
                <c:pt idx="36">
                  <c:v>9.2822404749999983</c:v>
                </c:pt>
                <c:pt idx="37">
                  <c:v>9.2623632450000013</c:v>
                </c:pt>
                <c:pt idx="38">
                  <c:v>9.1446592975000005</c:v>
                </c:pt>
                <c:pt idx="39">
                  <c:v>9.1725844999999993</c:v>
                </c:pt>
                <c:pt idx="40">
                  <c:v>9.183105415</c:v>
                </c:pt>
                <c:pt idx="41">
                  <c:v>9.0924794549999994</c:v>
                </c:pt>
                <c:pt idx="42">
                  <c:v>9.1645330833333336</c:v>
                </c:pt>
                <c:pt idx="43">
                  <c:v>9.026814227500001</c:v>
                </c:pt>
                <c:pt idx="44">
                  <c:v>9.05740488</c:v>
                </c:pt>
                <c:pt idx="45">
                  <c:v>9.1327560299999995</c:v>
                </c:pt>
                <c:pt idx="46">
                  <c:v>9.2126094624999997</c:v>
                </c:pt>
                <c:pt idx="47">
                  <c:v>9.0396013400000008</c:v>
                </c:pt>
                <c:pt idx="48">
                  <c:v>9.7696589224999997</c:v>
                </c:pt>
                <c:pt idx="49">
                  <c:v>9.5151542649999996</c:v>
                </c:pt>
                <c:pt idx="50">
                  <c:v>9.5996176319999993</c:v>
                </c:pt>
                <c:pt idx="51">
                  <c:v>9.4766231525000002</c:v>
                </c:pt>
                <c:pt idx="52">
                  <c:v>9.4067812049999997</c:v>
                </c:pt>
                <c:pt idx="53">
                  <c:v>9.3581803959999998</c:v>
                </c:pt>
                <c:pt idx="54">
                  <c:v>9.1413491375000007</c:v>
                </c:pt>
                <c:pt idx="55">
                  <c:v>8.9016788380000005</c:v>
                </c:pt>
                <c:pt idx="56">
                  <c:v>8.8813575075000006</c:v>
                </c:pt>
                <c:pt idx="57">
                  <c:v>8.780923679999999</c:v>
                </c:pt>
                <c:pt idx="58">
                  <c:v>8.776595318</c:v>
                </c:pt>
                <c:pt idx="59">
                  <c:v>8.8624617374999985</c:v>
                </c:pt>
                <c:pt idx="60">
                  <c:v>8.9762194225000016</c:v>
                </c:pt>
                <c:pt idx="61">
                  <c:v>8.6390431900000006</c:v>
                </c:pt>
                <c:pt idx="62">
                  <c:v>9.0407508280000002</c:v>
                </c:pt>
                <c:pt idx="63">
                  <c:v>8.7021599950000006</c:v>
                </c:pt>
                <c:pt idx="64">
                  <c:v>8.2836503820000011</c:v>
                </c:pt>
                <c:pt idx="65">
                  <c:v>8.1644730549999984</c:v>
                </c:pt>
                <c:pt idx="66">
                  <c:v>8.2346477050000004</c:v>
                </c:pt>
                <c:pt idx="67">
                  <c:v>8.1531865519999993</c:v>
                </c:pt>
                <c:pt idx="68">
                  <c:v>8.3210234024999998</c:v>
                </c:pt>
                <c:pt idx="69">
                  <c:v>8.2474724375000008</c:v>
                </c:pt>
                <c:pt idx="70">
                  <c:v>8.5523310339999998</c:v>
                </c:pt>
                <c:pt idx="71">
                  <c:v>8.3586649474999994</c:v>
                </c:pt>
                <c:pt idx="72">
                  <c:v>8.4851261440000005</c:v>
                </c:pt>
                <c:pt idx="73">
                  <c:v>8.3921000824999989</c:v>
                </c:pt>
                <c:pt idx="74">
                  <c:v>8.3329253175000009</c:v>
                </c:pt>
                <c:pt idx="75">
                  <c:v>8.1757870925000002</c:v>
                </c:pt>
                <c:pt idx="76">
                  <c:v>8.3709601959999986</c:v>
                </c:pt>
                <c:pt idx="77">
                  <c:v>8.2694852475000005</c:v>
                </c:pt>
                <c:pt idx="78">
                  <c:v>8.1856781124999998</c:v>
                </c:pt>
                <c:pt idx="79">
                  <c:v>8.1773522659999998</c:v>
                </c:pt>
                <c:pt idx="80">
                  <c:v>7.9546236825000003</c:v>
                </c:pt>
                <c:pt idx="81">
                  <c:v>8.2529626539999992</c:v>
                </c:pt>
                <c:pt idx="82">
                  <c:v>7.9263754500000001</c:v>
                </c:pt>
                <c:pt idx="83">
                  <c:v>8.1652499850000009</c:v>
                </c:pt>
                <c:pt idx="84">
                  <c:v>8.1018731099999997</c:v>
                </c:pt>
                <c:pt idx="85">
                  <c:v>7.7939519924999994</c:v>
                </c:pt>
                <c:pt idx="86">
                  <c:v>7.8479414750000007</c:v>
                </c:pt>
                <c:pt idx="87">
                  <c:v>7.8757973250000006</c:v>
                </c:pt>
                <c:pt idx="88">
                  <c:v>7.8618905860000003</c:v>
                </c:pt>
                <c:pt idx="89">
                  <c:v>7.5376725899999997</c:v>
                </c:pt>
                <c:pt idx="90">
                  <c:v>7.6176944599999992</c:v>
                </c:pt>
                <c:pt idx="91">
                  <c:v>7.6010288575000002</c:v>
                </c:pt>
                <c:pt idx="92">
                  <c:v>7.5832738174999994</c:v>
                </c:pt>
                <c:pt idx="93">
                  <c:v>7.8374019659999998</c:v>
                </c:pt>
                <c:pt idx="94">
                  <c:v>7.9224039625000007</c:v>
                </c:pt>
                <c:pt idx="95">
                  <c:v>8.0123417739999994</c:v>
                </c:pt>
                <c:pt idx="96">
                  <c:v>7.9438253825</c:v>
                </c:pt>
                <c:pt idx="97">
                  <c:v>7.993533450000001</c:v>
                </c:pt>
                <c:pt idx="98">
                  <c:v>8.2639572020000003</c:v>
                </c:pt>
                <c:pt idx="99">
                  <c:v>8.1639403075000008</c:v>
                </c:pt>
                <c:pt idx="100">
                  <c:v>8.0264298775</c:v>
                </c:pt>
                <c:pt idx="101">
                  <c:v>8.0016630520000014</c:v>
                </c:pt>
                <c:pt idx="102">
                  <c:v>8.1470327850000004</c:v>
                </c:pt>
                <c:pt idx="103">
                  <c:v>7.9507640049999999</c:v>
                </c:pt>
                <c:pt idx="104">
                  <c:v>7.8701255119999995</c:v>
                </c:pt>
                <c:pt idx="105">
                  <c:v>7.7250915175000001</c:v>
                </c:pt>
                <c:pt idx="106">
                  <c:v>8.0948217299999996</c:v>
                </c:pt>
                <c:pt idx="107">
                  <c:v>8.2111023559999996</c:v>
                </c:pt>
                <c:pt idx="108">
                  <c:v>8.1573957849999985</c:v>
                </c:pt>
                <c:pt idx="109">
                  <c:v>8.1874197949999985</c:v>
                </c:pt>
                <c:pt idx="110">
                  <c:v>8.3900699000000003</c:v>
                </c:pt>
                <c:pt idx="111">
                  <c:v>8.0879542375</c:v>
                </c:pt>
                <c:pt idx="112">
                  <c:v>8.2952619875</c:v>
                </c:pt>
                <c:pt idx="113">
                  <c:v>8.1890739559999997</c:v>
                </c:pt>
                <c:pt idx="114">
                  <c:v>7.851662332500001</c:v>
                </c:pt>
                <c:pt idx="115">
                  <c:v>7.7730149224999989</c:v>
                </c:pt>
                <c:pt idx="116">
                  <c:v>7.6860304059999995</c:v>
                </c:pt>
                <c:pt idx="117">
                  <c:v>7.7061583499999999</c:v>
                </c:pt>
                <c:pt idx="118">
                  <c:v>7.4593384650000001</c:v>
                </c:pt>
                <c:pt idx="119">
                  <c:v>7.5063227159999997</c:v>
                </c:pt>
                <c:pt idx="120">
                  <c:v>7.4370196899999987</c:v>
                </c:pt>
                <c:pt idx="121">
                  <c:v>7.4380543200000009</c:v>
                </c:pt>
                <c:pt idx="122">
                  <c:v>7.4264430419999998</c:v>
                </c:pt>
                <c:pt idx="123">
                  <c:v>7.2894473274999996</c:v>
                </c:pt>
                <c:pt idx="124">
                  <c:v>7.2253187824999996</c:v>
                </c:pt>
                <c:pt idx="125">
                  <c:v>7.3017066700000006</c:v>
                </c:pt>
                <c:pt idx="126">
                  <c:v>7.2980765824999985</c:v>
                </c:pt>
                <c:pt idx="127">
                  <c:v>7.1465996160000014</c:v>
                </c:pt>
                <c:pt idx="128">
                  <c:v>7.2155847150000003</c:v>
                </c:pt>
                <c:pt idx="129">
                  <c:v>7.1866967325000006</c:v>
                </c:pt>
                <c:pt idx="130">
                  <c:v>7.1019209659999998</c:v>
                </c:pt>
                <c:pt idx="131">
                  <c:v>7.1595713600000002</c:v>
                </c:pt>
                <c:pt idx="132">
                  <c:v>7.1922350066666665</c:v>
                </c:pt>
                <c:pt idx="133">
                  <c:v>7.2204194624999998</c:v>
                </c:pt>
                <c:pt idx="134">
                  <c:v>7.1770924040000006</c:v>
                </c:pt>
                <c:pt idx="135">
                  <c:v>7.1525531979999997</c:v>
                </c:pt>
                <c:pt idx="136">
                  <c:v>7.1397735119999997</c:v>
                </c:pt>
                <c:pt idx="137">
                  <c:v>7.1862138333333343</c:v>
                </c:pt>
                <c:pt idx="138">
                  <c:v>7.2012015025</c:v>
                </c:pt>
                <c:pt idx="139">
                  <c:v>7.2040365679999994</c:v>
                </c:pt>
                <c:pt idx="140">
                  <c:v>7.1475247900000012</c:v>
                </c:pt>
                <c:pt idx="141">
                  <c:v>7.2168471575000002</c:v>
                </c:pt>
                <c:pt idx="142">
                  <c:v>7.3603953260000008</c:v>
                </c:pt>
                <c:pt idx="143">
                  <c:v>7.118490286000001</c:v>
                </c:pt>
                <c:pt idx="144">
                  <c:v>7.3619729075000002</c:v>
                </c:pt>
                <c:pt idx="145">
                  <c:v>7.423429399999999</c:v>
                </c:pt>
                <c:pt idx="146">
                  <c:v>7.5894570750000003</c:v>
                </c:pt>
                <c:pt idx="147">
                  <c:v>7.348175595999999</c:v>
                </c:pt>
                <c:pt idx="148">
                  <c:v>7.4614984399999997</c:v>
                </c:pt>
                <c:pt idx="149">
                  <c:v>7.4268168699999997</c:v>
                </c:pt>
                <c:pt idx="150">
                  <c:v>7.3174643160000015</c:v>
                </c:pt>
                <c:pt idx="151">
                  <c:v>7.4183709774999995</c:v>
                </c:pt>
                <c:pt idx="152">
                  <c:v>7.2529721975000001</c:v>
                </c:pt>
                <c:pt idx="153">
                  <c:v>7.4142739220000005</c:v>
                </c:pt>
                <c:pt idx="154">
                  <c:v>7.3595921024999997</c:v>
                </c:pt>
                <c:pt idx="155">
                  <c:v>7.2683987275000002</c:v>
                </c:pt>
                <c:pt idx="156">
                  <c:v>7.4283212266387997</c:v>
                </c:pt>
                <c:pt idx="157">
                  <c:v>7.0637119419131196</c:v>
                </c:pt>
                <c:pt idx="158">
                  <c:v>7.0082327824599711</c:v>
                </c:pt>
                <c:pt idx="159">
                  <c:v>6.84388839343148</c:v>
                </c:pt>
                <c:pt idx="160">
                  <c:v>6.892642032728741</c:v>
                </c:pt>
                <c:pt idx="161">
                  <c:v>6.8275241935240398</c:v>
                </c:pt>
                <c:pt idx="162">
                  <c:v>7.0791347979696608</c:v>
                </c:pt>
                <c:pt idx="163">
                  <c:v>6.9326924264048797</c:v>
                </c:pt>
                <c:pt idx="164">
                  <c:v>6.9227410406325411</c:v>
                </c:pt>
                <c:pt idx="165">
                  <c:v>6.8810281350424596</c:v>
                </c:pt>
                <c:pt idx="166">
                  <c:v>7.0438317391866399</c:v>
                </c:pt>
                <c:pt idx="167">
                  <c:v>7.170859774667961</c:v>
                </c:pt>
                <c:pt idx="168">
                  <c:v>7.1274138049833002</c:v>
                </c:pt>
                <c:pt idx="169">
                  <c:v>7.2115687900666305</c:v>
                </c:pt>
                <c:pt idx="170">
                  <c:v>7.3243689226582003</c:v>
                </c:pt>
                <c:pt idx="171">
                  <c:v>7.2873094341326299</c:v>
                </c:pt>
                <c:pt idx="172">
                  <c:v>7.3394147862526404</c:v>
                </c:pt>
                <c:pt idx="173">
                  <c:v>7.6434962859375704</c:v>
                </c:pt>
                <c:pt idx="174">
                  <c:v>14.431070125763002</c:v>
                </c:pt>
                <c:pt idx="175">
                  <c:v>15.422463104804098</c:v>
                </c:pt>
                <c:pt idx="176">
                  <c:v>16.0932306602874</c:v>
                </c:pt>
                <c:pt idx="177">
                  <c:v>19.171486206121298</c:v>
                </c:pt>
                <c:pt idx="178">
                  <c:v>19.262159951479699</c:v>
                </c:pt>
                <c:pt idx="179">
                  <c:v>20.0360280880261</c:v>
                </c:pt>
                <c:pt idx="180">
                  <c:v>20.9793461796069</c:v>
                </c:pt>
                <c:pt idx="181">
                  <c:v>22.741883139711998</c:v>
                </c:pt>
                <c:pt idx="182">
                  <c:v>22.421597870269999</c:v>
                </c:pt>
                <c:pt idx="183">
                  <c:v>22.324422361010701</c:v>
                </c:pt>
                <c:pt idx="184">
                  <c:v>21.885035712548401</c:v>
                </c:pt>
                <c:pt idx="185">
                  <c:v>21.0431171514829</c:v>
                </c:pt>
                <c:pt idx="186">
                  <c:v>20.8917955882442</c:v>
                </c:pt>
                <c:pt idx="187">
                  <c:v>20.5492776639814</c:v>
                </c:pt>
                <c:pt idx="188">
                  <c:v>19.900000000000002</c:v>
                </c:pt>
                <c:pt idx="189">
                  <c:v>19.816172234230901</c:v>
                </c:pt>
                <c:pt idx="190">
                  <c:v>18.8848582222967</c:v>
                </c:pt>
                <c:pt idx="191">
                  <c:v>18.167164733676401</c:v>
                </c:pt>
                <c:pt idx="192">
                  <c:v>17.673383354479601</c:v>
                </c:pt>
                <c:pt idx="193">
                  <c:v>16.576626104462498</c:v>
                </c:pt>
                <c:pt idx="194">
                  <c:v>15.8558952169021</c:v>
                </c:pt>
                <c:pt idx="195">
                  <c:v>15.421213539641199</c:v>
                </c:pt>
                <c:pt idx="196">
                  <c:v>14.8263361148513</c:v>
                </c:pt>
                <c:pt idx="197">
                  <c:v>14.6724160286619</c:v>
                </c:pt>
                <c:pt idx="198">
                  <c:v>14.736448084546</c:v>
                </c:pt>
                <c:pt idx="199">
                  <c:v>14.685754422069101</c:v>
                </c:pt>
                <c:pt idx="200">
                  <c:v>14.408380910385299</c:v>
                </c:pt>
                <c:pt idx="201">
                  <c:v>13.5543093124124</c:v>
                </c:pt>
                <c:pt idx="202">
                  <c:v>13.0744183811595</c:v>
                </c:pt>
                <c:pt idx="203">
                  <c:v>12.7885428757179</c:v>
                </c:pt>
                <c:pt idx="204">
                  <c:v>12.736560951391199</c:v>
                </c:pt>
              </c:numCache>
            </c:numRef>
          </c:val>
          <c:smooth val="1"/>
          <c:extLst xmlns:c15="http://schemas.microsoft.com/office/drawing/2012/chart">
            <c:ext xmlns:c16="http://schemas.microsoft.com/office/drawing/2014/chart" uri="{C3380CC4-5D6E-409C-BE32-E72D297353CC}">
              <c16:uniqueId val="{00000005-9D5C-4A2E-8999-CC4A8DFD4713}"/>
            </c:ext>
          </c:extLst>
        </c:ser>
        <c:ser>
          <c:idx val="4"/>
          <c:order val="2"/>
          <c:tx>
            <c:v>VIS</c:v>
          </c:tx>
          <c:spPr>
            <a:ln w="28575" cap="rnd">
              <a:solidFill>
                <a:srgbClr val="0070C0"/>
              </a:solidFill>
              <a:prstDash val="solid"/>
              <a:round/>
            </a:ln>
            <a:effectLst/>
          </c:spPr>
          <c:marker>
            <c:symbol val="none"/>
          </c:marker>
          <c:dLbls>
            <c:dLbl>
              <c:idx val="204"/>
              <c:layout>
                <c:manualLayout>
                  <c:x val="0"/>
                  <c:y val="2.8887587993929677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50" b="1" i="0" u="none" strike="noStrike" kern="1200" baseline="0">
                      <a:solidFill>
                        <a:srgbClr val="0070C0"/>
                      </a:solidFill>
                      <a:latin typeface="Dosis" pitchFamily="2" charset="0"/>
                      <a:ea typeface="+mn-ea"/>
                      <a:cs typeface="+mn-cs"/>
                    </a:defRPr>
                  </a:pPr>
                  <a:endParaRPr lang="es-CO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60EE-44C4-AB4B-19AD37367C1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5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'Tasas interés - Adquisición'!$A$74:$A$278</c:f>
              <c:numCache>
                <c:formatCode>mmm\-yy</c:formatCode>
                <c:ptCount val="205"/>
                <c:pt idx="0">
                  <c:v>39448</c:v>
                </c:pt>
                <c:pt idx="1">
                  <c:v>39479</c:v>
                </c:pt>
                <c:pt idx="2">
                  <c:v>39508</c:v>
                </c:pt>
                <c:pt idx="3">
                  <c:v>39539</c:v>
                </c:pt>
                <c:pt idx="4">
                  <c:v>39569</c:v>
                </c:pt>
                <c:pt idx="5">
                  <c:v>39600</c:v>
                </c:pt>
                <c:pt idx="6">
                  <c:v>39630</c:v>
                </c:pt>
                <c:pt idx="7">
                  <c:v>39661</c:v>
                </c:pt>
                <c:pt idx="8">
                  <c:v>39692</c:v>
                </c:pt>
                <c:pt idx="9">
                  <c:v>39722</c:v>
                </c:pt>
                <c:pt idx="10">
                  <c:v>39753</c:v>
                </c:pt>
                <c:pt idx="11">
                  <c:v>39783</c:v>
                </c:pt>
                <c:pt idx="12">
                  <c:v>39814</c:v>
                </c:pt>
                <c:pt idx="13">
                  <c:v>39845</c:v>
                </c:pt>
                <c:pt idx="14">
                  <c:v>39873</c:v>
                </c:pt>
                <c:pt idx="15">
                  <c:v>39904</c:v>
                </c:pt>
                <c:pt idx="16">
                  <c:v>39934</c:v>
                </c:pt>
                <c:pt idx="17">
                  <c:v>39965</c:v>
                </c:pt>
                <c:pt idx="18">
                  <c:v>39995</c:v>
                </c:pt>
                <c:pt idx="19">
                  <c:v>40026</c:v>
                </c:pt>
                <c:pt idx="20">
                  <c:v>40057</c:v>
                </c:pt>
                <c:pt idx="21">
                  <c:v>40087</c:v>
                </c:pt>
                <c:pt idx="22">
                  <c:v>40118</c:v>
                </c:pt>
                <c:pt idx="23">
                  <c:v>40148</c:v>
                </c:pt>
                <c:pt idx="24">
                  <c:v>40179</c:v>
                </c:pt>
                <c:pt idx="25">
                  <c:v>40210</c:v>
                </c:pt>
                <c:pt idx="26">
                  <c:v>40238</c:v>
                </c:pt>
                <c:pt idx="27">
                  <c:v>40269</c:v>
                </c:pt>
                <c:pt idx="28">
                  <c:v>40299</c:v>
                </c:pt>
                <c:pt idx="29">
                  <c:v>40330</c:v>
                </c:pt>
                <c:pt idx="30">
                  <c:v>40360</c:v>
                </c:pt>
                <c:pt idx="31">
                  <c:v>40391</c:v>
                </c:pt>
                <c:pt idx="32">
                  <c:v>40422</c:v>
                </c:pt>
                <c:pt idx="33">
                  <c:v>40452</c:v>
                </c:pt>
                <c:pt idx="34">
                  <c:v>40483</c:v>
                </c:pt>
                <c:pt idx="35">
                  <c:v>40513</c:v>
                </c:pt>
                <c:pt idx="36">
                  <c:v>40544</c:v>
                </c:pt>
                <c:pt idx="37">
                  <c:v>40575</c:v>
                </c:pt>
                <c:pt idx="38">
                  <c:v>40603</c:v>
                </c:pt>
                <c:pt idx="39">
                  <c:v>40634</c:v>
                </c:pt>
                <c:pt idx="40">
                  <c:v>40664</c:v>
                </c:pt>
                <c:pt idx="41">
                  <c:v>40695</c:v>
                </c:pt>
                <c:pt idx="42">
                  <c:v>40725</c:v>
                </c:pt>
                <c:pt idx="43">
                  <c:v>40756</c:v>
                </c:pt>
                <c:pt idx="44">
                  <c:v>40787</c:v>
                </c:pt>
                <c:pt idx="45">
                  <c:v>40817</c:v>
                </c:pt>
                <c:pt idx="46">
                  <c:v>40848</c:v>
                </c:pt>
                <c:pt idx="47">
                  <c:v>40878</c:v>
                </c:pt>
                <c:pt idx="48">
                  <c:v>40909</c:v>
                </c:pt>
                <c:pt idx="49">
                  <c:v>40940</c:v>
                </c:pt>
                <c:pt idx="50">
                  <c:v>40969</c:v>
                </c:pt>
                <c:pt idx="51">
                  <c:v>41000</c:v>
                </c:pt>
                <c:pt idx="52">
                  <c:v>41030</c:v>
                </c:pt>
                <c:pt idx="53">
                  <c:v>41061</c:v>
                </c:pt>
                <c:pt idx="54">
                  <c:v>41091</c:v>
                </c:pt>
                <c:pt idx="55">
                  <c:v>41122</c:v>
                </c:pt>
                <c:pt idx="56">
                  <c:v>41153</c:v>
                </c:pt>
                <c:pt idx="57">
                  <c:v>41183</c:v>
                </c:pt>
                <c:pt idx="58">
                  <c:v>41214</c:v>
                </c:pt>
                <c:pt idx="59">
                  <c:v>41244</c:v>
                </c:pt>
                <c:pt idx="60">
                  <c:v>41275</c:v>
                </c:pt>
                <c:pt idx="61">
                  <c:v>41306</c:v>
                </c:pt>
                <c:pt idx="62">
                  <c:v>41334</c:v>
                </c:pt>
                <c:pt idx="63">
                  <c:v>41365</c:v>
                </c:pt>
                <c:pt idx="64">
                  <c:v>41395</c:v>
                </c:pt>
                <c:pt idx="65">
                  <c:v>41426</c:v>
                </c:pt>
                <c:pt idx="66">
                  <c:v>41456</c:v>
                </c:pt>
                <c:pt idx="67">
                  <c:v>41487</c:v>
                </c:pt>
                <c:pt idx="68">
                  <c:v>41518</c:v>
                </c:pt>
                <c:pt idx="69">
                  <c:v>41548</c:v>
                </c:pt>
                <c:pt idx="70">
                  <c:v>41579</c:v>
                </c:pt>
                <c:pt idx="71">
                  <c:v>41609</c:v>
                </c:pt>
                <c:pt idx="72">
                  <c:v>41640</c:v>
                </c:pt>
                <c:pt idx="73">
                  <c:v>41671</c:v>
                </c:pt>
                <c:pt idx="74">
                  <c:v>41699</c:v>
                </c:pt>
                <c:pt idx="75">
                  <c:v>41730</c:v>
                </c:pt>
                <c:pt idx="76">
                  <c:v>41760</c:v>
                </c:pt>
                <c:pt idx="77">
                  <c:v>41791</c:v>
                </c:pt>
                <c:pt idx="78">
                  <c:v>41821</c:v>
                </c:pt>
                <c:pt idx="79">
                  <c:v>41852</c:v>
                </c:pt>
                <c:pt idx="80">
                  <c:v>41883</c:v>
                </c:pt>
                <c:pt idx="81">
                  <c:v>41913</c:v>
                </c:pt>
                <c:pt idx="82">
                  <c:v>41944</c:v>
                </c:pt>
                <c:pt idx="83">
                  <c:v>41974</c:v>
                </c:pt>
                <c:pt idx="84">
                  <c:v>42005</c:v>
                </c:pt>
                <c:pt idx="85">
                  <c:v>42036</c:v>
                </c:pt>
                <c:pt idx="86">
                  <c:v>42064</c:v>
                </c:pt>
                <c:pt idx="87">
                  <c:v>42095</c:v>
                </c:pt>
                <c:pt idx="88">
                  <c:v>42125</c:v>
                </c:pt>
                <c:pt idx="89">
                  <c:v>42156</c:v>
                </c:pt>
                <c:pt idx="90">
                  <c:v>42186</c:v>
                </c:pt>
                <c:pt idx="91">
                  <c:v>42217</c:v>
                </c:pt>
                <c:pt idx="92">
                  <c:v>42248</c:v>
                </c:pt>
                <c:pt idx="93">
                  <c:v>42278</c:v>
                </c:pt>
                <c:pt idx="94">
                  <c:v>42309</c:v>
                </c:pt>
                <c:pt idx="95">
                  <c:v>42339</c:v>
                </c:pt>
                <c:pt idx="96">
                  <c:v>42370</c:v>
                </c:pt>
                <c:pt idx="97">
                  <c:v>42401</c:v>
                </c:pt>
                <c:pt idx="98">
                  <c:v>42430</c:v>
                </c:pt>
                <c:pt idx="99">
                  <c:v>42461</c:v>
                </c:pt>
                <c:pt idx="100">
                  <c:v>42491</c:v>
                </c:pt>
                <c:pt idx="101">
                  <c:v>42522</c:v>
                </c:pt>
                <c:pt idx="102">
                  <c:v>42552</c:v>
                </c:pt>
                <c:pt idx="103">
                  <c:v>42583</c:v>
                </c:pt>
                <c:pt idx="104">
                  <c:v>42614</c:v>
                </c:pt>
                <c:pt idx="105">
                  <c:v>42644</c:v>
                </c:pt>
                <c:pt idx="106">
                  <c:v>42675</c:v>
                </c:pt>
                <c:pt idx="107">
                  <c:v>42705</c:v>
                </c:pt>
                <c:pt idx="108">
                  <c:v>42736</c:v>
                </c:pt>
                <c:pt idx="109">
                  <c:v>42767</c:v>
                </c:pt>
                <c:pt idx="110">
                  <c:v>42795</c:v>
                </c:pt>
                <c:pt idx="111">
                  <c:v>42826</c:v>
                </c:pt>
                <c:pt idx="112">
                  <c:v>42856</c:v>
                </c:pt>
                <c:pt idx="113">
                  <c:v>42887</c:v>
                </c:pt>
                <c:pt idx="114">
                  <c:v>42917</c:v>
                </c:pt>
                <c:pt idx="115">
                  <c:v>42948</c:v>
                </c:pt>
                <c:pt idx="116">
                  <c:v>42979</c:v>
                </c:pt>
                <c:pt idx="117">
                  <c:v>43009</c:v>
                </c:pt>
                <c:pt idx="118">
                  <c:v>43040</c:v>
                </c:pt>
                <c:pt idx="119">
                  <c:v>43070</c:v>
                </c:pt>
                <c:pt idx="120">
                  <c:v>43101</c:v>
                </c:pt>
                <c:pt idx="121">
                  <c:v>43132</c:v>
                </c:pt>
                <c:pt idx="122">
                  <c:v>43160</c:v>
                </c:pt>
                <c:pt idx="123">
                  <c:v>43191</c:v>
                </c:pt>
                <c:pt idx="124">
                  <c:v>43221</c:v>
                </c:pt>
                <c:pt idx="125">
                  <c:v>43252</c:v>
                </c:pt>
                <c:pt idx="126">
                  <c:v>43282</c:v>
                </c:pt>
                <c:pt idx="127">
                  <c:v>43313</c:v>
                </c:pt>
                <c:pt idx="128">
                  <c:v>43344</c:v>
                </c:pt>
                <c:pt idx="129">
                  <c:v>43374</c:v>
                </c:pt>
                <c:pt idx="130">
                  <c:v>43405</c:v>
                </c:pt>
                <c:pt idx="131">
                  <c:v>43435</c:v>
                </c:pt>
                <c:pt idx="132">
                  <c:v>43466</c:v>
                </c:pt>
                <c:pt idx="133">
                  <c:v>43497</c:v>
                </c:pt>
                <c:pt idx="134">
                  <c:v>43525</c:v>
                </c:pt>
                <c:pt idx="135">
                  <c:v>43556</c:v>
                </c:pt>
                <c:pt idx="136">
                  <c:v>43586</c:v>
                </c:pt>
                <c:pt idx="137">
                  <c:v>43617</c:v>
                </c:pt>
                <c:pt idx="138">
                  <c:v>43647</c:v>
                </c:pt>
                <c:pt idx="139">
                  <c:v>43678</c:v>
                </c:pt>
                <c:pt idx="140">
                  <c:v>43709</c:v>
                </c:pt>
                <c:pt idx="141">
                  <c:v>43739</c:v>
                </c:pt>
                <c:pt idx="142">
                  <c:v>43770</c:v>
                </c:pt>
                <c:pt idx="143">
                  <c:v>43800</c:v>
                </c:pt>
                <c:pt idx="144">
                  <c:v>43831</c:v>
                </c:pt>
                <c:pt idx="145">
                  <c:v>43862</c:v>
                </c:pt>
                <c:pt idx="146">
                  <c:v>43891</c:v>
                </c:pt>
                <c:pt idx="147">
                  <c:v>43922</c:v>
                </c:pt>
                <c:pt idx="148">
                  <c:v>43952</c:v>
                </c:pt>
                <c:pt idx="149">
                  <c:v>43983</c:v>
                </c:pt>
                <c:pt idx="150">
                  <c:v>44013</c:v>
                </c:pt>
                <c:pt idx="151">
                  <c:v>44044</c:v>
                </c:pt>
                <c:pt idx="152">
                  <c:v>44075</c:v>
                </c:pt>
                <c:pt idx="153">
                  <c:v>44105</c:v>
                </c:pt>
                <c:pt idx="154">
                  <c:v>44136</c:v>
                </c:pt>
                <c:pt idx="155">
                  <c:v>44166</c:v>
                </c:pt>
                <c:pt idx="156">
                  <c:v>44197</c:v>
                </c:pt>
                <c:pt idx="157">
                  <c:v>44228</c:v>
                </c:pt>
                <c:pt idx="158">
                  <c:v>44256</c:v>
                </c:pt>
                <c:pt idx="159">
                  <c:v>44287</c:v>
                </c:pt>
                <c:pt idx="160">
                  <c:v>44317</c:v>
                </c:pt>
                <c:pt idx="161">
                  <c:v>44348</c:v>
                </c:pt>
                <c:pt idx="162">
                  <c:v>44378</c:v>
                </c:pt>
                <c:pt idx="163">
                  <c:v>44409</c:v>
                </c:pt>
                <c:pt idx="164">
                  <c:v>44440</c:v>
                </c:pt>
                <c:pt idx="165">
                  <c:v>44470</c:v>
                </c:pt>
                <c:pt idx="166">
                  <c:v>44501</c:v>
                </c:pt>
                <c:pt idx="167">
                  <c:v>44531</c:v>
                </c:pt>
                <c:pt idx="168">
                  <c:v>44562</c:v>
                </c:pt>
                <c:pt idx="169">
                  <c:v>44593</c:v>
                </c:pt>
                <c:pt idx="170">
                  <c:v>44621</c:v>
                </c:pt>
                <c:pt idx="171">
                  <c:v>44652</c:v>
                </c:pt>
                <c:pt idx="172">
                  <c:v>44682</c:v>
                </c:pt>
                <c:pt idx="173">
                  <c:v>44713</c:v>
                </c:pt>
                <c:pt idx="174">
                  <c:v>44743</c:v>
                </c:pt>
                <c:pt idx="175">
                  <c:v>44774</c:v>
                </c:pt>
                <c:pt idx="176">
                  <c:v>44805</c:v>
                </c:pt>
                <c:pt idx="177">
                  <c:v>44835</c:v>
                </c:pt>
                <c:pt idx="178">
                  <c:v>44866</c:v>
                </c:pt>
                <c:pt idx="179">
                  <c:v>44896</c:v>
                </c:pt>
                <c:pt idx="180">
                  <c:v>44927</c:v>
                </c:pt>
                <c:pt idx="181">
                  <c:v>44958</c:v>
                </c:pt>
                <c:pt idx="182">
                  <c:v>44986</c:v>
                </c:pt>
                <c:pt idx="183">
                  <c:v>45017</c:v>
                </c:pt>
                <c:pt idx="184">
                  <c:v>45047</c:v>
                </c:pt>
                <c:pt idx="185">
                  <c:v>45078</c:v>
                </c:pt>
                <c:pt idx="186">
                  <c:v>45108</c:v>
                </c:pt>
                <c:pt idx="187">
                  <c:v>45139</c:v>
                </c:pt>
                <c:pt idx="188">
                  <c:v>45170</c:v>
                </c:pt>
                <c:pt idx="189">
                  <c:v>45200</c:v>
                </c:pt>
                <c:pt idx="190">
                  <c:v>45231</c:v>
                </c:pt>
                <c:pt idx="191">
                  <c:v>45261</c:v>
                </c:pt>
                <c:pt idx="192">
                  <c:v>45292</c:v>
                </c:pt>
                <c:pt idx="193">
                  <c:v>45323</c:v>
                </c:pt>
                <c:pt idx="194">
                  <c:v>45352</c:v>
                </c:pt>
                <c:pt idx="195">
                  <c:v>45383</c:v>
                </c:pt>
                <c:pt idx="196">
                  <c:v>45413</c:v>
                </c:pt>
                <c:pt idx="197">
                  <c:v>45444</c:v>
                </c:pt>
                <c:pt idx="198">
                  <c:v>45474</c:v>
                </c:pt>
                <c:pt idx="199">
                  <c:v>45505</c:v>
                </c:pt>
                <c:pt idx="200">
                  <c:v>45536</c:v>
                </c:pt>
                <c:pt idx="201">
                  <c:v>45566</c:v>
                </c:pt>
                <c:pt idx="202">
                  <c:v>45597</c:v>
                </c:pt>
                <c:pt idx="203">
                  <c:v>45627</c:v>
                </c:pt>
                <c:pt idx="204">
                  <c:v>45658</c:v>
                </c:pt>
              </c:numCache>
            </c:numRef>
          </c:cat>
          <c:val>
            <c:numRef>
              <c:f>'Tasas interés - Adquisición'!$F$74:$F$278</c:f>
              <c:numCache>
                <c:formatCode>_(* #,##0.00_);_(* \(#,##0.00\);_(* "-"??_);_(@_)</c:formatCode>
                <c:ptCount val="205"/>
                <c:pt idx="0">
                  <c:v>15.741068163723099</c:v>
                </c:pt>
                <c:pt idx="1">
                  <c:v>15.935763054518</c:v>
                </c:pt>
                <c:pt idx="2">
                  <c:v>16.015363216291099</c:v>
                </c:pt>
                <c:pt idx="3">
                  <c:v>16.070271879418701</c:v>
                </c:pt>
                <c:pt idx="4">
                  <c:v>16.201520792710902</c:v>
                </c:pt>
                <c:pt idx="5">
                  <c:v>16.168125731381298</c:v>
                </c:pt>
                <c:pt idx="6">
                  <c:v>16.2770173073996</c:v>
                </c:pt>
                <c:pt idx="7">
                  <c:v>16.620269228333001</c:v>
                </c:pt>
                <c:pt idx="8">
                  <c:v>16.8629878191764</c:v>
                </c:pt>
                <c:pt idx="9">
                  <c:v>16.978821515530299</c:v>
                </c:pt>
                <c:pt idx="10">
                  <c:v>16.9243799352388</c:v>
                </c:pt>
                <c:pt idx="11">
                  <c:v>17.067039052227798</c:v>
                </c:pt>
                <c:pt idx="12">
                  <c:v>17.001154861856001</c:v>
                </c:pt>
                <c:pt idx="13">
                  <c:v>16.700805465690902</c:v>
                </c:pt>
                <c:pt idx="14">
                  <c:v>16.481743135702999</c:v>
                </c:pt>
                <c:pt idx="15">
                  <c:v>16.321239273699501</c:v>
                </c:pt>
                <c:pt idx="16">
                  <c:v>15.857944521183599</c:v>
                </c:pt>
                <c:pt idx="17">
                  <c:v>15.1962531169416</c:v>
                </c:pt>
                <c:pt idx="18">
                  <c:v>14.938771545874999</c:v>
                </c:pt>
                <c:pt idx="19">
                  <c:v>14.4311932265175</c:v>
                </c:pt>
                <c:pt idx="20">
                  <c:v>14.1715743624507</c:v>
                </c:pt>
                <c:pt idx="21">
                  <c:v>14.0283336656915</c:v>
                </c:pt>
                <c:pt idx="22">
                  <c:v>13.922547971581199</c:v>
                </c:pt>
                <c:pt idx="23">
                  <c:v>13.5275605214705</c:v>
                </c:pt>
                <c:pt idx="24">
                  <c:v>13.040943513912399</c:v>
                </c:pt>
                <c:pt idx="25">
                  <c:v>12.919777812118401</c:v>
                </c:pt>
                <c:pt idx="26">
                  <c:v>12.9430126300844</c:v>
                </c:pt>
                <c:pt idx="27">
                  <c:v>12.7760083929179</c:v>
                </c:pt>
                <c:pt idx="28">
                  <c:v>12.757036867083301</c:v>
                </c:pt>
                <c:pt idx="29">
                  <c:v>12.5902421116705</c:v>
                </c:pt>
                <c:pt idx="30">
                  <c:v>12.7716305706474</c:v>
                </c:pt>
                <c:pt idx="31">
                  <c:v>12.787751254985899</c:v>
                </c:pt>
                <c:pt idx="32">
                  <c:v>12.7390771074872</c:v>
                </c:pt>
                <c:pt idx="33">
                  <c:v>12.7068704337775</c:v>
                </c:pt>
                <c:pt idx="34">
                  <c:v>12.683739163367701</c:v>
                </c:pt>
                <c:pt idx="35">
                  <c:v>12.7810518091201</c:v>
                </c:pt>
                <c:pt idx="36">
                  <c:v>12.852759232554501</c:v>
                </c:pt>
                <c:pt idx="37">
                  <c:v>12.940376668874899</c:v>
                </c:pt>
                <c:pt idx="38">
                  <c:v>12.985253905051801</c:v>
                </c:pt>
                <c:pt idx="39">
                  <c:v>12.7041643437954</c:v>
                </c:pt>
                <c:pt idx="40">
                  <c:v>12.6246182277897</c:v>
                </c:pt>
                <c:pt idx="41">
                  <c:v>12.6557215113209</c:v>
                </c:pt>
                <c:pt idx="42">
                  <c:v>12.9111688817518</c:v>
                </c:pt>
                <c:pt idx="43">
                  <c:v>13.0070130990794</c:v>
                </c:pt>
                <c:pt idx="44">
                  <c:v>13.202873529632299</c:v>
                </c:pt>
                <c:pt idx="45">
                  <c:v>13.3096349947746</c:v>
                </c:pt>
                <c:pt idx="46">
                  <c:v>13.3432790710609</c:v>
                </c:pt>
                <c:pt idx="47">
                  <c:v>13.125984279850501</c:v>
                </c:pt>
                <c:pt idx="48">
                  <c:v>13.4533960608524</c:v>
                </c:pt>
                <c:pt idx="49">
                  <c:v>13.433128231231001</c:v>
                </c:pt>
                <c:pt idx="50">
                  <c:v>13.4448041690738</c:v>
                </c:pt>
                <c:pt idx="51">
                  <c:v>13.483468132425401</c:v>
                </c:pt>
                <c:pt idx="52">
                  <c:v>13.464799020617001</c:v>
                </c:pt>
                <c:pt idx="53">
                  <c:v>13.390781048146099</c:v>
                </c:pt>
                <c:pt idx="54">
                  <c:v>13.125358799298199</c:v>
                </c:pt>
                <c:pt idx="55">
                  <c:v>13.4610526239249</c:v>
                </c:pt>
                <c:pt idx="56">
                  <c:v>13.3054064435825</c:v>
                </c:pt>
                <c:pt idx="57">
                  <c:v>13.1686424516875</c:v>
                </c:pt>
                <c:pt idx="58">
                  <c:v>12.9383123701915</c:v>
                </c:pt>
                <c:pt idx="59">
                  <c:v>12.9096913594123</c:v>
                </c:pt>
                <c:pt idx="60">
                  <c:v>12.846944151852099</c:v>
                </c:pt>
                <c:pt idx="61">
                  <c:v>12.6921671683968</c:v>
                </c:pt>
                <c:pt idx="62">
                  <c:v>12.548070749589099</c:v>
                </c:pt>
                <c:pt idx="63">
                  <c:v>12.105202249832301</c:v>
                </c:pt>
                <c:pt idx="64">
                  <c:v>11.6727619724064</c:v>
                </c:pt>
                <c:pt idx="65">
                  <c:v>11.548364472743099</c:v>
                </c:pt>
                <c:pt idx="66">
                  <c:v>11.756274584853299</c:v>
                </c:pt>
                <c:pt idx="67">
                  <c:v>11.8300521715699</c:v>
                </c:pt>
                <c:pt idx="68">
                  <c:v>11.939034629614399</c:v>
                </c:pt>
                <c:pt idx="69">
                  <c:v>11.9814354851794</c:v>
                </c:pt>
                <c:pt idx="70">
                  <c:v>11.9680794794224</c:v>
                </c:pt>
                <c:pt idx="71">
                  <c:v>11.960637122883799</c:v>
                </c:pt>
                <c:pt idx="72">
                  <c:v>11.9735413261395</c:v>
                </c:pt>
                <c:pt idx="73">
                  <c:v>11.9805726414408</c:v>
                </c:pt>
                <c:pt idx="74">
                  <c:v>12.019526036768401</c:v>
                </c:pt>
                <c:pt idx="75">
                  <c:v>12.079074339274401</c:v>
                </c:pt>
                <c:pt idx="76">
                  <c:v>12.105170394255699</c:v>
                </c:pt>
                <c:pt idx="77">
                  <c:v>12.1682856600289</c:v>
                </c:pt>
                <c:pt idx="78">
                  <c:v>12.0564492858042</c:v>
                </c:pt>
                <c:pt idx="79">
                  <c:v>12.159974181699299</c:v>
                </c:pt>
                <c:pt idx="80">
                  <c:v>11.9445898196609</c:v>
                </c:pt>
                <c:pt idx="81">
                  <c:v>11.906011472503399</c:v>
                </c:pt>
                <c:pt idx="82">
                  <c:v>11.9135310647365</c:v>
                </c:pt>
                <c:pt idx="83">
                  <c:v>11.8572423591404</c:v>
                </c:pt>
                <c:pt idx="84">
                  <c:v>11.913784985845799</c:v>
                </c:pt>
                <c:pt idx="85">
                  <c:v>11.942078018883</c:v>
                </c:pt>
                <c:pt idx="86">
                  <c:v>11.9323966181669</c:v>
                </c:pt>
                <c:pt idx="87">
                  <c:v>11.980359691553</c:v>
                </c:pt>
                <c:pt idx="88">
                  <c:v>11.999363256176901</c:v>
                </c:pt>
                <c:pt idx="89">
                  <c:v>11.9931662244786</c:v>
                </c:pt>
                <c:pt idx="90">
                  <c:v>11.908216021682399</c:v>
                </c:pt>
                <c:pt idx="91">
                  <c:v>11.884892293529299</c:v>
                </c:pt>
                <c:pt idx="92">
                  <c:v>11.9017854477949</c:v>
                </c:pt>
                <c:pt idx="93">
                  <c:v>12.0005696969422</c:v>
                </c:pt>
                <c:pt idx="94">
                  <c:v>12.3384509594715</c:v>
                </c:pt>
                <c:pt idx="95">
                  <c:v>12.3617938213367</c:v>
                </c:pt>
                <c:pt idx="96">
                  <c:v>12.433547835734601</c:v>
                </c:pt>
                <c:pt idx="97">
                  <c:v>12.591304305489</c:v>
                </c:pt>
                <c:pt idx="98">
                  <c:v>12.613303889412601</c:v>
                </c:pt>
                <c:pt idx="99">
                  <c:v>12.7238689573785</c:v>
                </c:pt>
                <c:pt idx="100">
                  <c:v>12.834407755253901</c:v>
                </c:pt>
                <c:pt idx="101">
                  <c:v>12.804089637406401</c:v>
                </c:pt>
                <c:pt idx="102">
                  <c:v>12.8193921725232</c:v>
                </c:pt>
                <c:pt idx="103">
                  <c:v>12.778948429807601</c:v>
                </c:pt>
                <c:pt idx="104">
                  <c:v>12.801361446983901</c:v>
                </c:pt>
                <c:pt idx="105">
                  <c:v>12.7926594813246</c:v>
                </c:pt>
                <c:pt idx="106">
                  <c:v>12.885785221944399</c:v>
                </c:pt>
                <c:pt idx="107">
                  <c:v>12.870994017489901</c:v>
                </c:pt>
                <c:pt idx="108">
                  <c:v>12.8413060179106</c:v>
                </c:pt>
                <c:pt idx="109">
                  <c:v>12.747979683742701</c:v>
                </c:pt>
                <c:pt idx="110">
                  <c:v>12.8830021951901</c:v>
                </c:pt>
                <c:pt idx="111">
                  <c:v>12.7733413026611</c:v>
                </c:pt>
                <c:pt idx="112">
                  <c:v>12.8605104936766</c:v>
                </c:pt>
                <c:pt idx="113">
                  <c:v>12.581831472881801</c:v>
                </c:pt>
                <c:pt idx="114">
                  <c:v>12.297638021568</c:v>
                </c:pt>
                <c:pt idx="115">
                  <c:v>12.1284809818849</c:v>
                </c:pt>
                <c:pt idx="116">
                  <c:v>12.080768222931001</c:v>
                </c:pt>
                <c:pt idx="117">
                  <c:v>11.9781501394719</c:v>
                </c:pt>
                <c:pt idx="118">
                  <c:v>11.932010541617201</c:v>
                </c:pt>
                <c:pt idx="119">
                  <c:v>11.901151978974299</c:v>
                </c:pt>
                <c:pt idx="120">
                  <c:v>11.8059225744044</c:v>
                </c:pt>
                <c:pt idx="121">
                  <c:v>11.8985782918518</c:v>
                </c:pt>
                <c:pt idx="122">
                  <c:v>11.7646414546266</c:v>
                </c:pt>
                <c:pt idx="123">
                  <c:v>11.7630624072826</c:v>
                </c:pt>
                <c:pt idx="124">
                  <c:v>11.753530917679001</c:v>
                </c:pt>
                <c:pt idx="125">
                  <c:v>11.6260754640508</c:v>
                </c:pt>
                <c:pt idx="126">
                  <c:v>11.6601681308439</c:v>
                </c:pt>
                <c:pt idx="127">
                  <c:v>11.6409671763746</c:v>
                </c:pt>
                <c:pt idx="128">
                  <c:v>11.681960732767999</c:v>
                </c:pt>
                <c:pt idx="129">
                  <c:v>11.734397345618699</c:v>
                </c:pt>
                <c:pt idx="130">
                  <c:v>11.691974837234801</c:v>
                </c:pt>
                <c:pt idx="131">
                  <c:v>11.5915889972496</c:v>
                </c:pt>
                <c:pt idx="132">
                  <c:v>11.567369516666668</c:v>
                </c:pt>
                <c:pt idx="133">
                  <c:v>11.718189749999999</c:v>
                </c:pt>
                <c:pt idx="134">
                  <c:v>11.541934449999999</c:v>
                </c:pt>
                <c:pt idx="135">
                  <c:v>11.610926064999999</c:v>
                </c:pt>
                <c:pt idx="136">
                  <c:v>11.564720598000001</c:v>
                </c:pt>
                <c:pt idx="137">
                  <c:v>11.578757272500001</c:v>
                </c:pt>
                <c:pt idx="138">
                  <c:v>11.519613179999999</c:v>
                </c:pt>
                <c:pt idx="139">
                  <c:v>11.483600495999999</c:v>
                </c:pt>
                <c:pt idx="140">
                  <c:v>11.498921187500001</c:v>
                </c:pt>
                <c:pt idx="141">
                  <c:v>11.4138296225</c:v>
                </c:pt>
                <c:pt idx="142">
                  <c:v>11.355506364</c:v>
                </c:pt>
                <c:pt idx="143">
                  <c:v>11.238548439999999</c:v>
                </c:pt>
                <c:pt idx="144">
                  <c:v>11.475924332500002</c:v>
                </c:pt>
                <c:pt idx="145">
                  <c:v>11.663269360000001</c:v>
                </c:pt>
                <c:pt idx="146">
                  <c:v>11.579522714999998</c:v>
                </c:pt>
                <c:pt idx="147">
                  <c:v>11.613232068000002</c:v>
                </c:pt>
                <c:pt idx="148">
                  <c:v>11.6769358575</c:v>
                </c:pt>
                <c:pt idx="149">
                  <c:v>11.681152106666666</c:v>
                </c:pt>
                <c:pt idx="150">
                  <c:v>11.703674747999999</c:v>
                </c:pt>
                <c:pt idx="151">
                  <c:v>11.642769727500001</c:v>
                </c:pt>
                <c:pt idx="152">
                  <c:v>11.485087612499999</c:v>
                </c:pt>
                <c:pt idx="153">
                  <c:v>11.452282661999998</c:v>
                </c:pt>
                <c:pt idx="154">
                  <c:v>11.391679589999999</c:v>
                </c:pt>
                <c:pt idx="155">
                  <c:v>11.328338649999999</c:v>
                </c:pt>
                <c:pt idx="156">
                  <c:v>11.3432321865617</c:v>
                </c:pt>
                <c:pt idx="157">
                  <c:v>10.8785714498089</c:v>
                </c:pt>
                <c:pt idx="158">
                  <c:v>10.6528115857086</c:v>
                </c:pt>
                <c:pt idx="159">
                  <c:v>10.726657941574</c:v>
                </c:pt>
                <c:pt idx="160">
                  <c:v>10.6918042137094</c:v>
                </c:pt>
                <c:pt idx="161">
                  <c:v>10.536318206009399</c:v>
                </c:pt>
                <c:pt idx="162">
                  <c:v>10.5403007919702</c:v>
                </c:pt>
                <c:pt idx="163">
                  <c:v>10.5077247595248</c:v>
                </c:pt>
                <c:pt idx="164">
                  <c:v>10.4575445219744</c:v>
                </c:pt>
                <c:pt idx="165">
                  <c:v>10.4580387356523</c:v>
                </c:pt>
                <c:pt idx="166">
                  <c:v>10.783993685917901</c:v>
                </c:pt>
                <c:pt idx="167">
                  <c:v>10.829497267344101</c:v>
                </c:pt>
                <c:pt idx="168">
                  <c:v>10.7142460919614</c:v>
                </c:pt>
                <c:pt idx="169">
                  <c:v>10.8364623421906</c:v>
                </c:pt>
                <c:pt idx="170">
                  <c:v>11.187416494994</c:v>
                </c:pt>
                <c:pt idx="171">
                  <c:v>11.647689781261599</c:v>
                </c:pt>
                <c:pt idx="172">
                  <c:v>12.1019958264678</c:v>
                </c:pt>
                <c:pt idx="173">
                  <c:v>12.372618962384999</c:v>
                </c:pt>
                <c:pt idx="174">
                  <c:v>12.6206030170211</c:v>
                </c:pt>
                <c:pt idx="175">
                  <c:v>13.509580698849501</c:v>
                </c:pt>
                <c:pt idx="176">
                  <c:v>14.3978715151634</c:v>
                </c:pt>
                <c:pt idx="177">
                  <c:v>15.351607845644599</c:v>
                </c:pt>
                <c:pt idx="178">
                  <c:v>15.607934958711301</c:v>
                </c:pt>
                <c:pt idx="179">
                  <c:v>15.7905114343862</c:v>
                </c:pt>
                <c:pt idx="180">
                  <c:v>16.584789874092099</c:v>
                </c:pt>
                <c:pt idx="181">
                  <c:v>16.5702790911294</c:v>
                </c:pt>
                <c:pt idx="182">
                  <c:v>15.8888176554722</c:v>
                </c:pt>
                <c:pt idx="183">
                  <c:v>15.4818435691534</c:v>
                </c:pt>
                <c:pt idx="184">
                  <c:v>15.0468214377129</c:v>
                </c:pt>
                <c:pt idx="185">
                  <c:v>15.035156088852901</c:v>
                </c:pt>
                <c:pt idx="186">
                  <c:v>15.020511072546499</c:v>
                </c:pt>
                <c:pt idx="187">
                  <c:v>14.8306695347017</c:v>
                </c:pt>
                <c:pt idx="188">
                  <c:v>14.5596032635386</c:v>
                </c:pt>
                <c:pt idx="189">
                  <c:v>14.702138297228499</c:v>
                </c:pt>
                <c:pt idx="190">
                  <c:v>14.4588864157817</c:v>
                </c:pt>
                <c:pt idx="191">
                  <c:v>14.312793348806</c:v>
                </c:pt>
                <c:pt idx="192">
                  <c:v>14.4857281805367</c:v>
                </c:pt>
                <c:pt idx="193">
                  <c:v>14.2635318386961</c:v>
                </c:pt>
                <c:pt idx="194">
                  <c:v>13.612924322056701</c:v>
                </c:pt>
                <c:pt idx="195">
                  <c:v>13.353094296494101</c:v>
                </c:pt>
                <c:pt idx="196">
                  <c:v>13.1670742562165</c:v>
                </c:pt>
                <c:pt idx="197">
                  <c:v>13.064674157962999</c:v>
                </c:pt>
                <c:pt idx="198">
                  <c:v>12.4347222974916</c:v>
                </c:pt>
                <c:pt idx="199">
                  <c:v>11.8195610679299</c:v>
                </c:pt>
                <c:pt idx="200">
                  <c:v>11.620284958529201</c:v>
                </c:pt>
                <c:pt idx="201">
                  <c:v>11.5147909840819</c:v>
                </c:pt>
                <c:pt idx="202">
                  <c:v>11.44</c:v>
                </c:pt>
                <c:pt idx="203">
                  <c:v>11.2274634694345</c:v>
                </c:pt>
                <c:pt idx="204">
                  <c:v>11.2010699232269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3-9D5C-4A2E-8999-CC4A8DFD4713}"/>
            </c:ext>
          </c:extLst>
        </c:ser>
        <c:ser>
          <c:idx val="6"/>
          <c:order val="3"/>
          <c:tx>
            <c:v>VIS (UVR)</c:v>
          </c:tx>
          <c:spPr>
            <a:ln w="28575" cap="rnd">
              <a:solidFill>
                <a:srgbClr val="0070C0">
                  <a:alpha val="80000"/>
                </a:srgbClr>
              </a:solidFill>
              <a:prstDash val="sysDash"/>
              <a:round/>
            </a:ln>
            <a:effectLst/>
          </c:spPr>
          <c:marker>
            <c:symbol val="none"/>
          </c:marker>
          <c:cat>
            <c:numRef>
              <c:f>'Tasas interés - Adquisición'!$A$74:$A$278</c:f>
              <c:numCache>
                <c:formatCode>mmm\-yy</c:formatCode>
                <c:ptCount val="205"/>
                <c:pt idx="0">
                  <c:v>39448</c:v>
                </c:pt>
                <c:pt idx="1">
                  <c:v>39479</c:v>
                </c:pt>
                <c:pt idx="2">
                  <c:v>39508</c:v>
                </c:pt>
                <c:pt idx="3">
                  <c:v>39539</c:v>
                </c:pt>
                <c:pt idx="4">
                  <c:v>39569</c:v>
                </c:pt>
                <c:pt idx="5">
                  <c:v>39600</c:v>
                </c:pt>
                <c:pt idx="6">
                  <c:v>39630</c:v>
                </c:pt>
                <c:pt idx="7">
                  <c:v>39661</c:v>
                </c:pt>
                <c:pt idx="8">
                  <c:v>39692</c:v>
                </c:pt>
                <c:pt idx="9">
                  <c:v>39722</c:v>
                </c:pt>
                <c:pt idx="10">
                  <c:v>39753</c:v>
                </c:pt>
                <c:pt idx="11">
                  <c:v>39783</c:v>
                </c:pt>
                <c:pt idx="12">
                  <c:v>39814</c:v>
                </c:pt>
                <c:pt idx="13">
                  <c:v>39845</c:v>
                </c:pt>
                <c:pt idx="14">
                  <c:v>39873</c:v>
                </c:pt>
                <c:pt idx="15">
                  <c:v>39904</c:v>
                </c:pt>
                <c:pt idx="16">
                  <c:v>39934</c:v>
                </c:pt>
                <c:pt idx="17">
                  <c:v>39965</c:v>
                </c:pt>
                <c:pt idx="18">
                  <c:v>39995</c:v>
                </c:pt>
                <c:pt idx="19">
                  <c:v>40026</c:v>
                </c:pt>
                <c:pt idx="20">
                  <c:v>40057</c:v>
                </c:pt>
                <c:pt idx="21">
                  <c:v>40087</c:v>
                </c:pt>
                <c:pt idx="22">
                  <c:v>40118</c:v>
                </c:pt>
                <c:pt idx="23">
                  <c:v>40148</c:v>
                </c:pt>
                <c:pt idx="24">
                  <c:v>40179</c:v>
                </c:pt>
                <c:pt idx="25">
                  <c:v>40210</c:v>
                </c:pt>
                <c:pt idx="26">
                  <c:v>40238</c:v>
                </c:pt>
                <c:pt idx="27">
                  <c:v>40269</c:v>
                </c:pt>
                <c:pt idx="28">
                  <c:v>40299</c:v>
                </c:pt>
                <c:pt idx="29">
                  <c:v>40330</c:v>
                </c:pt>
                <c:pt idx="30">
                  <c:v>40360</c:v>
                </c:pt>
                <c:pt idx="31">
                  <c:v>40391</c:v>
                </c:pt>
                <c:pt idx="32">
                  <c:v>40422</c:v>
                </c:pt>
                <c:pt idx="33">
                  <c:v>40452</c:v>
                </c:pt>
                <c:pt idx="34">
                  <c:v>40483</c:v>
                </c:pt>
                <c:pt idx="35">
                  <c:v>40513</c:v>
                </c:pt>
                <c:pt idx="36">
                  <c:v>40544</c:v>
                </c:pt>
                <c:pt idx="37">
                  <c:v>40575</c:v>
                </c:pt>
                <c:pt idx="38">
                  <c:v>40603</c:v>
                </c:pt>
                <c:pt idx="39">
                  <c:v>40634</c:v>
                </c:pt>
                <c:pt idx="40">
                  <c:v>40664</c:v>
                </c:pt>
                <c:pt idx="41">
                  <c:v>40695</c:v>
                </c:pt>
                <c:pt idx="42">
                  <c:v>40725</c:v>
                </c:pt>
                <c:pt idx="43">
                  <c:v>40756</c:v>
                </c:pt>
                <c:pt idx="44">
                  <c:v>40787</c:v>
                </c:pt>
                <c:pt idx="45">
                  <c:v>40817</c:v>
                </c:pt>
                <c:pt idx="46">
                  <c:v>40848</c:v>
                </c:pt>
                <c:pt idx="47">
                  <c:v>40878</c:v>
                </c:pt>
                <c:pt idx="48">
                  <c:v>40909</c:v>
                </c:pt>
                <c:pt idx="49">
                  <c:v>40940</c:v>
                </c:pt>
                <c:pt idx="50">
                  <c:v>40969</c:v>
                </c:pt>
                <c:pt idx="51">
                  <c:v>41000</c:v>
                </c:pt>
                <c:pt idx="52">
                  <c:v>41030</c:v>
                </c:pt>
                <c:pt idx="53">
                  <c:v>41061</c:v>
                </c:pt>
                <c:pt idx="54">
                  <c:v>41091</c:v>
                </c:pt>
                <c:pt idx="55">
                  <c:v>41122</c:v>
                </c:pt>
                <c:pt idx="56">
                  <c:v>41153</c:v>
                </c:pt>
                <c:pt idx="57">
                  <c:v>41183</c:v>
                </c:pt>
                <c:pt idx="58">
                  <c:v>41214</c:v>
                </c:pt>
                <c:pt idx="59">
                  <c:v>41244</c:v>
                </c:pt>
                <c:pt idx="60">
                  <c:v>41275</c:v>
                </c:pt>
                <c:pt idx="61">
                  <c:v>41306</c:v>
                </c:pt>
                <c:pt idx="62">
                  <c:v>41334</c:v>
                </c:pt>
                <c:pt idx="63">
                  <c:v>41365</c:v>
                </c:pt>
                <c:pt idx="64">
                  <c:v>41395</c:v>
                </c:pt>
                <c:pt idx="65">
                  <c:v>41426</c:v>
                </c:pt>
                <c:pt idx="66">
                  <c:v>41456</c:v>
                </c:pt>
                <c:pt idx="67">
                  <c:v>41487</c:v>
                </c:pt>
                <c:pt idx="68">
                  <c:v>41518</c:v>
                </c:pt>
                <c:pt idx="69">
                  <c:v>41548</c:v>
                </c:pt>
                <c:pt idx="70">
                  <c:v>41579</c:v>
                </c:pt>
                <c:pt idx="71">
                  <c:v>41609</c:v>
                </c:pt>
                <c:pt idx="72">
                  <c:v>41640</c:v>
                </c:pt>
                <c:pt idx="73">
                  <c:v>41671</c:v>
                </c:pt>
                <c:pt idx="74">
                  <c:v>41699</c:v>
                </c:pt>
                <c:pt idx="75">
                  <c:v>41730</c:v>
                </c:pt>
                <c:pt idx="76">
                  <c:v>41760</c:v>
                </c:pt>
                <c:pt idx="77">
                  <c:v>41791</c:v>
                </c:pt>
                <c:pt idx="78">
                  <c:v>41821</c:v>
                </c:pt>
                <c:pt idx="79">
                  <c:v>41852</c:v>
                </c:pt>
                <c:pt idx="80">
                  <c:v>41883</c:v>
                </c:pt>
                <c:pt idx="81">
                  <c:v>41913</c:v>
                </c:pt>
                <c:pt idx="82">
                  <c:v>41944</c:v>
                </c:pt>
                <c:pt idx="83">
                  <c:v>41974</c:v>
                </c:pt>
                <c:pt idx="84">
                  <c:v>42005</c:v>
                </c:pt>
                <c:pt idx="85">
                  <c:v>42036</c:v>
                </c:pt>
                <c:pt idx="86">
                  <c:v>42064</c:v>
                </c:pt>
                <c:pt idx="87">
                  <c:v>42095</c:v>
                </c:pt>
                <c:pt idx="88">
                  <c:v>42125</c:v>
                </c:pt>
                <c:pt idx="89">
                  <c:v>42156</c:v>
                </c:pt>
                <c:pt idx="90">
                  <c:v>42186</c:v>
                </c:pt>
                <c:pt idx="91">
                  <c:v>42217</c:v>
                </c:pt>
                <c:pt idx="92">
                  <c:v>42248</c:v>
                </c:pt>
                <c:pt idx="93">
                  <c:v>42278</c:v>
                </c:pt>
                <c:pt idx="94">
                  <c:v>42309</c:v>
                </c:pt>
                <c:pt idx="95">
                  <c:v>42339</c:v>
                </c:pt>
                <c:pt idx="96">
                  <c:v>42370</c:v>
                </c:pt>
                <c:pt idx="97">
                  <c:v>42401</c:v>
                </c:pt>
                <c:pt idx="98">
                  <c:v>42430</c:v>
                </c:pt>
                <c:pt idx="99">
                  <c:v>42461</c:v>
                </c:pt>
                <c:pt idx="100">
                  <c:v>42491</c:v>
                </c:pt>
                <c:pt idx="101">
                  <c:v>42522</c:v>
                </c:pt>
                <c:pt idx="102">
                  <c:v>42552</c:v>
                </c:pt>
                <c:pt idx="103">
                  <c:v>42583</c:v>
                </c:pt>
                <c:pt idx="104">
                  <c:v>42614</c:v>
                </c:pt>
                <c:pt idx="105">
                  <c:v>42644</c:v>
                </c:pt>
                <c:pt idx="106">
                  <c:v>42675</c:v>
                </c:pt>
                <c:pt idx="107">
                  <c:v>42705</c:v>
                </c:pt>
                <c:pt idx="108">
                  <c:v>42736</c:v>
                </c:pt>
                <c:pt idx="109">
                  <c:v>42767</c:v>
                </c:pt>
                <c:pt idx="110">
                  <c:v>42795</c:v>
                </c:pt>
                <c:pt idx="111">
                  <c:v>42826</c:v>
                </c:pt>
                <c:pt idx="112">
                  <c:v>42856</c:v>
                </c:pt>
                <c:pt idx="113">
                  <c:v>42887</c:v>
                </c:pt>
                <c:pt idx="114">
                  <c:v>42917</c:v>
                </c:pt>
                <c:pt idx="115">
                  <c:v>42948</c:v>
                </c:pt>
                <c:pt idx="116">
                  <c:v>42979</c:v>
                </c:pt>
                <c:pt idx="117">
                  <c:v>43009</c:v>
                </c:pt>
                <c:pt idx="118">
                  <c:v>43040</c:v>
                </c:pt>
                <c:pt idx="119">
                  <c:v>43070</c:v>
                </c:pt>
                <c:pt idx="120">
                  <c:v>43101</c:v>
                </c:pt>
                <c:pt idx="121">
                  <c:v>43132</c:v>
                </c:pt>
                <c:pt idx="122">
                  <c:v>43160</c:v>
                </c:pt>
                <c:pt idx="123">
                  <c:v>43191</c:v>
                </c:pt>
                <c:pt idx="124">
                  <c:v>43221</c:v>
                </c:pt>
                <c:pt idx="125">
                  <c:v>43252</c:v>
                </c:pt>
                <c:pt idx="126">
                  <c:v>43282</c:v>
                </c:pt>
                <c:pt idx="127">
                  <c:v>43313</c:v>
                </c:pt>
                <c:pt idx="128">
                  <c:v>43344</c:v>
                </c:pt>
                <c:pt idx="129">
                  <c:v>43374</c:v>
                </c:pt>
                <c:pt idx="130">
                  <c:v>43405</c:v>
                </c:pt>
                <c:pt idx="131">
                  <c:v>43435</c:v>
                </c:pt>
                <c:pt idx="132">
                  <c:v>43466</c:v>
                </c:pt>
                <c:pt idx="133">
                  <c:v>43497</c:v>
                </c:pt>
                <c:pt idx="134">
                  <c:v>43525</c:v>
                </c:pt>
                <c:pt idx="135">
                  <c:v>43556</c:v>
                </c:pt>
                <c:pt idx="136">
                  <c:v>43586</c:v>
                </c:pt>
                <c:pt idx="137">
                  <c:v>43617</c:v>
                </c:pt>
                <c:pt idx="138">
                  <c:v>43647</c:v>
                </c:pt>
                <c:pt idx="139">
                  <c:v>43678</c:v>
                </c:pt>
                <c:pt idx="140">
                  <c:v>43709</c:v>
                </c:pt>
                <c:pt idx="141">
                  <c:v>43739</c:v>
                </c:pt>
                <c:pt idx="142">
                  <c:v>43770</c:v>
                </c:pt>
                <c:pt idx="143">
                  <c:v>43800</c:v>
                </c:pt>
                <c:pt idx="144">
                  <c:v>43831</c:v>
                </c:pt>
                <c:pt idx="145">
                  <c:v>43862</c:v>
                </c:pt>
                <c:pt idx="146">
                  <c:v>43891</c:v>
                </c:pt>
                <c:pt idx="147">
                  <c:v>43922</c:v>
                </c:pt>
                <c:pt idx="148">
                  <c:v>43952</c:v>
                </c:pt>
                <c:pt idx="149">
                  <c:v>43983</c:v>
                </c:pt>
                <c:pt idx="150">
                  <c:v>44013</c:v>
                </c:pt>
                <c:pt idx="151">
                  <c:v>44044</c:v>
                </c:pt>
                <c:pt idx="152">
                  <c:v>44075</c:v>
                </c:pt>
                <c:pt idx="153">
                  <c:v>44105</c:v>
                </c:pt>
                <c:pt idx="154">
                  <c:v>44136</c:v>
                </c:pt>
                <c:pt idx="155">
                  <c:v>44166</c:v>
                </c:pt>
                <c:pt idx="156">
                  <c:v>44197</c:v>
                </c:pt>
                <c:pt idx="157">
                  <c:v>44228</c:v>
                </c:pt>
                <c:pt idx="158">
                  <c:v>44256</c:v>
                </c:pt>
                <c:pt idx="159">
                  <c:v>44287</c:v>
                </c:pt>
                <c:pt idx="160">
                  <c:v>44317</c:v>
                </c:pt>
                <c:pt idx="161">
                  <c:v>44348</c:v>
                </c:pt>
                <c:pt idx="162">
                  <c:v>44378</c:v>
                </c:pt>
                <c:pt idx="163">
                  <c:v>44409</c:v>
                </c:pt>
                <c:pt idx="164">
                  <c:v>44440</c:v>
                </c:pt>
                <c:pt idx="165">
                  <c:v>44470</c:v>
                </c:pt>
                <c:pt idx="166">
                  <c:v>44501</c:v>
                </c:pt>
                <c:pt idx="167">
                  <c:v>44531</c:v>
                </c:pt>
                <c:pt idx="168">
                  <c:v>44562</c:v>
                </c:pt>
                <c:pt idx="169">
                  <c:v>44593</c:v>
                </c:pt>
                <c:pt idx="170">
                  <c:v>44621</c:v>
                </c:pt>
                <c:pt idx="171">
                  <c:v>44652</c:v>
                </c:pt>
                <c:pt idx="172">
                  <c:v>44682</c:v>
                </c:pt>
                <c:pt idx="173">
                  <c:v>44713</c:v>
                </c:pt>
                <c:pt idx="174">
                  <c:v>44743</c:v>
                </c:pt>
                <c:pt idx="175">
                  <c:v>44774</c:v>
                </c:pt>
                <c:pt idx="176">
                  <c:v>44805</c:v>
                </c:pt>
                <c:pt idx="177">
                  <c:v>44835</c:v>
                </c:pt>
                <c:pt idx="178">
                  <c:v>44866</c:v>
                </c:pt>
                <c:pt idx="179">
                  <c:v>44896</c:v>
                </c:pt>
                <c:pt idx="180">
                  <c:v>44927</c:v>
                </c:pt>
                <c:pt idx="181">
                  <c:v>44958</c:v>
                </c:pt>
                <c:pt idx="182">
                  <c:v>44986</c:v>
                </c:pt>
                <c:pt idx="183">
                  <c:v>45017</c:v>
                </c:pt>
                <c:pt idx="184">
                  <c:v>45047</c:v>
                </c:pt>
                <c:pt idx="185">
                  <c:v>45078</c:v>
                </c:pt>
                <c:pt idx="186">
                  <c:v>45108</c:v>
                </c:pt>
                <c:pt idx="187">
                  <c:v>45139</c:v>
                </c:pt>
                <c:pt idx="188">
                  <c:v>45170</c:v>
                </c:pt>
                <c:pt idx="189">
                  <c:v>45200</c:v>
                </c:pt>
                <c:pt idx="190">
                  <c:v>45231</c:v>
                </c:pt>
                <c:pt idx="191">
                  <c:v>45261</c:v>
                </c:pt>
                <c:pt idx="192">
                  <c:v>45292</c:v>
                </c:pt>
                <c:pt idx="193">
                  <c:v>45323</c:v>
                </c:pt>
                <c:pt idx="194">
                  <c:v>45352</c:v>
                </c:pt>
                <c:pt idx="195">
                  <c:v>45383</c:v>
                </c:pt>
                <c:pt idx="196">
                  <c:v>45413</c:v>
                </c:pt>
                <c:pt idx="197">
                  <c:v>45444</c:v>
                </c:pt>
                <c:pt idx="198">
                  <c:v>45474</c:v>
                </c:pt>
                <c:pt idx="199">
                  <c:v>45505</c:v>
                </c:pt>
                <c:pt idx="200">
                  <c:v>45536</c:v>
                </c:pt>
                <c:pt idx="201">
                  <c:v>45566</c:v>
                </c:pt>
                <c:pt idx="202">
                  <c:v>45597</c:v>
                </c:pt>
                <c:pt idx="203">
                  <c:v>45627</c:v>
                </c:pt>
                <c:pt idx="204">
                  <c:v>45658</c:v>
                </c:pt>
              </c:numCache>
              <c:extLst xmlns:c15="http://schemas.microsoft.com/office/drawing/2012/chart"/>
            </c:numRef>
          </c:cat>
          <c:val>
            <c:numRef>
              <c:f>'Tasas interés - Adquisición'!$H$74:$H$278</c:f>
              <c:numCache>
                <c:formatCode>_(* #.##000_);_(* \(#.##000\);_(* "-"??_);_(@_)</c:formatCode>
                <c:ptCount val="205"/>
                <c:pt idx="0">
                  <c:v>10.462492772499999</c:v>
                </c:pt>
                <c:pt idx="1">
                  <c:v>10.571916746000001</c:v>
                </c:pt>
                <c:pt idx="2">
                  <c:v>10.4854208275</c:v>
                </c:pt>
                <c:pt idx="3">
                  <c:v>10.455334387500001</c:v>
                </c:pt>
                <c:pt idx="4">
                  <c:v>10.532064749999998</c:v>
                </c:pt>
                <c:pt idx="5">
                  <c:v>10.609009994999999</c:v>
                </c:pt>
                <c:pt idx="6">
                  <c:v>10.638329830000002</c:v>
                </c:pt>
                <c:pt idx="7">
                  <c:v>10.653392089999999</c:v>
                </c:pt>
                <c:pt idx="8">
                  <c:v>10.840717897500001</c:v>
                </c:pt>
                <c:pt idx="9">
                  <c:v>10.87485101</c:v>
                </c:pt>
                <c:pt idx="10">
                  <c:v>10.842466589999999</c:v>
                </c:pt>
                <c:pt idx="11">
                  <c:v>10.777946547500001</c:v>
                </c:pt>
                <c:pt idx="12">
                  <c:v>10.841875127999998</c:v>
                </c:pt>
                <c:pt idx="13">
                  <c:v>10.619043132500002</c:v>
                </c:pt>
                <c:pt idx="14">
                  <c:v>10.575742460000001</c:v>
                </c:pt>
                <c:pt idx="15">
                  <c:v>10.656135452499999</c:v>
                </c:pt>
                <c:pt idx="16">
                  <c:v>10.615383672</c:v>
                </c:pt>
                <c:pt idx="17">
                  <c:v>10.625275437500001</c:v>
                </c:pt>
                <c:pt idx="18">
                  <c:v>10.668507643999998</c:v>
                </c:pt>
                <c:pt idx="19">
                  <c:v>10.6825865775</c:v>
                </c:pt>
                <c:pt idx="20">
                  <c:v>10.656203965</c:v>
                </c:pt>
                <c:pt idx="21">
                  <c:v>10.622979974</c:v>
                </c:pt>
                <c:pt idx="22">
                  <c:v>10.571013262499999</c:v>
                </c:pt>
                <c:pt idx="23">
                  <c:v>10.5161801625</c:v>
                </c:pt>
                <c:pt idx="24">
                  <c:v>10.493928071999999</c:v>
                </c:pt>
                <c:pt idx="25">
                  <c:v>10.481978665</c:v>
                </c:pt>
                <c:pt idx="26">
                  <c:v>10.526814965</c:v>
                </c:pt>
                <c:pt idx="27">
                  <c:v>10.514399894</c:v>
                </c:pt>
                <c:pt idx="28">
                  <c:v>10.497475737499999</c:v>
                </c:pt>
                <c:pt idx="29">
                  <c:v>7.9379332924999986</c:v>
                </c:pt>
                <c:pt idx="30">
                  <c:v>8.2114452940000007</c:v>
                </c:pt>
                <c:pt idx="31">
                  <c:v>7.8206790075000008</c:v>
                </c:pt>
                <c:pt idx="32">
                  <c:v>7.5987743400000003</c:v>
                </c:pt>
                <c:pt idx="33">
                  <c:v>7.9436274720000002</c:v>
                </c:pt>
                <c:pt idx="34">
                  <c:v>7.5579922125000003</c:v>
                </c:pt>
                <c:pt idx="35">
                  <c:v>8.008669416</c:v>
                </c:pt>
                <c:pt idx="36">
                  <c:v>8.4740718024999993</c:v>
                </c:pt>
                <c:pt idx="37">
                  <c:v>8.5227925575000008</c:v>
                </c:pt>
                <c:pt idx="38">
                  <c:v>8.4880193575000007</c:v>
                </c:pt>
                <c:pt idx="39">
                  <c:v>8.6562740340000008</c:v>
                </c:pt>
                <c:pt idx="40">
                  <c:v>8.1654344850000005</c:v>
                </c:pt>
                <c:pt idx="41">
                  <c:v>7.8962232324999988</c:v>
                </c:pt>
                <c:pt idx="42">
                  <c:v>7.7555101833333335</c:v>
                </c:pt>
                <c:pt idx="43">
                  <c:v>7.5731526649999994</c:v>
                </c:pt>
                <c:pt idx="44">
                  <c:v>8.1240424179999984</c:v>
                </c:pt>
                <c:pt idx="45">
                  <c:v>8.017064079999999</c:v>
                </c:pt>
                <c:pt idx="46">
                  <c:v>8.2690139249999994</c:v>
                </c:pt>
                <c:pt idx="47">
                  <c:v>8.4336356819999985</c:v>
                </c:pt>
                <c:pt idx="48">
                  <c:v>8.9426366950000009</c:v>
                </c:pt>
                <c:pt idx="49">
                  <c:v>8.2129980499999995</c:v>
                </c:pt>
                <c:pt idx="50">
                  <c:v>8.3121519960000008</c:v>
                </c:pt>
                <c:pt idx="51">
                  <c:v>8.5680852474999991</c:v>
                </c:pt>
                <c:pt idx="52">
                  <c:v>8.5795552500000003</c:v>
                </c:pt>
                <c:pt idx="53">
                  <c:v>8.2119944679999985</c:v>
                </c:pt>
                <c:pt idx="54">
                  <c:v>8.5687444175000014</c:v>
                </c:pt>
                <c:pt idx="55">
                  <c:v>8.8854525880000015</c:v>
                </c:pt>
                <c:pt idx="56">
                  <c:v>9.0189899525000001</c:v>
                </c:pt>
                <c:pt idx="57">
                  <c:v>8.7867436800000007</c:v>
                </c:pt>
                <c:pt idx="58">
                  <c:v>8.489813461999999</c:v>
                </c:pt>
                <c:pt idx="59">
                  <c:v>8.8415198574999998</c:v>
                </c:pt>
                <c:pt idx="60">
                  <c:v>9.1641747675000005</c:v>
                </c:pt>
                <c:pt idx="61">
                  <c:v>8.6668692674999992</c:v>
                </c:pt>
                <c:pt idx="62">
                  <c:v>9.1621415959999997</c:v>
                </c:pt>
                <c:pt idx="63">
                  <c:v>8.4086474025000015</c:v>
                </c:pt>
                <c:pt idx="64">
                  <c:v>8.3279222500000003</c:v>
                </c:pt>
                <c:pt idx="65">
                  <c:v>8.2907888799999991</c:v>
                </c:pt>
                <c:pt idx="66">
                  <c:v>8.2420634499999998</c:v>
                </c:pt>
                <c:pt idx="67">
                  <c:v>8.6197591280000001</c:v>
                </c:pt>
                <c:pt idx="68">
                  <c:v>8.7372790125000002</c:v>
                </c:pt>
                <c:pt idx="69">
                  <c:v>9.0810845574999988</c:v>
                </c:pt>
                <c:pt idx="70">
                  <c:v>9.062463730000001</c:v>
                </c:pt>
                <c:pt idx="71">
                  <c:v>8.9823520600000002</c:v>
                </c:pt>
                <c:pt idx="72">
                  <c:v>9.4623652640000007</c:v>
                </c:pt>
                <c:pt idx="73">
                  <c:v>9.0545765350000007</c:v>
                </c:pt>
                <c:pt idx="74">
                  <c:v>8.9093506524999988</c:v>
                </c:pt>
                <c:pt idx="75">
                  <c:v>9.2950982899999985</c:v>
                </c:pt>
                <c:pt idx="76">
                  <c:v>9.2116377519999997</c:v>
                </c:pt>
                <c:pt idx="77">
                  <c:v>8.8744450424999997</c:v>
                </c:pt>
                <c:pt idx="78">
                  <c:v>8.5522454400000001</c:v>
                </c:pt>
                <c:pt idx="79">
                  <c:v>8.5973759999999988</c:v>
                </c:pt>
                <c:pt idx="80">
                  <c:v>8.4521509949999984</c:v>
                </c:pt>
                <c:pt idx="81">
                  <c:v>8.6725368700000001</c:v>
                </c:pt>
                <c:pt idx="82">
                  <c:v>8.7133111050000007</c:v>
                </c:pt>
                <c:pt idx="83">
                  <c:v>8.8656462324999996</c:v>
                </c:pt>
                <c:pt idx="84">
                  <c:v>8.7927354659999999</c:v>
                </c:pt>
                <c:pt idx="85">
                  <c:v>8.5877021224999996</c:v>
                </c:pt>
                <c:pt idx="86">
                  <c:v>8.5146105349999992</c:v>
                </c:pt>
                <c:pt idx="87">
                  <c:v>8.7146325475000008</c:v>
                </c:pt>
                <c:pt idx="88">
                  <c:v>8.6958924359999994</c:v>
                </c:pt>
                <c:pt idx="89">
                  <c:v>8.5622964325000002</c:v>
                </c:pt>
                <c:pt idx="90">
                  <c:v>8.8328295899999993</c:v>
                </c:pt>
                <c:pt idx="91">
                  <c:v>8.9175990600000006</c:v>
                </c:pt>
                <c:pt idx="92">
                  <c:v>8.6488103699999979</c:v>
                </c:pt>
                <c:pt idx="93">
                  <c:v>8.8345177199999991</c:v>
                </c:pt>
                <c:pt idx="94">
                  <c:v>9.0000567400000016</c:v>
                </c:pt>
                <c:pt idx="95">
                  <c:v>8.9256886220000009</c:v>
                </c:pt>
                <c:pt idx="96">
                  <c:v>8.4977095424999991</c:v>
                </c:pt>
                <c:pt idx="97">
                  <c:v>9.0529431599999981</c:v>
                </c:pt>
                <c:pt idx="98">
                  <c:v>8.9230358819999989</c:v>
                </c:pt>
                <c:pt idx="99">
                  <c:v>8.9746717574999995</c:v>
                </c:pt>
                <c:pt idx="100">
                  <c:v>8.897544872500001</c:v>
                </c:pt>
                <c:pt idx="101">
                  <c:v>8.7393169059999991</c:v>
                </c:pt>
                <c:pt idx="102">
                  <c:v>8.9949697925000009</c:v>
                </c:pt>
                <c:pt idx="103">
                  <c:v>8.8197757350000003</c:v>
                </c:pt>
                <c:pt idx="104">
                  <c:v>8.7047839880000009</c:v>
                </c:pt>
                <c:pt idx="105">
                  <c:v>8.5825961724999988</c:v>
                </c:pt>
                <c:pt idx="106">
                  <c:v>8.8898863874999989</c:v>
                </c:pt>
                <c:pt idx="107">
                  <c:v>8.8256042839999989</c:v>
                </c:pt>
                <c:pt idx="108">
                  <c:v>8.3323478274999996</c:v>
                </c:pt>
                <c:pt idx="109">
                  <c:v>8.1266647825000007</c:v>
                </c:pt>
                <c:pt idx="110">
                  <c:v>8.637376948</c:v>
                </c:pt>
                <c:pt idx="111">
                  <c:v>8.2919440474999995</c:v>
                </c:pt>
                <c:pt idx="112">
                  <c:v>8.5304865500000009</c:v>
                </c:pt>
                <c:pt idx="113">
                  <c:v>8.2626375299999992</c:v>
                </c:pt>
                <c:pt idx="114">
                  <c:v>8.0631180874999995</c:v>
                </c:pt>
                <c:pt idx="115">
                  <c:v>8.0382028175000002</c:v>
                </c:pt>
                <c:pt idx="116">
                  <c:v>8.17680601</c:v>
                </c:pt>
                <c:pt idx="117">
                  <c:v>8.1989341599999985</c:v>
                </c:pt>
                <c:pt idx="118">
                  <c:v>8.156211472499999</c:v>
                </c:pt>
                <c:pt idx="119">
                  <c:v>8.2193516639999995</c:v>
                </c:pt>
                <c:pt idx="120">
                  <c:v>7.9822746650000003</c:v>
                </c:pt>
                <c:pt idx="121">
                  <c:v>8.1173294350000003</c:v>
                </c:pt>
                <c:pt idx="122">
                  <c:v>7.6910092439999991</c:v>
                </c:pt>
                <c:pt idx="123">
                  <c:v>7.7593685274999995</c:v>
                </c:pt>
                <c:pt idx="124">
                  <c:v>7.7538475550000001</c:v>
                </c:pt>
                <c:pt idx="125">
                  <c:v>7.8060864160000003</c:v>
                </c:pt>
                <c:pt idx="126">
                  <c:v>7.9298973949999993</c:v>
                </c:pt>
                <c:pt idx="127">
                  <c:v>7.6097857839999987</c:v>
                </c:pt>
                <c:pt idx="128">
                  <c:v>7.8185645825000014</c:v>
                </c:pt>
                <c:pt idx="129">
                  <c:v>7.8366288099999997</c:v>
                </c:pt>
                <c:pt idx="130">
                  <c:v>7.7399669300000005</c:v>
                </c:pt>
                <c:pt idx="131">
                  <c:v>7.6468675125000001</c:v>
                </c:pt>
                <c:pt idx="132">
                  <c:v>8.0044277116666667</c:v>
                </c:pt>
                <c:pt idx="133">
                  <c:v>8.1995185374999995</c:v>
                </c:pt>
                <c:pt idx="134">
                  <c:v>7.5016115159999996</c:v>
                </c:pt>
                <c:pt idx="135">
                  <c:v>7.8288568325000005</c:v>
                </c:pt>
                <c:pt idx="136">
                  <c:v>7.8431200620000006</c:v>
                </c:pt>
                <c:pt idx="137">
                  <c:v>7.7796651374999994</c:v>
                </c:pt>
                <c:pt idx="138">
                  <c:v>7.5990310539999992</c:v>
                </c:pt>
                <c:pt idx="139">
                  <c:v>7.6623865479999997</c:v>
                </c:pt>
                <c:pt idx="140">
                  <c:v>7.7746146300000003</c:v>
                </c:pt>
                <c:pt idx="141">
                  <c:v>7.6593767574999996</c:v>
                </c:pt>
                <c:pt idx="142">
                  <c:v>7.8649927179999999</c:v>
                </c:pt>
                <c:pt idx="143">
                  <c:v>7.248107096</c:v>
                </c:pt>
                <c:pt idx="144">
                  <c:v>7.5819620475000002</c:v>
                </c:pt>
                <c:pt idx="145">
                  <c:v>8.1717279475000009</c:v>
                </c:pt>
                <c:pt idx="146">
                  <c:v>7.9280331250000007</c:v>
                </c:pt>
                <c:pt idx="147">
                  <c:v>8.0211435919999996</c:v>
                </c:pt>
                <c:pt idx="148">
                  <c:v>8.587347874999999</c:v>
                </c:pt>
                <c:pt idx="149">
                  <c:v>8.497300263333333</c:v>
                </c:pt>
                <c:pt idx="150">
                  <c:v>8.3637177680000008</c:v>
                </c:pt>
                <c:pt idx="151">
                  <c:v>8.4761466275000004</c:v>
                </c:pt>
                <c:pt idx="152">
                  <c:v>8.4617229674999983</c:v>
                </c:pt>
                <c:pt idx="153">
                  <c:v>8.4303278759999998</c:v>
                </c:pt>
                <c:pt idx="154">
                  <c:v>8.5127990900000015</c:v>
                </c:pt>
                <c:pt idx="155">
                  <c:v>8.5748720049999996</c:v>
                </c:pt>
                <c:pt idx="156">
                  <c:v>8.4420321131055491</c:v>
                </c:pt>
                <c:pt idx="157">
                  <c:v>8.2351737797142803</c:v>
                </c:pt>
                <c:pt idx="158">
                  <c:v>8.19879208541529</c:v>
                </c:pt>
                <c:pt idx="159">
                  <c:v>8.1898083877782906</c:v>
                </c:pt>
                <c:pt idx="160">
                  <c:v>8.1722397241567499</c:v>
                </c:pt>
                <c:pt idx="161">
                  <c:v>7.9243841273140294</c:v>
                </c:pt>
                <c:pt idx="162">
                  <c:v>7.9680397286516911</c:v>
                </c:pt>
                <c:pt idx="163">
                  <c:v>7.9638650869920804</c:v>
                </c:pt>
                <c:pt idx="164">
                  <c:v>7.89576831605957</c:v>
                </c:pt>
                <c:pt idx="165">
                  <c:v>7.9092578897065797</c:v>
                </c:pt>
                <c:pt idx="166">
                  <c:v>8.2895332564007695</c:v>
                </c:pt>
                <c:pt idx="167">
                  <c:v>8.2767851639158998</c:v>
                </c:pt>
                <c:pt idx="168">
                  <c:v>8.0902936216038306</c:v>
                </c:pt>
                <c:pt idx="169">
                  <c:v>8.0121107193827807</c:v>
                </c:pt>
                <c:pt idx="170">
                  <c:v>8.2183098751095098</c:v>
                </c:pt>
                <c:pt idx="171">
                  <c:v>8.1478222435281502</c:v>
                </c:pt>
                <c:pt idx="172">
                  <c:v>8.1855224303536893</c:v>
                </c:pt>
                <c:pt idx="173">
                  <c:v>8.1571011463476193</c:v>
                </c:pt>
                <c:pt idx="174">
                  <c:v>14.9016890653232</c:v>
                </c:pt>
                <c:pt idx="175">
                  <c:v>15.995848576427599</c:v>
                </c:pt>
                <c:pt idx="176">
                  <c:v>16.509616288333902</c:v>
                </c:pt>
                <c:pt idx="177">
                  <c:v>19.5382240773374</c:v>
                </c:pt>
                <c:pt idx="178">
                  <c:v>19.4843438354198</c:v>
                </c:pt>
                <c:pt idx="179">
                  <c:v>19.460923211598399</c:v>
                </c:pt>
                <c:pt idx="180">
                  <c:v>20.403766434453598</c:v>
                </c:pt>
                <c:pt idx="181">
                  <c:v>20.579697328883501</c:v>
                </c:pt>
                <c:pt idx="182">
                  <c:v>20.406749642450499</c:v>
                </c:pt>
                <c:pt idx="183">
                  <c:v>21.061218059315301</c:v>
                </c:pt>
                <c:pt idx="184">
                  <c:v>21.602864284629</c:v>
                </c:pt>
                <c:pt idx="185">
                  <c:v>20.227458771280499</c:v>
                </c:pt>
                <c:pt idx="186">
                  <c:v>20.447271851418101</c:v>
                </c:pt>
                <c:pt idx="187">
                  <c:v>19.838681944304302</c:v>
                </c:pt>
                <c:pt idx="188">
                  <c:v>19</c:v>
                </c:pt>
                <c:pt idx="189">
                  <c:v>18.628920564900202</c:v>
                </c:pt>
                <c:pt idx="190">
                  <c:v>18.296738596577601</c:v>
                </c:pt>
                <c:pt idx="191">
                  <c:v>17.086942828695801</c:v>
                </c:pt>
                <c:pt idx="192">
                  <c:v>16.514118260828102</c:v>
                </c:pt>
                <c:pt idx="193">
                  <c:v>15.6016616062143</c:v>
                </c:pt>
                <c:pt idx="194">
                  <c:v>14.9444143246875</c:v>
                </c:pt>
                <c:pt idx="195">
                  <c:v>14.3206813516554</c:v>
                </c:pt>
                <c:pt idx="196">
                  <c:v>13.7007564764286</c:v>
                </c:pt>
                <c:pt idx="197">
                  <c:v>13.642392812156402</c:v>
                </c:pt>
                <c:pt idx="198">
                  <c:v>13.451316004220901</c:v>
                </c:pt>
                <c:pt idx="199">
                  <c:v>13.2725707304925</c:v>
                </c:pt>
                <c:pt idx="200">
                  <c:v>12.8352775990281</c:v>
                </c:pt>
                <c:pt idx="201">
                  <c:v>12.252790029628001</c:v>
                </c:pt>
                <c:pt idx="202">
                  <c:v>11.7837050033085</c:v>
                </c:pt>
                <c:pt idx="203">
                  <c:v>11.4530935233376</c:v>
                </c:pt>
                <c:pt idx="204">
                  <c:v>11.291583465878301</c:v>
                </c:pt>
              </c:numCache>
            </c:numRef>
          </c:val>
          <c:smooth val="1"/>
          <c:extLst xmlns:c15="http://schemas.microsoft.com/office/drawing/2012/chart">
            <c:ext xmlns:c16="http://schemas.microsoft.com/office/drawing/2014/chart" uri="{C3380CC4-5D6E-409C-BE32-E72D297353CC}">
              <c16:uniqueId val="{00000008-9D5C-4A2E-8999-CC4A8DFD471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28549376"/>
        <c:axId val="228550816"/>
        <c:extLst/>
      </c:lineChart>
      <c:dateAx>
        <c:axId val="228549376"/>
        <c:scaling>
          <c:orientation val="minMax"/>
          <c:max val="45658"/>
          <c:min val="39448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mmm\-yy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228550816"/>
        <c:crosses val="autoZero"/>
        <c:auto val="1"/>
        <c:lblOffset val="100"/>
        <c:baseTimeUnit val="months"/>
        <c:majorUnit val="12"/>
        <c:majorTimeUnit val="months"/>
      </c:dateAx>
      <c:valAx>
        <c:axId val="228550816"/>
        <c:scaling>
          <c:orientation val="minMax"/>
          <c:min val="6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.0" sourceLinked="0"/>
        <c:majorTickMark val="none"/>
        <c:minorTickMark val="none"/>
        <c:tickLblPos val="nextTo"/>
        <c:spPr>
          <a:noFill/>
          <a:ln>
            <a:solidFill>
              <a:schemeClr val="tx1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2285493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5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  <a:ea typeface="+mn-ea"/>
              <a:cs typeface="+mn-cs"/>
            </a:defRPr>
          </a:pPr>
          <a:endParaRPr lang="es-CO"/>
        </a:p>
      </c:txPr>
    </c:legend>
    <c:plotVisOnly val="1"/>
    <c:dispBlanksAs val="gap"/>
    <c:showDLblsOverMax val="0"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1050">
          <a:latin typeface="Dosis" pitchFamily="2" charset="0"/>
        </a:defRPr>
      </a:pPr>
      <a:endParaRPr lang="es-CO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3.1753349104651066E-2"/>
          <c:y val="9.1518606744408496E-2"/>
          <c:w val="0.93552622740694302"/>
          <c:h val="0.84138468959631274"/>
        </c:manualLayout>
      </c:layout>
      <c:lineChart>
        <c:grouping val="standard"/>
        <c:varyColors val="0"/>
        <c:ser>
          <c:idx val="0"/>
          <c:order val="0"/>
          <c:tx>
            <c:v>No VIS</c:v>
          </c:tx>
          <c:spPr>
            <a:ln w="28575" cap="rnd">
              <a:solidFill>
                <a:srgbClr val="00B050"/>
              </a:solidFill>
              <a:round/>
            </a:ln>
            <a:effectLst/>
          </c:spPr>
          <c:marker>
            <c:symbol val="none"/>
          </c:marker>
          <c:dLbls>
            <c:dLbl>
              <c:idx val="204"/>
              <c:layout>
                <c:manualLayout>
                  <c:x val="1.168586553157346E-3"/>
                  <c:y val="-2.2394630617907633E-2"/>
                </c:manualLayout>
              </c:layout>
              <c:numFmt formatCode="#,##0.0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50" b="1" i="0" u="none" strike="noStrike" kern="1200" baseline="0">
                      <a:solidFill>
                        <a:srgbClr val="00B050"/>
                      </a:solidFill>
                      <a:latin typeface="Dosis" pitchFamily="2" charset="0"/>
                      <a:ea typeface="+mn-ea"/>
                      <a:cs typeface="+mn-cs"/>
                    </a:defRPr>
                  </a:pPr>
                  <a:endParaRPr lang="es-CO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A576-4258-8561-56A4FA0C2BA7}"/>
                </c:ext>
              </c:extLst>
            </c:dLbl>
            <c:numFmt formatCode="#,##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5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'Tasas interés - Construcción'!$A$6:$A$210</c:f>
              <c:numCache>
                <c:formatCode>mmm\-yy</c:formatCode>
                <c:ptCount val="205"/>
                <c:pt idx="0">
                  <c:v>39448</c:v>
                </c:pt>
                <c:pt idx="1">
                  <c:v>39479</c:v>
                </c:pt>
                <c:pt idx="2">
                  <c:v>39508</c:v>
                </c:pt>
                <c:pt idx="3">
                  <c:v>39539</c:v>
                </c:pt>
                <c:pt idx="4">
                  <c:v>39569</c:v>
                </c:pt>
                <c:pt idx="5">
                  <c:v>39600</c:v>
                </c:pt>
                <c:pt idx="6">
                  <c:v>39630</c:v>
                </c:pt>
                <c:pt idx="7">
                  <c:v>39661</c:v>
                </c:pt>
                <c:pt idx="8">
                  <c:v>39692</c:v>
                </c:pt>
                <c:pt idx="9">
                  <c:v>39722</c:v>
                </c:pt>
                <c:pt idx="10">
                  <c:v>39753</c:v>
                </c:pt>
                <c:pt idx="11">
                  <c:v>39783</c:v>
                </c:pt>
                <c:pt idx="12">
                  <c:v>39814</c:v>
                </c:pt>
                <c:pt idx="13">
                  <c:v>39845</c:v>
                </c:pt>
                <c:pt idx="14">
                  <c:v>39873</c:v>
                </c:pt>
                <c:pt idx="15">
                  <c:v>39904</c:v>
                </c:pt>
                <c:pt idx="16">
                  <c:v>39934</c:v>
                </c:pt>
                <c:pt idx="17">
                  <c:v>39965</c:v>
                </c:pt>
                <c:pt idx="18">
                  <c:v>39995</c:v>
                </c:pt>
                <c:pt idx="19">
                  <c:v>40026</c:v>
                </c:pt>
                <c:pt idx="20">
                  <c:v>40057</c:v>
                </c:pt>
                <c:pt idx="21">
                  <c:v>40087</c:v>
                </c:pt>
                <c:pt idx="22">
                  <c:v>40118</c:v>
                </c:pt>
                <c:pt idx="23">
                  <c:v>40148</c:v>
                </c:pt>
                <c:pt idx="24">
                  <c:v>40179</c:v>
                </c:pt>
                <c:pt idx="25">
                  <c:v>40210</c:v>
                </c:pt>
                <c:pt idx="26">
                  <c:v>40238</c:v>
                </c:pt>
                <c:pt idx="27">
                  <c:v>40269</c:v>
                </c:pt>
                <c:pt idx="28">
                  <c:v>40299</c:v>
                </c:pt>
                <c:pt idx="29">
                  <c:v>40330</c:v>
                </c:pt>
                <c:pt idx="30">
                  <c:v>40360</c:v>
                </c:pt>
                <c:pt idx="31">
                  <c:v>40391</c:v>
                </c:pt>
                <c:pt idx="32">
                  <c:v>40422</c:v>
                </c:pt>
                <c:pt idx="33">
                  <c:v>40452</c:v>
                </c:pt>
                <c:pt idx="34">
                  <c:v>40483</c:v>
                </c:pt>
                <c:pt idx="35">
                  <c:v>40513</c:v>
                </c:pt>
                <c:pt idx="36">
                  <c:v>40544</c:v>
                </c:pt>
                <c:pt idx="37">
                  <c:v>40575</c:v>
                </c:pt>
                <c:pt idx="38">
                  <c:v>40603</c:v>
                </c:pt>
                <c:pt idx="39">
                  <c:v>40634</c:v>
                </c:pt>
                <c:pt idx="40">
                  <c:v>40664</c:v>
                </c:pt>
                <c:pt idx="41">
                  <c:v>40695</c:v>
                </c:pt>
                <c:pt idx="42">
                  <c:v>40725</c:v>
                </c:pt>
                <c:pt idx="43">
                  <c:v>40756</c:v>
                </c:pt>
                <c:pt idx="44">
                  <c:v>40787</c:v>
                </c:pt>
                <c:pt idx="45">
                  <c:v>40817</c:v>
                </c:pt>
                <c:pt idx="46">
                  <c:v>40848</c:v>
                </c:pt>
                <c:pt idx="47">
                  <c:v>40878</c:v>
                </c:pt>
                <c:pt idx="48">
                  <c:v>40909</c:v>
                </c:pt>
                <c:pt idx="49">
                  <c:v>40940</c:v>
                </c:pt>
                <c:pt idx="50">
                  <c:v>40969</c:v>
                </c:pt>
                <c:pt idx="51">
                  <c:v>41000</c:v>
                </c:pt>
                <c:pt idx="52">
                  <c:v>41030</c:v>
                </c:pt>
                <c:pt idx="53">
                  <c:v>41061</c:v>
                </c:pt>
                <c:pt idx="54">
                  <c:v>41091</c:v>
                </c:pt>
                <c:pt idx="55">
                  <c:v>41122</c:v>
                </c:pt>
                <c:pt idx="56">
                  <c:v>41153</c:v>
                </c:pt>
                <c:pt idx="57">
                  <c:v>41183</c:v>
                </c:pt>
                <c:pt idx="58">
                  <c:v>41214</c:v>
                </c:pt>
                <c:pt idx="59">
                  <c:v>41244</c:v>
                </c:pt>
                <c:pt idx="60">
                  <c:v>41275</c:v>
                </c:pt>
                <c:pt idx="61">
                  <c:v>41306</c:v>
                </c:pt>
                <c:pt idx="62">
                  <c:v>41334</c:v>
                </c:pt>
                <c:pt idx="63">
                  <c:v>41365</c:v>
                </c:pt>
                <c:pt idx="64">
                  <c:v>41395</c:v>
                </c:pt>
                <c:pt idx="65">
                  <c:v>41426</c:v>
                </c:pt>
                <c:pt idx="66">
                  <c:v>41456</c:v>
                </c:pt>
                <c:pt idx="67">
                  <c:v>41487</c:v>
                </c:pt>
                <c:pt idx="68">
                  <c:v>41518</c:v>
                </c:pt>
                <c:pt idx="69">
                  <c:v>41548</c:v>
                </c:pt>
                <c:pt idx="70">
                  <c:v>41579</c:v>
                </c:pt>
                <c:pt idx="71">
                  <c:v>41609</c:v>
                </c:pt>
                <c:pt idx="72">
                  <c:v>41640</c:v>
                </c:pt>
                <c:pt idx="73">
                  <c:v>41671</c:v>
                </c:pt>
                <c:pt idx="74">
                  <c:v>41699</c:v>
                </c:pt>
                <c:pt idx="75">
                  <c:v>41730</c:v>
                </c:pt>
                <c:pt idx="76">
                  <c:v>41760</c:v>
                </c:pt>
                <c:pt idx="77">
                  <c:v>41791</c:v>
                </c:pt>
                <c:pt idx="78">
                  <c:v>41821</c:v>
                </c:pt>
                <c:pt idx="79">
                  <c:v>41852</c:v>
                </c:pt>
                <c:pt idx="80">
                  <c:v>41883</c:v>
                </c:pt>
                <c:pt idx="81">
                  <c:v>41913</c:v>
                </c:pt>
                <c:pt idx="82">
                  <c:v>41944</c:v>
                </c:pt>
                <c:pt idx="83">
                  <c:v>41974</c:v>
                </c:pt>
                <c:pt idx="84">
                  <c:v>42005</c:v>
                </c:pt>
                <c:pt idx="85">
                  <c:v>42036</c:v>
                </c:pt>
                <c:pt idx="86">
                  <c:v>42064</c:v>
                </c:pt>
                <c:pt idx="87">
                  <c:v>42095</c:v>
                </c:pt>
                <c:pt idx="88">
                  <c:v>42125</c:v>
                </c:pt>
                <c:pt idx="89">
                  <c:v>42156</c:v>
                </c:pt>
                <c:pt idx="90">
                  <c:v>42186</c:v>
                </c:pt>
                <c:pt idx="91">
                  <c:v>42217</c:v>
                </c:pt>
                <c:pt idx="92">
                  <c:v>42248</c:v>
                </c:pt>
                <c:pt idx="93">
                  <c:v>42278</c:v>
                </c:pt>
                <c:pt idx="94">
                  <c:v>42309</c:v>
                </c:pt>
                <c:pt idx="95">
                  <c:v>42339</c:v>
                </c:pt>
                <c:pt idx="96">
                  <c:v>42370</c:v>
                </c:pt>
                <c:pt idx="97">
                  <c:v>42401</c:v>
                </c:pt>
                <c:pt idx="98">
                  <c:v>42430</c:v>
                </c:pt>
                <c:pt idx="99">
                  <c:v>42461</c:v>
                </c:pt>
                <c:pt idx="100">
                  <c:v>42491</c:v>
                </c:pt>
                <c:pt idx="101">
                  <c:v>42522</c:v>
                </c:pt>
                <c:pt idx="102">
                  <c:v>42552</c:v>
                </c:pt>
                <c:pt idx="103">
                  <c:v>42583</c:v>
                </c:pt>
                <c:pt idx="104">
                  <c:v>42614</c:v>
                </c:pt>
                <c:pt idx="105">
                  <c:v>42644</c:v>
                </c:pt>
                <c:pt idx="106">
                  <c:v>42675</c:v>
                </c:pt>
                <c:pt idx="107">
                  <c:v>42705</c:v>
                </c:pt>
                <c:pt idx="108">
                  <c:v>42736</c:v>
                </c:pt>
                <c:pt idx="109">
                  <c:v>42767</c:v>
                </c:pt>
                <c:pt idx="110">
                  <c:v>42795</c:v>
                </c:pt>
                <c:pt idx="111">
                  <c:v>42826</c:v>
                </c:pt>
                <c:pt idx="112">
                  <c:v>42856</c:v>
                </c:pt>
                <c:pt idx="113">
                  <c:v>42887</c:v>
                </c:pt>
                <c:pt idx="114">
                  <c:v>42917</c:v>
                </c:pt>
                <c:pt idx="115">
                  <c:v>42948</c:v>
                </c:pt>
                <c:pt idx="116">
                  <c:v>42979</c:v>
                </c:pt>
                <c:pt idx="117">
                  <c:v>43009</c:v>
                </c:pt>
                <c:pt idx="118">
                  <c:v>43040</c:v>
                </c:pt>
                <c:pt idx="119">
                  <c:v>43070</c:v>
                </c:pt>
                <c:pt idx="120">
                  <c:v>43101</c:v>
                </c:pt>
                <c:pt idx="121">
                  <c:v>43132</c:v>
                </c:pt>
                <c:pt idx="122">
                  <c:v>43160</c:v>
                </c:pt>
                <c:pt idx="123">
                  <c:v>43191</c:v>
                </c:pt>
                <c:pt idx="124">
                  <c:v>43221</c:v>
                </c:pt>
                <c:pt idx="125">
                  <c:v>43252</c:v>
                </c:pt>
                <c:pt idx="126">
                  <c:v>43282</c:v>
                </c:pt>
                <c:pt idx="127">
                  <c:v>43313</c:v>
                </c:pt>
                <c:pt idx="128">
                  <c:v>43344</c:v>
                </c:pt>
                <c:pt idx="129">
                  <c:v>43374</c:v>
                </c:pt>
                <c:pt idx="130">
                  <c:v>43405</c:v>
                </c:pt>
                <c:pt idx="131">
                  <c:v>43435</c:v>
                </c:pt>
                <c:pt idx="132">
                  <c:v>43466</c:v>
                </c:pt>
                <c:pt idx="133">
                  <c:v>43497</c:v>
                </c:pt>
                <c:pt idx="134">
                  <c:v>43525</c:v>
                </c:pt>
                <c:pt idx="135">
                  <c:v>43556</c:v>
                </c:pt>
                <c:pt idx="136">
                  <c:v>43586</c:v>
                </c:pt>
                <c:pt idx="137">
                  <c:v>43617</c:v>
                </c:pt>
                <c:pt idx="138">
                  <c:v>43647</c:v>
                </c:pt>
                <c:pt idx="139">
                  <c:v>43678</c:v>
                </c:pt>
                <c:pt idx="140">
                  <c:v>43709</c:v>
                </c:pt>
                <c:pt idx="141">
                  <c:v>43739</c:v>
                </c:pt>
                <c:pt idx="142">
                  <c:v>43770</c:v>
                </c:pt>
                <c:pt idx="143">
                  <c:v>43800</c:v>
                </c:pt>
                <c:pt idx="144">
                  <c:v>43831</c:v>
                </c:pt>
                <c:pt idx="145">
                  <c:v>43862</c:v>
                </c:pt>
                <c:pt idx="146">
                  <c:v>43891</c:v>
                </c:pt>
                <c:pt idx="147">
                  <c:v>43922</c:v>
                </c:pt>
                <c:pt idx="148">
                  <c:v>43952</c:v>
                </c:pt>
                <c:pt idx="149">
                  <c:v>43983</c:v>
                </c:pt>
                <c:pt idx="150">
                  <c:v>44013</c:v>
                </c:pt>
                <c:pt idx="151">
                  <c:v>44044</c:v>
                </c:pt>
                <c:pt idx="152">
                  <c:v>44075</c:v>
                </c:pt>
                <c:pt idx="153">
                  <c:v>44105</c:v>
                </c:pt>
                <c:pt idx="154">
                  <c:v>44136</c:v>
                </c:pt>
                <c:pt idx="155">
                  <c:v>44166</c:v>
                </c:pt>
                <c:pt idx="156">
                  <c:v>44197</c:v>
                </c:pt>
                <c:pt idx="157">
                  <c:v>44228</c:v>
                </c:pt>
                <c:pt idx="158">
                  <c:v>44256</c:v>
                </c:pt>
                <c:pt idx="159">
                  <c:v>44287</c:v>
                </c:pt>
                <c:pt idx="160">
                  <c:v>44317</c:v>
                </c:pt>
                <c:pt idx="161">
                  <c:v>44348</c:v>
                </c:pt>
                <c:pt idx="162">
                  <c:v>44378</c:v>
                </c:pt>
                <c:pt idx="163">
                  <c:v>44409</c:v>
                </c:pt>
                <c:pt idx="164">
                  <c:v>44440</c:v>
                </c:pt>
                <c:pt idx="165">
                  <c:v>44470</c:v>
                </c:pt>
                <c:pt idx="166">
                  <c:v>44501</c:v>
                </c:pt>
                <c:pt idx="167">
                  <c:v>44531</c:v>
                </c:pt>
                <c:pt idx="168">
                  <c:v>44562</c:v>
                </c:pt>
                <c:pt idx="169">
                  <c:v>44593</c:v>
                </c:pt>
                <c:pt idx="170">
                  <c:v>44621</c:v>
                </c:pt>
                <c:pt idx="171">
                  <c:v>44652</c:v>
                </c:pt>
                <c:pt idx="172">
                  <c:v>44682</c:v>
                </c:pt>
                <c:pt idx="173">
                  <c:v>44713</c:v>
                </c:pt>
                <c:pt idx="174">
                  <c:v>44743</c:v>
                </c:pt>
                <c:pt idx="175">
                  <c:v>44774</c:v>
                </c:pt>
                <c:pt idx="176">
                  <c:v>44805</c:v>
                </c:pt>
                <c:pt idx="177">
                  <c:v>44835</c:v>
                </c:pt>
                <c:pt idx="178">
                  <c:v>44866</c:v>
                </c:pt>
                <c:pt idx="179">
                  <c:v>44896</c:v>
                </c:pt>
                <c:pt idx="180">
                  <c:v>44927</c:v>
                </c:pt>
                <c:pt idx="181">
                  <c:v>44958</c:v>
                </c:pt>
                <c:pt idx="182">
                  <c:v>44986</c:v>
                </c:pt>
                <c:pt idx="183">
                  <c:v>45017</c:v>
                </c:pt>
                <c:pt idx="184">
                  <c:v>45047</c:v>
                </c:pt>
                <c:pt idx="185">
                  <c:v>45078</c:v>
                </c:pt>
                <c:pt idx="186">
                  <c:v>45108</c:v>
                </c:pt>
                <c:pt idx="187">
                  <c:v>45139</c:v>
                </c:pt>
                <c:pt idx="188">
                  <c:v>45170</c:v>
                </c:pt>
                <c:pt idx="189">
                  <c:v>45200</c:v>
                </c:pt>
                <c:pt idx="190">
                  <c:v>45231</c:v>
                </c:pt>
                <c:pt idx="191">
                  <c:v>45261</c:v>
                </c:pt>
                <c:pt idx="192">
                  <c:v>45292</c:v>
                </c:pt>
                <c:pt idx="193">
                  <c:v>45323</c:v>
                </c:pt>
                <c:pt idx="194">
                  <c:v>45352</c:v>
                </c:pt>
                <c:pt idx="195">
                  <c:v>45383</c:v>
                </c:pt>
                <c:pt idx="196">
                  <c:v>45413</c:v>
                </c:pt>
                <c:pt idx="197">
                  <c:v>45444</c:v>
                </c:pt>
                <c:pt idx="198">
                  <c:v>45474</c:v>
                </c:pt>
                <c:pt idx="199">
                  <c:v>45505</c:v>
                </c:pt>
                <c:pt idx="200">
                  <c:v>45536</c:v>
                </c:pt>
                <c:pt idx="201">
                  <c:v>45566</c:v>
                </c:pt>
                <c:pt idx="202">
                  <c:v>45597</c:v>
                </c:pt>
                <c:pt idx="203">
                  <c:v>45627</c:v>
                </c:pt>
                <c:pt idx="204">
                  <c:v>45658</c:v>
                </c:pt>
              </c:numCache>
            </c:numRef>
          </c:cat>
          <c:val>
            <c:numRef>
              <c:f>'Tasas interés - Construcción'!$B$6:$B$210</c:f>
              <c:numCache>
                <c:formatCode>_(* #.##000_);_(* \(#.##000\);_(* "-"??_);_(@_)</c:formatCode>
                <c:ptCount val="205"/>
                <c:pt idx="0">
                  <c:v>16.100468844843601</c:v>
                </c:pt>
                <c:pt idx="1">
                  <c:v>16.185002504510901</c:v>
                </c:pt>
                <c:pt idx="2">
                  <c:v>16.899336467103801</c:v>
                </c:pt>
                <c:pt idx="3">
                  <c:v>17.332575766270502</c:v>
                </c:pt>
                <c:pt idx="4">
                  <c:v>17.170457345122198</c:v>
                </c:pt>
                <c:pt idx="5">
                  <c:v>16.034289703035402</c:v>
                </c:pt>
                <c:pt idx="6">
                  <c:v>16.986238175881201</c:v>
                </c:pt>
                <c:pt idx="7">
                  <c:v>17.272837605389402</c:v>
                </c:pt>
                <c:pt idx="8">
                  <c:v>17.149575871568299</c:v>
                </c:pt>
                <c:pt idx="9">
                  <c:v>17.174532520918</c:v>
                </c:pt>
                <c:pt idx="10">
                  <c:v>16.789619175383699</c:v>
                </c:pt>
                <c:pt idx="11">
                  <c:v>16.919237463372699</c:v>
                </c:pt>
                <c:pt idx="12">
                  <c:v>16.885128399158098</c:v>
                </c:pt>
                <c:pt idx="13">
                  <c:v>17.040321983758201</c:v>
                </c:pt>
                <c:pt idx="14">
                  <c:v>16.7457562226992</c:v>
                </c:pt>
                <c:pt idx="15">
                  <c:v>16.232038380804202</c:v>
                </c:pt>
                <c:pt idx="16">
                  <c:v>15.758640343531001</c:v>
                </c:pt>
                <c:pt idx="17">
                  <c:v>15.0789984628732</c:v>
                </c:pt>
                <c:pt idx="18">
                  <c:v>14.5014805340161</c:v>
                </c:pt>
                <c:pt idx="19">
                  <c:v>14.645736307283901</c:v>
                </c:pt>
                <c:pt idx="20">
                  <c:v>14.134550103453201</c:v>
                </c:pt>
                <c:pt idx="21">
                  <c:v>14.233093184770899</c:v>
                </c:pt>
                <c:pt idx="22">
                  <c:v>14.131008001288601</c:v>
                </c:pt>
                <c:pt idx="23">
                  <c:v>13.9028093877417</c:v>
                </c:pt>
                <c:pt idx="24">
                  <c:v>13.4657126705601</c:v>
                </c:pt>
                <c:pt idx="25">
                  <c:v>13.725255695887499</c:v>
                </c:pt>
                <c:pt idx="26">
                  <c:v>13.613735247945399</c:v>
                </c:pt>
                <c:pt idx="27">
                  <c:v>13.887987958321499</c:v>
                </c:pt>
                <c:pt idx="28">
                  <c:v>13.1682797245657</c:v>
                </c:pt>
                <c:pt idx="29">
                  <c:v>12.9257112212888</c:v>
                </c:pt>
                <c:pt idx="30">
                  <c:v>13.121104589207899</c:v>
                </c:pt>
                <c:pt idx="31">
                  <c:v>12.598214915031299</c:v>
                </c:pt>
                <c:pt idx="32">
                  <c:v>12.563899511593</c:v>
                </c:pt>
                <c:pt idx="33">
                  <c:v>11.6727413964508</c:v>
                </c:pt>
                <c:pt idx="34">
                  <c:v>11.98234525959</c:v>
                </c:pt>
                <c:pt idx="35">
                  <c:v>11.732668542814499</c:v>
                </c:pt>
                <c:pt idx="36">
                  <c:v>11.5808302942437</c:v>
                </c:pt>
                <c:pt idx="37">
                  <c:v>11.8473422944282</c:v>
                </c:pt>
                <c:pt idx="38">
                  <c:v>11.8347449778183</c:v>
                </c:pt>
                <c:pt idx="39">
                  <c:v>11.994641735299</c:v>
                </c:pt>
                <c:pt idx="40">
                  <c:v>11.326528219772699</c:v>
                </c:pt>
                <c:pt idx="41">
                  <c:v>11.419382326010799</c:v>
                </c:pt>
                <c:pt idx="42">
                  <c:v>11.638003026060099</c:v>
                </c:pt>
                <c:pt idx="43">
                  <c:v>11.6701952710999</c:v>
                </c:pt>
                <c:pt idx="44">
                  <c:v>11.295528646487501</c:v>
                </c:pt>
                <c:pt idx="45">
                  <c:v>11.775898428135401</c:v>
                </c:pt>
                <c:pt idx="46">
                  <c:v>11.5416534024129</c:v>
                </c:pt>
                <c:pt idx="47">
                  <c:v>11.891734650730299</c:v>
                </c:pt>
                <c:pt idx="48">
                  <c:v>11.763924821499099</c:v>
                </c:pt>
                <c:pt idx="49">
                  <c:v>12.1794337886314</c:v>
                </c:pt>
                <c:pt idx="50">
                  <c:v>12.267284352671499</c:v>
                </c:pt>
                <c:pt idx="51">
                  <c:v>12.2871954636372</c:v>
                </c:pt>
                <c:pt idx="52">
                  <c:v>12.1944398715042</c:v>
                </c:pt>
                <c:pt idx="53">
                  <c:v>12.5290801274455</c:v>
                </c:pt>
                <c:pt idx="54">
                  <c:v>12.250659790036799</c:v>
                </c:pt>
                <c:pt idx="55">
                  <c:v>12.5323836758326</c:v>
                </c:pt>
                <c:pt idx="56">
                  <c:v>12.3236595854389</c:v>
                </c:pt>
                <c:pt idx="57">
                  <c:v>12.2206998055279</c:v>
                </c:pt>
                <c:pt idx="58">
                  <c:v>12.308403015587499</c:v>
                </c:pt>
                <c:pt idx="59">
                  <c:v>12.0059935927819</c:v>
                </c:pt>
                <c:pt idx="60">
                  <c:v>11.954214677066201</c:v>
                </c:pt>
                <c:pt idx="61">
                  <c:v>11.782373831004399</c:v>
                </c:pt>
                <c:pt idx="62">
                  <c:v>11.764334434609699</c:v>
                </c:pt>
                <c:pt idx="63">
                  <c:v>11.4545970515879</c:v>
                </c:pt>
                <c:pt idx="64">
                  <c:v>11.217071791365999</c:v>
                </c:pt>
                <c:pt idx="65">
                  <c:v>10.973700604276599</c:v>
                </c:pt>
                <c:pt idx="66">
                  <c:v>10.7955801580813</c:v>
                </c:pt>
                <c:pt idx="67">
                  <c:v>10.8477814731758</c:v>
                </c:pt>
                <c:pt idx="68">
                  <c:v>10.681473189103</c:v>
                </c:pt>
                <c:pt idx="69">
                  <c:v>10.3215592275986</c:v>
                </c:pt>
                <c:pt idx="70">
                  <c:v>10.6468656556269</c:v>
                </c:pt>
                <c:pt idx="71">
                  <c:v>10.5477626388102</c:v>
                </c:pt>
                <c:pt idx="72">
                  <c:v>10.1161001522138</c:v>
                </c:pt>
                <c:pt idx="73">
                  <c:v>10.1319425574587</c:v>
                </c:pt>
                <c:pt idx="74">
                  <c:v>10.014460429684901</c:v>
                </c:pt>
                <c:pt idx="75">
                  <c:v>10.0068034909236</c:v>
                </c:pt>
                <c:pt idx="76">
                  <c:v>9.6034399097771495</c:v>
                </c:pt>
                <c:pt idx="77">
                  <c:v>10.2265042070263</c:v>
                </c:pt>
                <c:pt idx="78">
                  <c:v>10.188327259701801</c:v>
                </c:pt>
                <c:pt idx="79">
                  <c:v>9.6341060604527904</c:v>
                </c:pt>
                <c:pt idx="80">
                  <c:v>10.020525778579399</c:v>
                </c:pt>
                <c:pt idx="81">
                  <c:v>9.8426608974972805</c:v>
                </c:pt>
                <c:pt idx="82">
                  <c:v>9.5356610111147297</c:v>
                </c:pt>
                <c:pt idx="83">
                  <c:v>9.7854033215644503</c:v>
                </c:pt>
                <c:pt idx="84">
                  <c:v>9.0714990757703298</c:v>
                </c:pt>
                <c:pt idx="85">
                  <c:v>8.0152144833303094</c:v>
                </c:pt>
                <c:pt idx="86">
                  <c:v>9.4183623535487406</c:v>
                </c:pt>
                <c:pt idx="87">
                  <c:v>9.1949293297673993</c:v>
                </c:pt>
                <c:pt idx="88">
                  <c:v>9.2467995871240305</c:v>
                </c:pt>
                <c:pt idx="89">
                  <c:v>9.7497361240673097</c:v>
                </c:pt>
                <c:pt idx="90">
                  <c:v>9.5613101249878092</c:v>
                </c:pt>
                <c:pt idx="91">
                  <c:v>9.8354633226393595</c:v>
                </c:pt>
                <c:pt idx="92">
                  <c:v>9.6806146741266108</c:v>
                </c:pt>
                <c:pt idx="93">
                  <c:v>10.030250506932701</c:v>
                </c:pt>
                <c:pt idx="94">
                  <c:v>10.278717081557501</c:v>
                </c:pt>
                <c:pt idx="95">
                  <c:v>10.094629854459701</c:v>
                </c:pt>
                <c:pt idx="96">
                  <c:v>10.876963348279901</c:v>
                </c:pt>
                <c:pt idx="97">
                  <c:v>12.338481444965501</c:v>
                </c:pt>
                <c:pt idx="98">
                  <c:v>11.337555983023099</c:v>
                </c:pt>
                <c:pt idx="99">
                  <c:v>11.304582917889901</c:v>
                </c:pt>
                <c:pt idx="100">
                  <c:v>11.7234001349536</c:v>
                </c:pt>
                <c:pt idx="101">
                  <c:v>12.161868135253</c:v>
                </c:pt>
                <c:pt idx="102">
                  <c:v>12.4477371084543</c:v>
                </c:pt>
                <c:pt idx="103">
                  <c:v>12.2843890596624</c:v>
                </c:pt>
                <c:pt idx="104">
                  <c:v>12.461463987677901</c:v>
                </c:pt>
                <c:pt idx="105">
                  <c:v>12.783818974093</c:v>
                </c:pt>
                <c:pt idx="106">
                  <c:v>12.2552530571531</c:v>
                </c:pt>
                <c:pt idx="107">
                  <c:v>12.611930193766201</c:v>
                </c:pt>
                <c:pt idx="108">
                  <c:v>12.524340944482001</c:v>
                </c:pt>
                <c:pt idx="109">
                  <c:v>12.6357676957756</c:v>
                </c:pt>
                <c:pt idx="110">
                  <c:v>12.5280817751166</c:v>
                </c:pt>
                <c:pt idx="111">
                  <c:v>12.3585565144424</c:v>
                </c:pt>
                <c:pt idx="112">
                  <c:v>11.9289670202491</c:v>
                </c:pt>
                <c:pt idx="113">
                  <c:v>12.199366861059101</c:v>
                </c:pt>
                <c:pt idx="114">
                  <c:v>12.2962286858686</c:v>
                </c:pt>
                <c:pt idx="115">
                  <c:v>11.7593646930133</c:v>
                </c:pt>
                <c:pt idx="116">
                  <c:v>11.6210552726172</c:v>
                </c:pt>
                <c:pt idx="117">
                  <c:v>11.9249552545227</c:v>
                </c:pt>
                <c:pt idx="118">
                  <c:v>11.7717119788148</c:v>
                </c:pt>
                <c:pt idx="119">
                  <c:v>11.532857842172501</c:v>
                </c:pt>
                <c:pt idx="120">
                  <c:v>11.619641224934</c:v>
                </c:pt>
                <c:pt idx="121">
                  <c:v>11.2503098979347</c:v>
                </c:pt>
                <c:pt idx="122">
                  <c:v>11.339156379954</c:v>
                </c:pt>
                <c:pt idx="123">
                  <c:v>11.3859621308544</c:v>
                </c:pt>
                <c:pt idx="124">
                  <c:v>11.322729323808099</c:v>
                </c:pt>
                <c:pt idx="125">
                  <c:v>10.9755002390424</c:v>
                </c:pt>
                <c:pt idx="126">
                  <c:v>10.584333472050901</c:v>
                </c:pt>
                <c:pt idx="127">
                  <c:v>10.389757654422199</c:v>
                </c:pt>
                <c:pt idx="128">
                  <c:v>10.654881616470499</c:v>
                </c:pt>
                <c:pt idx="129">
                  <c:v>10.601859252434901</c:v>
                </c:pt>
                <c:pt idx="130">
                  <c:v>10.439062923402</c:v>
                </c:pt>
                <c:pt idx="131">
                  <c:v>10.574737661518901</c:v>
                </c:pt>
                <c:pt idx="132">
                  <c:v>10.3969321466284</c:v>
                </c:pt>
                <c:pt idx="133">
                  <c:v>10.5122519672823</c:v>
                </c:pt>
                <c:pt idx="134">
                  <c:v>10.6708258221915</c:v>
                </c:pt>
                <c:pt idx="135">
                  <c:v>9.5374443224414698</c:v>
                </c:pt>
                <c:pt idx="136">
                  <c:v>10.396642640712599</c:v>
                </c:pt>
                <c:pt idx="137">
                  <c:v>10.215767139478199</c:v>
                </c:pt>
                <c:pt idx="138">
                  <c:v>10.2621094696181</c:v>
                </c:pt>
                <c:pt idx="139">
                  <c:v>10.414497067212499</c:v>
                </c:pt>
                <c:pt idx="140">
                  <c:v>10.3218523402206</c:v>
                </c:pt>
                <c:pt idx="141">
                  <c:v>10.0381515379053</c:v>
                </c:pt>
                <c:pt idx="142">
                  <c:v>9.9875403030005891</c:v>
                </c:pt>
                <c:pt idx="143">
                  <c:v>9.8447149926915696</c:v>
                </c:pt>
                <c:pt idx="144">
                  <c:v>10.221429559448399</c:v>
                </c:pt>
                <c:pt idx="145">
                  <c:v>9.8527410633396997</c:v>
                </c:pt>
                <c:pt idx="146">
                  <c:v>9.7747004719494708</c:v>
                </c:pt>
                <c:pt idx="147">
                  <c:v>10.034209555588699</c:v>
                </c:pt>
                <c:pt idx="148">
                  <c:v>9.9723627999563291</c:v>
                </c:pt>
                <c:pt idx="149">
                  <c:v>10.1834829031386</c:v>
                </c:pt>
                <c:pt idx="150">
                  <c:v>9.9629203157340598</c:v>
                </c:pt>
                <c:pt idx="151">
                  <c:v>9.7526960956772708</c:v>
                </c:pt>
                <c:pt idx="152">
                  <c:v>9.5236980116962595</c:v>
                </c:pt>
                <c:pt idx="153">
                  <c:v>9.3892766887262393</c:v>
                </c:pt>
                <c:pt idx="154">
                  <c:v>9.5251730154406307</c:v>
                </c:pt>
                <c:pt idx="155">
                  <c:v>9.1084557782496507</c:v>
                </c:pt>
                <c:pt idx="156">
                  <c:v>9.0487056769573808</c:v>
                </c:pt>
                <c:pt idx="157">
                  <c:v>9.0263557074939609</c:v>
                </c:pt>
                <c:pt idx="158">
                  <c:v>8.2487664335091306</c:v>
                </c:pt>
                <c:pt idx="159">
                  <c:v>9.2473460661477205</c:v>
                </c:pt>
                <c:pt idx="160">
                  <c:v>9.0423628739074609</c:v>
                </c:pt>
                <c:pt idx="161">
                  <c:v>8.8714498075719295</c:v>
                </c:pt>
                <c:pt idx="162">
                  <c:v>8.9262186269467492</c:v>
                </c:pt>
                <c:pt idx="163">
                  <c:v>9.1594249860527999</c:v>
                </c:pt>
                <c:pt idx="164">
                  <c:v>8.7223022881012398</c:v>
                </c:pt>
                <c:pt idx="165">
                  <c:v>8.6657283228673307</c:v>
                </c:pt>
                <c:pt idx="166">
                  <c:v>8.9844144452275607</c:v>
                </c:pt>
                <c:pt idx="167">
                  <c:v>8.9348954656450292</c:v>
                </c:pt>
                <c:pt idx="168">
                  <c:v>8.9889453287993</c:v>
                </c:pt>
                <c:pt idx="169">
                  <c:v>9.65401911353608</c:v>
                </c:pt>
                <c:pt idx="170">
                  <c:v>10.654334391304401</c:v>
                </c:pt>
                <c:pt idx="171">
                  <c:v>9.5699421994946903</c:v>
                </c:pt>
                <c:pt idx="172">
                  <c:v>10.354336723806799</c:v>
                </c:pt>
                <c:pt idx="173">
                  <c:v>10.153214024859601</c:v>
                </c:pt>
                <c:pt idx="174">
                  <c:v>11.449721623419199</c:v>
                </c:pt>
                <c:pt idx="175">
                  <c:v>12.655550017646</c:v>
                </c:pt>
                <c:pt idx="176">
                  <c:v>13.8506119342834</c:v>
                </c:pt>
                <c:pt idx="177">
                  <c:v>14.3659059967048</c:v>
                </c:pt>
                <c:pt idx="178">
                  <c:v>15.2130874889772</c:v>
                </c:pt>
                <c:pt idx="179">
                  <c:v>16.324473285141899</c:v>
                </c:pt>
                <c:pt idx="180">
                  <c:v>16.985829259201498</c:v>
                </c:pt>
                <c:pt idx="181">
                  <c:v>18.0923815321818</c:v>
                </c:pt>
                <c:pt idx="182">
                  <c:v>18.1787760505552</c:v>
                </c:pt>
                <c:pt idx="183">
                  <c:v>17.8559149817041</c:v>
                </c:pt>
                <c:pt idx="184">
                  <c:v>17.970816351888502</c:v>
                </c:pt>
                <c:pt idx="185">
                  <c:v>18.0453355033241</c:v>
                </c:pt>
                <c:pt idx="186">
                  <c:v>18.1028119004526</c:v>
                </c:pt>
                <c:pt idx="187">
                  <c:v>17.381465605913501</c:v>
                </c:pt>
                <c:pt idx="188">
                  <c:v>17.165465067671398</c:v>
                </c:pt>
                <c:pt idx="189">
                  <c:v>17.212957769370899</c:v>
                </c:pt>
                <c:pt idx="190">
                  <c:v>17.244304927762801</c:v>
                </c:pt>
                <c:pt idx="191">
                  <c:v>16.565622355582001</c:v>
                </c:pt>
                <c:pt idx="192">
                  <c:v>16.4698047482681</c:v>
                </c:pt>
                <c:pt idx="193">
                  <c:v>16.3418619494818</c:v>
                </c:pt>
                <c:pt idx="194">
                  <c:v>16.388757860921402</c:v>
                </c:pt>
                <c:pt idx="195">
                  <c:v>16.362812137292501</c:v>
                </c:pt>
                <c:pt idx="196">
                  <c:v>14.6974483596252</c:v>
                </c:pt>
                <c:pt idx="197">
                  <c:v>14.421860042128801</c:v>
                </c:pt>
                <c:pt idx="198">
                  <c:v>12.6519512450711</c:v>
                </c:pt>
                <c:pt idx="199">
                  <c:v>10.9755089481708</c:v>
                </c:pt>
                <c:pt idx="200">
                  <c:v>11.0381092219999</c:v>
                </c:pt>
                <c:pt idx="201">
                  <c:v>11.0005158197232</c:v>
                </c:pt>
                <c:pt idx="202">
                  <c:v>11.02</c:v>
                </c:pt>
                <c:pt idx="203">
                  <c:v>10.975102038188499</c:v>
                </c:pt>
                <c:pt idx="204">
                  <c:v>11.033512989852699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6C4C-4DA7-9886-C064CD19D96B}"/>
            </c:ext>
          </c:extLst>
        </c:ser>
        <c:ser>
          <c:idx val="2"/>
          <c:order val="1"/>
          <c:tx>
            <c:v>No VIS (UVR)</c:v>
          </c:tx>
          <c:spPr>
            <a:ln w="28575" cap="rnd">
              <a:solidFill>
                <a:srgbClr val="92D050">
                  <a:alpha val="80000"/>
                </a:srgbClr>
              </a:solidFill>
              <a:prstDash val="sysDash"/>
              <a:round/>
            </a:ln>
            <a:effectLst/>
          </c:spPr>
          <c:marker>
            <c:symbol val="none"/>
          </c:marker>
          <c:cat>
            <c:numRef>
              <c:f>'Tasas interés - Construcción'!$A$6:$A$210</c:f>
              <c:numCache>
                <c:formatCode>mmm\-yy</c:formatCode>
                <c:ptCount val="205"/>
                <c:pt idx="0">
                  <c:v>39448</c:v>
                </c:pt>
                <c:pt idx="1">
                  <c:v>39479</c:v>
                </c:pt>
                <c:pt idx="2">
                  <c:v>39508</c:v>
                </c:pt>
                <c:pt idx="3">
                  <c:v>39539</c:v>
                </c:pt>
                <c:pt idx="4">
                  <c:v>39569</c:v>
                </c:pt>
                <c:pt idx="5">
                  <c:v>39600</c:v>
                </c:pt>
                <c:pt idx="6">
                  <c:v>39630</c:v>
                </c:pt>
                <c:pt idx="7">
                  <c:v>39661</c:v>
                </c:pt>
                <c:pt idx="8">
                  <c:v>39692</c:v>
                </c:pt>
                <c:pt idx="9">
                  <c:v>39722</c:v>
                </c:pt>
                <c:pt idx="10">
                  <c:v>39753</c:v>
                </c:pt>
                <c:pt idx="11">
                  <c:v>39783</c:v>
                </c:pt>
                <c:pt idx="12">
                  <c:v>39814</c:v>
                </c:pt>
                <c:pt idx="13">
                  <c:v>39845</c:v>
                </c:pt>
                <c:pt idx="14">
                  <c:v>39873</c:v>
                </c:pt>
                <c:pt idx="15">
                  <c:v>39904</c:v>
                </c:pt>
                <c:pt idx="16">
                  <c:v>39934</c:v>
                </c:pt>
                <c:pt idx="17">
                  <c:v>39965</c:v>
                </c:pt>
                <c:pt idx="18">
                  <c:v>39995</c:v>
                </c:pt>
                <c:pt idx="19">
                  <c:v>40026</c:v>
                </c:pt>
                <c:pt idx="20">
                  <c:v>40057</c:v>
                </c:pt>
                <c:pt idx="21">
                  <c:v>40087</c:v>
                </c:pt>
                <c:pt idx="22">
                  <c:v>40118</c:v>
                </c:pt>
                <c:pt idx="23">
                  <c:v>40148</c:v>
                </c:pt>
                <c:pt idx="24">
                  <c:v>40179</c:v>
                </c:pt>
                <c:pt idx="25">
                  <c:v>40210</c:v>
                </c:pt>
                <c:pt idx="26">
                  <c:v>40238</c:v>
                </c:pt>
                <c:pt idx="27">
                  <c:v>40269</c:v>
                </c:pt>
                <c:pt idx="28">
                  <c:v>40299</c:v>
                </c:pt>
                <c:pt idx="29">
                  <c:v>40330</c:v>
                </c:pt>
                <c:pt idx="30">
                  <c:v>40360</c:v>
                </c:pt>
                <c:pt idx="31">
                  <c:v>40391</c:v>
                </c:pt>
                <c:pt idx="32">
                  <c:v>40422</c:v>
                </c:pt>
                <c:pt idx="33">
                  <c:v>40452</c:v>
                </c:pt>
                <c:pt idx="34">
                  <c:v>40483</c:v>
                </c:pt>
                <c:pt idx="35">
                  <c:v>40513</c:v>
                </c:pt>
                <c:pt idx="36">
                  <c:v>40544</c:v>
                </c:pt>
                <c:pt idx="37">
                  <c:v>40575</c:v>
                </c:pt>
                <c:pt idx="38">
                  <c:v>40603</c:v>
                </c:pt>
                <c:pt idx="39">
                  <c:v>40634</c:v>
                </c:pt>
                <c:pt idx="40">
                  <c:v>40664</c:v>
                </c:pt>
                <c:pt idx="41">
                  <c:v>40695</c:v>
                </c:pt>
                <c:pt idx="42">
                  <c:v>40725</c:v>
                </c:pt>
                <c:pt idx="43">
                  <c:v>40756</c:v>
                </c:pt>
                <c:pt idx="44">
                  <c:v>40787</c:v>
                </c:pt>
                <c:pt idx="45">
                  <c:v>40817</c:v>
                </c:pt>
                <c:pt idx="46">
                  <c:v>40848</c:v>
                </c:pt>
                <c:pt idx="47">
                  <c:v>40878</c:v>
                </c:pt>
                <c:pt idx="48">
                  <c:v>40909</c:v>
                </c:pt>
                <c:pt idx="49">
                  <c:v>40940</c:v>
                </c:pt>
                <c:pt idx="50">
                  <c:v>40969</c:v>
                </c:pt>
                <c:pt idx="51">
                  <c:v>41000</c:v>
                </c:pt>
                <c:pt idx="52">
                  <c:v>41030</c:v>
                </c:pt>
                <c:pt idx="53">
                  <c:v>41061</c:v>
                </c:pt>
                <c:pt idx="54">
                  <c:v>41091</c:v>
                </c:pt>
                <c:pt idx="55">
                  <c:v>41122</c:v>
                </c:pt>
                <c:pt idx="56">
                  <c:v>41153</c:v>
                </c:pt>
                <c:pt idx="57">
                  <c:v>41183</c:v>
                </c:pt>
                <c:pt idx="58">
                  <c:v>41214</c:v>
                </c:pt>
                <c:pt idx="59">
                  <c:v>41244</c:v>
                </c:pt>
                <c:pt idx="60">
                  <c:v>41275</c:v>
                </c:pt>
                <c:pt idx="61">
                  <c:v>41306</c:v>
                </c:pt>
                <c:pt idx="62">
                  <c:v>41334</c:v>
                </c:pt>
                <c:pt idx="63">
                  <c:v>41365</c:v>
                </c:pt>
                <c:pt idx="64">
                  <c:v>41395</c:v>
                </c:pt>
                <c:pt idx="65">
                  <c:v>41426</c:v>
                </c:pt>
                <c:pt idx="66">
                  <c:v>41456</c:v>
                </c:pt>
                <c:pt idx="67">
                  <c:v>41487</c:v>
                </c:pt>
                <c:pt idx="68">
                  <c:v>41518</c:v>
                </c:pt>
                <c:pt idx="69">
                  <c:v>41548</c:v>
                </c:pt>
                <c:pt idx="70">
                  <c:v>41579</c:v>
                </c:pt>
                <c:pt idx="71">
                  <c:v>41609</c:v>
                </c:pt>
                <c:pt idx="72">
                  <c:v>41640</c:v>
                </c:pt>
                <c:pt idx="73">
                  <c:v>41671</c:v>
                </c:pt>
                <c:pt idx="74">
                  <c:v>41699</c:v>
                </c:pt>
                <c:pt idx="75">
                  <c:v>41730</c:v>
                </c:pt>
                <c:pt idx="76">
                  <c:v>41760</c:v>
                </c:pt>
                <c:pt idx="77">
                  <c:v>41791</c:v>
                </c:pt>
                <c:pt idx="78">
                  <c:v>41821</c:v>
                </c:pt>
                <c:pt idx="79">
                  <c:v>41852</c:v>
                </c:pt>
                <c:pt idx="80">
                  <c:v>41883</c:v>
                </c:pt>
                <c:pt idx="81">
                  <c:v>41913</c:v>
                </c:pt>
                <c:pt idx="82">
                  <c:v>41944</c:v>
                </c:pt>
                <c:pt idx="83">
                  <c:v>41974</c:v>
                </c:pt>
                <c:pt idx="84">
                  <c:v>42005</c:v>
                </c:pt>
                <c:pt idx="85">
                  <c:v>42036</c:v>
                </c:pt>
                <c:pt idx="86">
                  <c:v>42064</c:v>
                </c:pt>
                <c:pt idx="87">
                  <c:v>42095</c:v>
                </c:pt>
                <c:pt idx="88">
                  <c:v>42125</c:v>
                </c:pt>
                <c:pt idx="89">
                  <c:v>42156</c:v>
                </c:pt>
                <c:pt idx="90">
                  <c:v>42186</c:v>
                </c:pt>
                <c:pt idx="91">
                  <c:v>42217</c:v>
                </c:pt>
                <c:pt idx="92">
                  <c:v>42248</c:v>
                </c:pt>
                <c:pt idx="93">
                  <c:v>42278</c:v>
                </c:pt>
                <c:pt idx="94">
                  <c:v>42309</c:v>
                </c:pt>
                <c:pt idx="95">
                  <c:v>42339</c:v>
                </c:pt>
                <c:pt idx="96">
                  <c:v>42370</c:v>
                </c:pt>
                <c:pt idx="97">
                  <c:v>42401</c:v>
                </c:pt>
                <c:pt idx="98">
                  <c:v>42430</c:v>
                </c:pt>
                <c:pt idx="99">
                  <c:v>42461</c:v>
                </c:pt>
                <c:pt idx="100">
                  <c:v>42491</c:v>
                </c:pt>
                <c:pt idx="101">
                  <c:v>42522</c:v>
                </c:pt>
                <c:pt idx="102">
                  <c:v>42552</c:v>
                </c:pt>
                <c:pt idx="103">
                  <c:v>42583</c:v>
                </c:pt>
                <c:pt idx="104">
                  <c:v>42614</c:v>
                </c:pt>
                <c:pt idx="105">
                  <c:v>42644</c:v>
                </c:pt>
                <c:pt idx="106">
                  <c:v>42675</c:v>
                </c:pt>
                <c:pt idx="107">
                  <c:v>42705</c:v>
                </c:pt>
                <c:pt idx="108">
                  <c:v>42736</c:v>
                </c:pt>
                <c:pt idx="109">
                  <c:v>42767</c:v>
                </c:pt>
                <c:pt idx="110">
                  <c:v>42795</c:v>
                </c:pt>
                <c:pt idx="111">
                  <c:v>42826</c:v>
                </c:pt>
                <c:pt idx="112">
                  <c:v>42856</c:v>
                </c:pt>
                <c:pt idx="113">
                  <c:v>42887</c:v>
                </c:pt>
                <c:pt idx="114">
                  <c:v>42917</c:v>
                </c:pt>
                <c:pt idx="115">
                  <c:v>42948</c:v>
                </c:pt>
                <c:pt idx="116">
                  <c:v>42979</c:v>
                </c:pt>
                <c:pt idx="117">
                  <c:v>43009</c:v>
                </c:pt>
                <c:pt idx="118">
                  <c:v>43040</c:v>
                </c:pt>
                <c:pt idx="119">
                  <c:v>43070</c:v>
                </c:pt>
                <c:pt idx="120">
                  <c:v>43101</c:v>
                </c:pt>
                <c:pt idx="121">
                  <c:v>43132</c:v>
                </c:pt>
                <c:pt idx="122">
                  <c:v>43160</c:v>
                </c:pt>
                <c:pt idx="123">
                  <c:v>43191</c:v>
                </c:pt>
                <c:pt idx="124">
                  <c:v>43221</c:v>
                </c:pt>
                <c:pt idx="125">
                  <c:v>43252</c:v>
                </c:pt>
                <c:pt idx="126">
                  <c:v>43282</c:v>
                </c:pt>
                <c:pt idx="127">
                  <c:v>43313</c:v>
                </c:pt>
                <c:pt idx="128">
                  <c:v>43344</c:v>
                </c:pt>
                <c:pt idx="129">
                  <c:v>43374</c:v>
                </c:pt>
                <c:pt idx="130">
                  <c:v>43405</c:v>
                </c:pt>
                <c:pt idx="131">
                  <c:v>43435</c:v>
                </c:pt>
                <c:pt idx="132">
                  <c:v>43466</c:v>
                </c:pt>
                <c:pt idx="133">
                  <c:v>43497</c:v>
                </c:pt>
                <c:pt idx="134">
                  <c:v>43525</c:v>
                </c:pt>
                <c:pt idx="135">
                  <c:v>43556</c:v>
                </c:pt>
                <c:pt idx="136">
                  <c:v>43586</c:v>
                </c:pt>
                <c:pt idx="137">
                  <c:v>43617</c:v>
                </c:pt>
                <c:pt idx="138">
                  <c:v>43647</c:v>
                </c:pt>
                <c:pt idx="139">
                  <c:v>43678</c:v>
                </c:pt>
                <c:pt idx="140">
                  <c:v>43709</c:v>
                </c:pt>
                <c:pt idx="141">
                  <c:v>43739</c:v>
                </c:pt>
                <c:pt idx="142">
                  <c:v>43770</c:v>
                </c:pt>
                <c:pt idx="143">
                  <c:v>43800</c:v>
                </c:pt>
                <c:pt idx="144">
                  <c:v>43831</c:v>
                </c:pt>
                <c:pt idx="145">
                  <c:v>43862</c:v>
                </c:pt>
                <c:pt idx="146">
                  <c:v>43891</c:v>
                </c:pt>
                <c:pt idx="147">
                  <c:v>43922</c:v>
                </c:pt>
                <c:pt idx="148">
                  <c:v>43952</c:v>
                </c:pt>
                <c:pt idx="149">
                  <c:v>43983</c:v>
                </c:pt>
                <c:pt idx="150">
                  <c:v>44013</c:v>
                </c:pt>
                <c:pt idx="151">
                  <c:v>44044</c:v>
                </c:pt>
                <c:pt idx="152">
                  <c:v>44075</c:v>
                </c:pt>
                <c:pt idx="153">
                  <c:v>44105</c:v>
                </c:pt>
                <c:pt idx="154">
                  <c:v>44136</c:v>
                </c:pt>
                <c:pt idx="155">
                  <c:v>44166</c:v>
                </c:pt>
                <c:pt idx="156">
                  <c:v>44197</c:v>
                </c:pt>
                <c:pt idx="157">
                  <c:v>44228</c:v>
                </c:pt>
                <c:pt idx="158">
                  <c:v>44256</c:v>
                </c:pt>
                <c:pt idx="159">
                  <c:v>44287</c:v>
                </c:pt>
                <c:pt idx="160">
                  <c:v>44317</c:v>
                </c:pt>
                <c:pt idx="161">
                  <c:v>44348</c:v>
                </c:pt>
                <c:pt idx="162">
                  <c:v>44378</c:v>
                </c:pt>
                <c:pt idx="163">
                  <c:v>44409</c:v>
                </c:pt>
                <c:pt idx="164">
                  <c:v>44440</c:v>
                </c:pt>
                <c:pt idx="165">
                  <c:v>44470</c:v>
                </c:pt>
                <c:pt idx="166">
                  <c:v>44501</c:v>
                </c:pt>
                <c:pt idx="167">
                  <c:v>44531</c:v>
                </c:pt>
                <c:pt idx="168">
                  <c:v>44562</c:v>
                </c:pt>
                <c:pt idx="169">
                  <c:v>44593</c:v>
                </c:pt>
                <c:pt idx="170">
                  <c:v>44621</c:v>
                </c:pt>
                <c:pt idx="171">
                  <c:v>44652</c:v>
                </c:pt>
                <c:pt idx="172">
                  <c:v>44682</c:v>
                </c:pt>
                <c:pt idx="173">
                  <c:v>44713</c:v>
                </c:pt>
                <c:pt idx="174">
                  <c:v>44743</c:v>
                </c:pt>
                <c:pt idx="175">
                  <c:v>44774</c:v>
                </c:pt>
                <c:pt idx="176">
                  <c:v>44805</c:v>
                </c:pt>
                <c:pt idx="177">
                  <c:v>44835</c:v>
                </c:pt>
                <c:pt idx="178">
                  <c:v>44866</c:v>
                </c:pt>
                <c:pt idx="179">
                  <c:v>44896</c:v>
                </c:pt>
                <c:pt idx="180">
                  <c:v>44927</c:v>
                </c:pt>
                <c:pt idx="181">
                  <c:v>44958</c:v>
                </c:pt>
                <c:pt idx="182">
                  <c:v>44986</c:v>
                </c:pt>
                <c:pt idx="183">
                  <c:v>45017</c:v>
                </c:pt>
                <c:pt idx="184">
                  <c:v>45047</c:v>
                </c:pt>
                <c:pt idx="185">
                  <c:v>45078</c:v>
                </c:pt>
                <c:pt idx="186">
                  <c:v>45108</c:v>
                </c:pt>
                <c:pt idx="187">
                  <c:v>45139</c:v>
                </c:pt>
                <c:pt idx="188">
                  <c:v>45170</c:v>
                </c:pt>
                <c:pt idx="189">
                  <c:v>45200</c:v>
                </c:pt>
                <c:pt idx="190">
                  <c:v>45231</c:v>
                </c:pt>
                <c:pt idx="191">
                  <c:v>45261</c:v>
                </c:pt>
                <c:pt idx="192">
                  <c:v>45292</c:v>
                </c:pt>
                <c:pt idx="193">
                  <c:v>45323</c:v>
                </c:pt>
                <c:pt idx="194">
                  <c:v>45352</c:v>
                </c:pt>
                <c:pt idx="195">
                  <c:v>45383</c:v>
                </c:pt>
                <c:pt idx="196">
                  <c:v>45413</c:v>
                </c:pt>
                <c:pt idx="197">
                  <c:v>45444</c:v>
                </c:pt>
                <c:pt idx="198">
                  <c:v>45474</c:v>
                </c:pt>
                <c:pt idx="199">
                  <c:v>45505</c:v>
                </c:pt>
                <c:pt idx="200">
                  <c:v>45536</c:v>
                </c:pt>
                <c:pt idx="201">
                  <c:v>45566</c:v>
                </c:pt>
                <c:pt idx="202">
                  <c:v>45597</c:v>
                </c:pt>
                <c:pt idx="203">
                  <c:v>45627</c:v>
                </c:pt>
                <c:pt idx="204">
                  <c:v>45658</c:v>
                </c:pt>
              </c:numCache>
              <c:extLst xmlns:c15="http://schemas.microsoft.com/office/drawing/2012/chart"/>
            </c:numRef>
          </c:cat>
          <c:val>
            <c:numRef>
              <c:f>'Tasas interés - Construcción'!$D$6:$D$210</c:f>
              <c:numCache>
                <c:formatCode>_(* #,##0.00_);_(* \(#,##0.00\);_(* "-"??_);_(@_)</c:formatCode>
                <c:ptCount val="205"/>
                <c:pt idx="0">
                  <c:v>9.5941201950000004</c:v>
                </c:pt>
                <c:pt idx="1">
                  <c:v>9.2500283419999985</c:v>
                </c:pt>
                <c:pt idx="2">
                  <c:v>9.1420355825000001</c:v>
                </c:pt>
                <c:pt idx="3">
                  <c:v>9.4896762649999999</c:v>
                </c:pt>
                <c:pt idx="4">
                  <c:v>9.6071443379999995</c:v>
                </c:pt>
                <c:pt idx="5">
                  <c:v>9.4562750250000001</c:v>
                </c:pt>
                <c:pt idx="6">
                  <c:v>9.1249595899999996</c:v>
                </c:pt>
                <c:pt idx="7">
                  <c:v>9.1067247180000006</c:v>
                </c:pt>
                <c:pt idx="8">
                  <c:v>8.8610093225000028</c:v>
                </c:pt>
                <c:pt idx="9">
                  <c:v>8.4156479179999994</c:v>
                </c:pt>
                <c:pt idx="10">
                  <c:v>8.993559874999999</c:v>
                </c:pt>
                <c:pt idx="11">
                  <c:v>8.9154230074999994</c:v>
                </c:pt>
                <c:pt idx="12">
                  <c:v>8.7650475460000017</c:v>
                </c:pt>
                <c:pt idx="13">
                  <c:v>8.6459180275000005</c:v>
                </c:pt>
                <c:pt idx="14">
                  <c:v>8.4206246249999985</c:v>
                </c:pt>
                <c:pt idx="15">
                  <c:v>8.0825879549999993</c:v>
                </c:pt>
                <c:pt idx="16">
                  <c:v>7.4595493340000001</c:v>
                </c:pt>
                <c:pt idx="17">
                  <c:v>7.1390553000000008</c:v>
                </c:pt>
                <c:pt idx="18">
                  <c:v>7.4446998439999996</c:v>
                </c:pt>
                <c:pt idx="19">
                  <c:v>7.8454840624999997</c:v>
                </c:pt>
                <c:pt idx="20">
                  <c:v>7.7849069574999996</c:v>
                </c:pt>
                <c:pt idx="21">
                  <c:v>7.5365091</c:v>
                </c:pt>
                <c:pt idx="22">
                  <c:v>7.9241240775000001</c:v>
                </c:pt>
                <c:pt idx="23">
                  <c:v>7.4235358050000002</c:v>
                </c:pt>
                <c:pt idx="24">
                  <c:v>7.5915941640000009</c:v>
                </c:pt>
                <c:pt idx="25">
                  <c:v>7.9782126300000007</c:v>
                </c:pt>
                <c:pt idx="26">
                  <c:v>7.8489089949999995</c:v>
                </c:pt>
                <c:pt idx="27">
                  <c:v>7.6144802900000004</c:v>
                </c:pt>
                <c:pt idx="28">
                  <c:v>7.9672410099999995</c:v>
                </c:pt>
                <c:pt idx="29">
                  <c:v>7.2519567350000012</c:v>
                </c:pt>
                <c:pt idx="30">
                  <c:v>7.1236785859999996</c:v>
                </c:pt>
                <c:pt idx="31">
                  <c:v>7.3208434274999998</c:v>
                </c:pt>
                <c:pt idx="32">
                  <c:v>7.1655417199999984</c:v>
                </c:pt>
                <c:pt idx="33">
                  <c:v>7.0597380859999985</c:v>
                </c:pt>
                <c:pt idx="34">
                  <c:v>7.4041134399999997</c:v>
                </c:pt>
                <c:pt idx="35">
                  <c:v>7.013584336000001</c:v>
                </c:pt>
                <c:pt idx="36">
                  <c:v>6.8589441375</c:v>
                </c:pt>
                <c:pt idx="37">
                  <c:v>6.8978681575000005</c:v>
                </c:pt>
                <c:pt idx="38">
                  <c:v>6.798937875</c:v>
                </c:pt>
                <c:pt idx="39">
                  <c:v>6.8336184299999996</c:v>
                </c:pt>
                <c:pt idx="40">
                  <c:v>6.6322223400000002</c:v>
                </c:pt>
                <c:pt idx="41">
                  <c:v>6.6999119625000008</c:v>
                </c:pt>
                <c:pt idx="42">
                  <c:v>6.9049347333333326</c:v>
                </c:pt>
                <c:pt idx="43">
                  <c:v>6.5238612050000002</c:v>
                </c:pt>
                <c:pt idx="44">
                  <c:v>6.7976778880000008</c:v>
                </c:pt>
                <c:pt idx="45">
                  <c:v>6.9339005550000001</c:v>
                </c:pt>
                <c:pt idx="46">
                  <c:v>6.5973333450000009</c:v>
                </c:pt>
                <c:pt idx="47">
                  <c:v>6.8782984100000011</c:v>
                </c:pt>
                <c:pt idx="48">
                  <c:v>7.3456023874999996</c:v>
                </c:pt>
                <c:pt idx="49">
                  <c:v>6.9263002075000006</c:v>
                </c:pt>
                <c:pt idx="50">
                  <c:v>6.8995458360000015</c:v>
                </c:pt>
                <c:pt idx="51">
                  <c:v>7.3157608824999993</c:v>
                </c:pt>
                <c:pt idx="52">
                  <c:v>6.958706642500001</c:v>
                </c:pt>
                <c:pt idx="53">
                  <c:v>6.755921901999999</c:v>
                </c:pt>
                <c:pt idx="54">
                  <c:v>7.2484139050000005</c:v>
                </c:pt>
                <c:pt idx="55">
                  <c:v>7.2487988940000001</c:v>
                </c:pt>
                <c:pt idx="56">
                  <c:v>7.2106901975</c:v>
                </c:pt>
                <c:pt idx="57">
                  <c:v>7.0801692900000006</c:v>
                </c:pt>
                <c:pt idx="58">
                  <c:v>7.4142047919999996</c:v>
                </c:pt>
                <c:pt idx="59">
                  <c:v>7.0008291424999998</c:v>
                </c:pt>
                <c:pt idx="60">
                  <c:v>7.3651408299999996</c:v>
                </c:pt>
                <c:pt idx="61">
                  <c:v>7.4986339600000012</c:v>
                </c:pt>
                <c:pt idx="62">
                  <c:v>7.4291233019999998</c:v>
                </c:pt>
                <c:pt idx="63">
                  <c:v>7.2646320374999993</c:v>
                </c:pt>
                <c:pt idx="64">
                  <c:v>6.9796788100000011</c:v>
                </c:pt>
                <c:pt idx="65">
                  <c:v>6.8903521500000009</c:v>
                </c:pt>
                <c:pt idx="66">
                  <c:v>6.922822977500001</c:v>
                </c:pt>
                <c:pt idx="67">
                  <c:v>6.7397647660000004</c:v>
                </c:pt>
                <c:pt idx="68">
                  <c:v>6.6700338375000001</c:v>
                </c:pt>
                <c:pt idx="69">
                  <c:v>6.6135733974999997</c:v>
                </c:pt>
                <c:pt idx="70">
                  <c:v>6.5958732699999993</c:v>
                </c:pt>
                <c:pt idx="71">
                  <c:v>6.5970143500000011</c:v>
                </c:pt>
                <c:pt idx="72">
                  <c:v>6.6535989860000004</c:v>
                </c:pt>
                <c:pt idx="73">
                  <c:v>6.6561660075000004</c:v>
                </c:pt>
                <c:pt idx="74">
                  <c:v>6.4158896975000008</c:v>
                </c:pt>
                <c:pt idx="75">
                  <c:v>5.8716531124999998</c:v>
                </c:pt>
                <c:pt idx="76">
                  <c:v>6.0975224059999995</c:v>
                </c:pt>
                <c:pt idx="77">
                  <c:v>6.1911467400000006</c:v>
                </c:pt>
                <c:pt idx="78">
                  <c:v>5.9172539950000003</c:v>
                </c:pt>
                <c:pt idx="79">
                  <c:v>5.8912455459999995</c:v>
                </c:pt>
                <c:pt idx="80">
                  <c:v>6.0079736175000003</c:v>
                </c:pt>
                <c:pt idx="81">
                  <c:v>6.0243633860000001</c:v>
                </c:pt>
                <c:pt idx="82">
                  <c:v>5.8252399349999999</c:v>
                </c:pt>
                <c:pt idx="83">
                  <c:v>5.3299132499999997</c:v>
                </c:pt>
                <c:pt idx="84">
                  <c:v>5.7906832900000005</c:v>
                </c:pt>
                <c:pt idx="85">
                  <c:v>5.5544202024999993</c:v>
                </c:pt>
                <c:pt idx="86">
                  <c:v>5.3163013924999998</c:v>
                </c:pt>
                <c:pt idx="87">
                  <c:v>5.1597852899999994</c:v>
                </c:pt>
                <c:pt idx="88">
                  <c:v>5.3183994519999995</c:v>
                </c:pt>
                <c:pt idx="89">
                  <c:v>5.0016108149999994</c:v>
                </c:pt>
                <c:pt idx="90">
                  <c:v>5.0750496220000008</c:v>
                </c:pt>
                <c:pt idx="91">
                  <c:v>5.2196306175</c:v>
                </c:pt>
                <c:pt idx="92">
                  <c:v>5.0685155850000001</c:v>
                </c:pt>
                <c:pt idx="93">
                  <c:v>4.9200561339999993</c:v>
                </c:pt>
                <c:pt idx="94">
                  <c:v>4.6203102775000007</c:v>
                </c:pt>
                <c:pt idx="95">
                  <c:v>4.3107314019999992</c:v>
                </c:pt>
                <c:pt idx="96">
                  <c:v>4.4940387074999997</c:v>
                </c:pt>
                <c:pt idx="97">
                  <c:v>4.2893152949999989</c:v>
                </c:pt>
                <c:pt idx="98">
                  <c:v>4.676193424</c:v>
                </c:pt>
                <c:pt idx="99">
                  <c:v>4.2242201625</c:v>
                </c:pt>
                <c:pt idx="100">
                  <c:v>4.3901513775000005</c:v>
                </c:pt>
                <c:pt idx="101">
                  <c:v>4.3464391120000005</c:v>
                </c:pt>
                <c:pt idx="102">
                  <c:v>4.1740276300000003</c:v>
                </c:pt>
                <c:pt idx="103">
                  <c:v>4.2501961900000005</c:v>
                </c:pt>
                <c:pt idx="104">
                  <c:v>4.3644999159999989</c:v>
                </c:pt>
                <c:pt idx="105">
                  <c:v>5.0495927324999998</c:v>
                </c:pt>
                <c:pt idx="106">
                  <c:v>5.1827799950000006</c:v>
                </c:pt>
                <c:pt idx="107">
                  <c:v>5.38973923</c:v>
                </c:pt>
                <c:pt idx="108">
                  <c:v>5.6668093425000006</c:v>
                </c:pt>
                <c:pt idx="109">
                  <c:v>5.320305607499999</c:v>
                </c:pt>
                <c:pt idx="110">
                  <c:v>5.8287157260000004</c:v>
                </c:pt>
                <c:pt idx="111">
                  <c:v>5.6742768225000004</c:v>
                </c:pt>
                <c:pt idx="112">
                  <c:v>5.7350717149999992</c:v>
                </c:pt>
                <c:pt idx="113">
                  <c:v>5.6355228760000005</c:v>
                </c:pt>
                <c:pt idx="114">
                  <c:v>5.7885857100000004</c:v>
                </c:pt>
                <c:pt idx="115">
                  <c:v>6.1766720624999998</c:v>
                </c:pt>
                <c:pt idx="116">
                  <c:v>6.0947392980000004</c:v>
                </c:pt>
                <c:pt idx="117">
                  <c:v>5.5690820374999994</c:v>
                </c:pt>
                <c:pt idx="118">
                  <c:v>5.5076527424999995</c:v>
                </c:pt>
                <c:pt idx="119">
                  <c:v>5.3011199820000003</c:v>
                </c:pt>
                <c:pt idx="120">
                  <c:v>5.3871628674999998</c:v>
                </c:pt>
                <c:pt idx="121">
                  <c:v>5.2837868649999997</c:v>
                </c:pt>
                <c:pt idx="122">
                  <c:v>5.7059215340000007</c:v>
                </c:pt>
                <c:pt idx="123">
                  <c:v>5.7747959524999999</c:v>
                </c:pt>
                <c:pt idx="124">
                  <c:v>5.9594727225000002</c:v>
                </c:pt>
                <c:pt idx="125">
                  <c:v>5.659955794</c:v>
                </c:pt>
                <c:pt idx="126">
                  <c:v>5.7274023249999999</c:v>
                </c:pt>
                <c:pt idx="127">
                  <c:v>5.5401230299999993</c:v>
                </c:pt>
                <c:pt idx="128">
                  <c:v>5.5881666399999999</c:v>
                </c:pt>
                <c:pt idx="129">
                  <c:v>5.5161918200000004</c:v>
                </c:pt>
                <c:pt idx="130">
                  <c:v>5.3400941840000007</c:v>
                </c:pt>
                <c:pt idx="131">
                  <c:v>5.5196769525000002</c:v>
                </c:pt>
                <c:pt idx="132">
                  <c:v>5.6053986633333333</c:v>
                </c:pt>
                <c:pt idx="133">
                  <c:v>5.7877559224999997</c:v>
                </c:pt>
                <c:pt idx="134">
                  <c:v>5.8143023020000006</c:v>
                </c:pt>
                <c:pt idx="135">
                  <c:v>5.3325653100000006</c:v>
                </c:pt>
                <c:pt idx="136">
                  <c:v>5.4623656559999993</c:v>
                </c:pt>
                <c:pt idx="137">
                  <c:v>5.4182402724999994</c:v>
                </c:pt>
                <c:pt idx="138">
                  <c:v>5.7279588550000007</c:v>
                </c:pt>
                <c:pt idx="139">
                  <c:v>5.3488959859999996</c:v>
                </c:pt>
                <c:pt idx="140">
                  <c:v>5.1543174399999998</c:v>
                </c:pt>
                <c:pt idx="141">
                  <c:v>5.3582029574999996</c:v>
                </c:pt>
                <c:pt idx="142">
                  <c:v>4.9521816099999993</c:v>
                </c:pt>
                <c:pt idx="143">
                  <c:v>5.4510034820000008</c:v>
                </c:pt>
                <c:pt idx="144">
                  <c:v>5.2826446949999992</c:v>
                </c:pt>
                <c:pt idx="145">
                  <c:v>5.1411437600000003</c:v>
                </c:pt>
                <c:pt idx="146">
                  <c:v>5.3920996199999998</c:v>
                </c:pt>
                <c:pt idx="147">
                  <c:v>5.3330824440000004</c:v>
                </c:pt>
                <c:pt idx="148">
                  <c:v>5.1455138324999998</c:v>
                </c:pt>
                <c:pt idx="149">
                  <c:v>5.1262724666666672</c:v>
                </c:pt>
                <c:pt idx="150">
                  <c:v>5.0310863460000004</c:v>
                </c:pt>
                <c:pt idx="151">
                  <c:v>4.7789505450000007</c:v>
                </c:pt>
                <c:pt idx="152">
                  <c:v>4.9388763149999999</c:v>
                </c:pt>
                <c:pt idx="153">
                  <c:v>4.8166751320000003</c:v>
                </c:pt>
                <c:pt idx="154">
                  <c:v>4.6852037150000001</c:v>
                </c:pt>
                <c:pt idx="155">
                  <c:v>4.9435583500000009</c:v>
                </c:pt>
                <c:pt idx="156">
                  <c:v>4.8497600380513903</c:v>
                </c:pt>
                <c:pt idx="157">
                  <c:v>4.3591377063850301</c:v>
                </c:pt>
                <c:pt idx="158">
                  <c:v>4.6848157405408601</c:v>
                </c:pt>
                <c:pt idx="159">
                  <c:v>4.4815259421678597</c:v>
                </c:pt>
                <c:pt idx="160">
                  <c:v>4.4936063979976204</c:v>
                </c:pt>
                <c:pt idx="161">
                  <c:v>3.86350744199299</c:v>
                </c:pt>
                <c:pt idx="162">
                  <c:v>3.0185823692684899</c:v>
                </c:pt>
                <c:pt idx="163">
                  <c:v>2.9420205172022702</c:v>
                </c:pt>
                <c:pt idx="164">
                  <c:v>2.6908606249839799</c:v>
                </c:pt>
                <c:pt idx="165">
                  <c:v>2.3773893087991902</c:v>
                </c:pt>
                <c:pt idx="166">
                  <c:v>2.3445281681565802</c:v>
                </c:pt>
                <c:pt idx="167">
                  <c:v>2.5136045692514499</c:v>
                </c:pt>
                <c:pt idx="168">
                  <c:v>2.4105046125454299</c:v>
                </c:pt>
                <c:pt idx="169">
                  <c:v>2.7367464590318198</c:v>
                </c:pt>
                <c:pt idx="170">
                  <c:v>2.2687822551638801</c:v>
                </c:pt>
                <c:pt idx="171">
                  <c:v>2.2763818798723401</c:v>
                </c:pt>
                <c:pt idx="172">
                  <c:v>2.63379022054853</c:v>
                </c:pt>
                <c:pt idx="173">
                  <c:v>3.2039073519575001</c:v>
                </c:pt>
                <c:pt idx="174">
                  <c:v>16.677474509416601</c:v>
                </c:pt>
                <c:pt idx="175">
                  <c:v>18.644874189957498</c:v>
                </c:pt>
                <c:pt idx="176">
                  <c:v>18.2102286529555</c:v>
                </c:pt>
                <c:pt idx="177">
                  <c:v>19.1156011846045</c:v>
                </c:pt>
                <c:pt idx="178">
                  <c:v>19.170806200321998</c:v>
                </c:pt>
                <c:pt idx="179">
                  <c:v>19.214932030977401</c:v>
                </c:pt>
                <c:pt idx="180">
                  <c:v>21.221545344715402</c:v>
                </c:pt>
                <c:pt idx="181">
                  <c:v>24.514713255858499</c:v>
                </c:pt>
                <c:pt idx="182">
                  <c:v>24.187636375934702</c:v>
                </c:pt>
                <c:pt idx="183">
                  <c:v>25.434502428359902</c:v>
                </c:pt>
                <c:pt idx="184">
                  <c:v>25.013832598953201</c:v>
                </c:pt>
                <c:pt idx="185">
                  <c:v>24.490823624209401</c:v>
                </c:pt>
                <c:pt idx="186">
                  <c:v>23.113627213726101</c:v>
                </c:pt>
                <c:pt idx="187">
                  <c:v>22.467430750401398</c:v>
                </c:pt>
                <c:pt idx="188">
                  <c:v>21.5</c:v>
                </c:pt>
                <c:pt idx="189">
                  <c:v>21.312716738421699</c:v>
                </c:pt>
                <c:pt idx="190">
                  <c:v>20.579937477072001</c:v>
                </c:pt>
                <c:pt idx="191">
                  <c:v>19.579992556902901</c:v>
                </c:pt>
                <c:pt idx="192">
                  <c:v>18.619452588143499</c:v>
                </c:pt>
                <c:pt idx="193">
                  <c:v>18.2256241580961</c:v>
                </c:pt>
                <c:pt idx="194">
                  <c:v>17.261343180735899</c:v>
                </c:pt>
                <c:pt idx="195">
                  <c:v>16.775591156104799</c:v>
                </c:pt>
                <c:pt idx="196">
                  <c:v>14.997887101711498</c:v>
                </c:pt>
                <c:pt idx="197">
                  <c:v>15.008149546725299</c:v>
                </c:pt>
                <c:pt idx="198">
                  <c:v>14.9507710235213</c:v>
                </c:pt>
                <c:pt idx="199">
                  <c:v>14.6696567090833</c:v>
                </c:pt>
                <c:pt idx="200">
                  <c:v>14.3819242859542</c:v>
                </c:pt>
                <c:pt idx="201">
                  <c:v>13.9525195630765</c:v>
                </c:pt>
                <c:pt idx="202">
                  <c:v>13.7900139302018</c:v>
                </c:pt>
                <c:pt idx="203">
                  <c:v>12.9344306487164</c:v>
                </c:pt>
                <c:pt idx="204">
                  <c:v>12.6793116077504</c:v>
                </c:pt>
              </c:numCache>
            </c:numRef>
          </c:val>
          <c:smooth val="1"/>
          <c:extLst xmlns:c15="http://schemas.microsoft.com/office/drawing/2012/chart">
            <c:ext xmlns:c16="http://schemas.microsoft.com/office/drawing/2014/chart" uri="{C3380CC4-5D6E-409C-BE32-E72D297353CC}">
              <c16:uniqueId val="{00000005-6C4C-4DA7-9886-C064CD19D96B}"/>
            </c:ext>
          </c:extLst>
        </c:ser>
        <c:ser>
          <c:idx val="4"/>
          <c:order val="2"/>
          <c:tx>
            <c:v>VIS</c:v>
          </c:tx>
          <c:spPr>
            <a:ln w="28575" cap="rnd">
              <a:solidFill>
                <a:srgbClr val="92D050"/>
              </a:solidFill>
              <a:round/>
            </a:ln>
            <a:effectLst/>
          </c:spPr>
          <c:marker>
            <c:symbol val="none"/>
          </c:marker>
          <c:dLbls>
            <c:dLbl>
              <c:idx val="204"/>
              <c:layout>
                <c:manualLayout>
                  <c:x val="0"/>
                  <c:y val="2.2394630617907633E-2"/>
                </c:manualLayout>
              </c:layout>
              <c:numFmt formatCode="#,##0.0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50" b="1" i="0" u="none" strike="noStrike" kern="1200" baseline="0">
                      <a:solidFill>
                        <a:srgbClr val="92D050"/>
                      </a:solidFill>
                      <a:latin typeface="Dosis" pitchFamily="2" charset="0"/>
                      <a:ea typeface="+mn-ea"/>
                      <a:cs typeface="+mn-cs"/>
                    </a:defRPr>
                  </a:pPr>
                  <a:endParaRPr lang="es-CO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A576-4258-8561-56A4FA0C2BA7}"/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50" b="1" i="0" u="none" strike="noStrike" kern="1200" baseline="0">
                    <a:solidFill>
                      <a:srgbClr val="92D05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'Tasas interés - Construcción'!$A$6:$A$210</c:f>
              <c:numCache>
                <c:formatCode>mmm\-yy</c:formatCode>
                <c:ptCount val="205"/>
                <c:pt idx="0">
                  <c:v>39448</c:v>
                </c:pt>
                <c:pt idx="1">
                  <c:v>39479</c:v>
                </c:pt>
                <c:pt idx="2">
                  <c:v>39508</c:v>
                </c:pt>
                <c:pt idx="3">
                  <c:v>39539</c:v>
                </c:pt>
                <c:pt idx="4">
                  <c:v>39569</c:v>
                </c:pt>
                <c:pt idx="5">
                  <c:v>39600</c:v>
                </c:pt>
                <c:pt idx="6">
                  <c:v>39630</c:v>
                </c:pt>
                <c:pt idx="7">
                  <c:v>39661</c:v>
                </c:pt>
                <c:pt idx="8">
                  <c:v>39692</c:v>
                </c:pt>
                <c:pt idx="9">
                  <c:v>39722</c:v>
                </c:pt>
                <c:pt idx="10">
                  <c:v>39753</c:v>
                </c:pt>
                <c:pt idx="11">
                  <c:v>39783</c:v>
                </c:pt>
                <c:pt idx="12">
                  <c:v>39814</c:v>
                </c:pt>
                <c:pt idx="13">
                  <c:v>39845</c:v>
                </c:pt>
                <c:pt idx="14">
                  <c:v>39873</c:v>
                </c:pt>
                <c:pt idx="15">
                  <c:v>39904</c:v>
                </c:pt>
                <c:pt idx="16">
                  <c:v>39934</c:v>
                </c:pt>
                <c:pt idx="17">
                  <c:v>39965</c:v>
                </c:pt>
                <c:pt idx="18">
                  <c:v>39995</c:v>
                </c:pt>
                <c:pt idx="19">
                  <c:v>40026</c:v>
                </c:pt>
                <c:pt idx="20">
                  <c:v>40057</c:v>
                </c:pt>
                <c:pt idx="21">
                  <c:v>40087</c:v>
                </c:pt>
                <c:pt idx="22">
                  <c:v>40118</c:v>
                </c:pt>
                <c:pt idx="23">
                  <c:v>40148</c:v>
                </c:pt>
                <c:pt idx="24">
                  <c:v>40179</c:v>
                </c:pt>
                <c:pt idx="25">
                  <c:v>40210</c:v>
                </c:pt>
                <c:pt idx="26">
                  <c:v>40238</c:v>
                </c:pt>
                <c:pt idx="27">
                  <c:v>40269</c:v>
                </c:pt>
                <c:pt idx="28">
                  <c:v>40299</c:v>
                </c:pt>
                <c:pt idx="29">
                  <c:v>40330</c:v>
                </c:pt>
                <c:pt idx="30">
                  <c:v>40360</c:v>
                </c:pt>
                <c:pt idx="31">
                  <c:v>40391</c:v>
                </c:pt>
                <c:pt idx="32">
                  <c:v>40422</c:v>
                </c:pt>
                <c:pt idx="33">
                  <c:v>40452</c:v>
                </c:pt>
                <c:pt idx="34">
                  <c:v>40483</c:v>
                </c:pt>
                <c:pt idx="35">
                  <c:v>40513</c:v>
                </c:pt>
                <c:pt idx="36">
                  <c:v>40544</c:v>
                </c:pt>
                <c:pt idx="37">
                  <c:v>40575</c:v>
                </c:pt>
                <c:pt idx="38">
                  <c:v>40603</c:v>
                </c:pt>
                <c:pt idx="39">
                  <c:v>40634</c:v>
                </c:pt>
                <c:pt idx="40">
                  <c:v>40664</c:v>
                </c:pt>
                <c:pt idx="41">
                  <c:v>40695</c:v>
                </c:pt>
                <c:pt idx="42">
                  <c:v>40725</c:v>
                </c:pt>
                <c:pt idx="43">
                  <c:v>40756</c:v>
                </c:pt>
                <c:pt idx="44">
                  <c:v>40787</c:v>
                </c:pt>
                <c:pt idx="45">
                  <c:v>40817</c:v>
                </c:pt>
                <c:pt idx="46">
                  <c:v>40848</c:v>
                </c:pt>
                <c:pt idx="47">
                  <c:v>40878</c:v>
                </c:pt>
                <c:pt idx="48">
                  <c:v>40909</c:v>
                </c:pt>
                <c:pt idx="49">
                  <c:v>40940</c:v>
                </c:pt>
                <c:pt idx="50">
                  <c:v>40969</c:v>
                </c:pt>
                <c:pt idx="51">
                  <c:v>41000</c:v>
                </c:pt>
                <c:pt idx="52">
                  <c:v>41030</c:v>
                </c:pt>
                <c:pt idx="53">
                  <c:v>41061</c:v>
                </c:pt>
                <c:pt idx="54">
                  <c:v>41091</c:v>
                </c:pt>
                <c:pt idx="55">
                  <c:v>41122</c:v>
                </c:pt>
                <c:pt idx="56">
                  <c:v>41153</c:v>
                </c:pt>
                <c:pt idx="57">
                  <c:v>41183</c:v>
                </c:pt>
                <c:pt idx="58">
                  <c:v>41214</c:v>
                </c:pt>
                <c:pt idx="59">
                  <c:v>41244</c:v>
                </c:pt>
                <c:pt idx="60">
                  <c:v>41275</c:v>
                </c:pt>
                <c:pt idx="61">
                  <c:v>41306</c:v>
                </c:pt>
                <c:pt idx="62">
                  <c:v>41334</c:v>
                </c:pt>
                <c:pt idx="63">
                  <c:v>41365</c:v>
                </c:pt>
                <c:pt idx="64">
                  <c:v>41395</c:v>
                </c:pt>
                <c:pt idx="65">
                  <c:v>41426</c:v>
                </c:pt>
                <c:pt idx="66">
                  <c:v>41456</c:v>
                </c:pt>
                <c:pt idx="67">
                  <c:v>41487</c:v>
                </c:pt>
                <c:pt idx="68">
                  <c:v>41518</c:v>
                </c:pt>
                <c:pt idx="69">
                  <c:v>41548</c:v>
                </c:pt>
                <c:pt idx="70">
                  <c:v>41579</c:v>
                </c:pt>
                <c:pt idx="71">
                  <c:v>41609</c:v>
                </c:pt>
                <c:pt idx="72">
                  <c:v>41640</c:v>
                </c:pt>
                <c:pt idx="73">
                  <c:v>41671</c:v>
                </c:pt>
                <c:pt idx="74">
                  <c:v>41699</c:v>
                </c:pt>
                <c:pt idx="75">
                  <c:v>41730</c:v>
                </c:pt>
                <c:pt idx="76">
                  <c:v>41760</c:v>
                </c:pt>
                <c:pt idx="77">
                  <c:v>41791</c:v>
                </c:pt>
                <c:pt idx="78">
                  <c:v>41821</c:v>
                </c:pt>
                <c:pt idx="79">
                  <c:v>41852</c:v>
                </c:pt>
                <c:pt idx="80">
                  <c:v>41883</c:v>
                </c:pt>
                <c:pt idx="81">
                  <c:v>41913</c:v>
                </c:pt>
                <c:pt idx="82">
                  <c:v>41944</c:v>
                </c:pt>
                <c:pt idx="83">
                  <c:v>41974</c:v>
                </c:pt>
                <c:pt idx="84">
                  <c:v>42005</c:v>
                </c:pt>
                <c:pt idx="85">
                  <c:v>42036</c:v>
                </c:pt>
                <c:pt idx="86">
                  <c:v>42064</c:v>
                </c:pt>
                <c:pt idx="87">
                  <c:v>42095</c:v>
                </c:pt>
                <c:pt idx="88">
                  <c:v>42125</c:v>
                </c:pt>
                <c:pt idx="89">
                  <c:v>42156</c:v>
                </c:pt>
                <c:pt idx="90">
                  <c:v>42186</c:v>
                </c:pt>
                <c:pt idx="91">
                  <c:v>42217</c:v>
                </c:pt>
                <c:pt idx="92">
                  <c:v>42248</c:v>
                </c:pt>
                <c:pt idx="93">
                  <c:v>42278</c:v>
                </c:pt>
                <c:pt idx="94">
                  <c:v>42309</c:v>
                </c:pt>
                <c:pt idx="95">
                  <c:v>42339</c:v>
                </c:pt>
                <c:pt idx="96">
                  <c:v>42370</c:v>
                </c:pt>
                <c:pt idx="97">
                  <c:v>42401</c:v>
                </c:pt>
                <c:pt idx="98">
                  <c:v>42430</c:v>
                </c:pt>
                <c:pt idx="99">
                  <c:v>42461</c:v>
                </c:pt>
                <c:pt idx="100">
                  <c:v>42491</c:v>
                </c:pt>
                <c:pt idx="101">
                  <c:v>42522</c:v>
                </c:pt>
                <c:pt idx="102">
                  <c:v>42552</c:v>
                </c:pt>
                <c:pt idx="103">
                  <c:v>42583</c:v>
                </c:pt>
                <c:pt idx="104">
                  <c:v>42614</c:v>
                </c:pt>
                <c:pt idx="105">
                  <c:v>42644</c:v>
                </c:pt>
                <c:pt idx="106">
                  <c:v>42675</c:v>
                </c:pt>
                <c:pt idx="107">
                  <c:v>42705</c:v>
                </c:pt>
                <c:pt idx="108">
                  <c:v>42736</c:v>
                </c:pt>
                <c:pt idx="109">
                  <c:v>42767</c:v>
                </c:pt>
                <c:pt idx="110">
                  <c:v>42795</c:v>
                </c:pt>
                <c:pt idx="111">
                  <c:v>42826</c:v>
                </c:pt>
                <c:pt idx="112">
                  <c:v>42856</c:v>
                </c:pt>
                <c:pt idx="113">
                  <c:v>42887</c:v>
                </c:pt>
                <c:pt idx="114">
                  <c:v>42917</c:v>
                </c:pt>
                <c:pt idx="115">
                  <c:v>42948</c:v>
                </c:pt>
                <c:pt idx="116">
                  <c:v>42979</c:v>
                </c:pt>
                <c:pt idx="117">
                  <c:v>43009</c:v>
                </c:pt>
                <c:pt idx="118">
                  <c:v>43040</c:v>
                </c:pt>
                <c:pt idx="119">
                  <c:v>43070</c:v>
                </c:pt>
                <c:pt idx="120">
                  <c:v>43101</c:v>
                </c:pt>
                <c:pt idx="121">
                  <c:v>43132</c:v>
                </c:pt>
                <c:pt idx="122">
                  <c:v>43160</c:v>
                </c:pt>
                <c:pt idx="123">
                  <c:v>43191</c:v>
                </c:pt>
                <c:pt idx="124">
                  <c:v>43221</c:v>
                </c:pt>
                <c:pt idx="125">
                  <c:v>43252</c:v>
                </c:pt>
                <c:pt idx="126">
                  <c:v>43282</c:v>
                </c:pt>
                <c:pt idx="127">
                  <c:v>43313</c:v>
                </c:pt>
                <c:pt idx="128">
                  <c:v>43344</c:v>
                </c:pt>
                <c:pt idx="129">
                  <c:v>43374</c:v>
                </c:pt>
                <c:pt idx="130">
                  <c:v>43405</c:v>
                </c:pt>
                <c:pt idx="131">
                  <c:v>43435</c:v>
                </c:pt>
                <c:pt idx="132">
                  <c:v>43466</c:v>
                </c:pt>
                <c:pt idx="133">
                  <c:v>43497</c:v>
                </c:pt>
                <c:pt idx="134">
                  <c:v>43525</c:v>
                </c:pt>
                <c:pt idx="135">
                  <c:v>43556</c:v>
                </c:pt>
                <c:pt idx="136">
                  <c:v>43586</c:v>
                </c:pt>
                <c:pt idx="137">
                  <c:v>43617</c:v>
                </c:pt>
                <c:pt idx="138">
                  <c:v>43647</c:v>
                </c:pt>
                <c:pt idx="139">
                  <c:v>43678</c:v>
                </c:pt>
                <c:pt idx="140">
                  <c:v>43709</c:v>
                </c:pt>
                <c:pt idx="141">
                  <c:v>43739</c:v>
                </c:pt>
                <c:pt idx="142">
                  <c:v>43770</c:v>
                </c:pt>
                <c:pt idx="143">
                  <c:v>43800</c:v>
                </c:pt>
                <c:pt idx="144">
                  <c:v>43831</c:v>
                </c:pt>
                <c:pt idx="145">
                  <c:v>43862</c:v>
                </c:pt>
                <c:pt idx="146">
                  <c:v>43891</c:v>
                </c:pt>
                <c:pt idx="147">
                  <c:v>43922</c:v>
                </c:pt>
                <c:pt idx="148">
                  <c:v>43952</c:v>
                </c:pt>
                <c:pt idx="149">
                  <c:v>43983</c:v>
                </c:pt>
                <c:pt idx="150">
                  <c:v>44013</c:v>
                </c:pt>
                <c:pt idx="151">
                  <c:v>44044</c:v>
                </c:pt>
                <c:pt idx="152">
                  <c:v>44075</c:v>
                </c:pt>
                <c:pt idx="153">
                  <c:v>44105</c:v>
                </c:pt>
                <c:pt idx="154">
                  <c:v>44136</c:v>
                </c:pt>
                <c:pt idx="155">
                  <c:v>44166</c:v>
                </c:pt>
                <c:pt idx="156">
                  <c:v>44197</c:v>
                </c:pt>
                <c:pt idx="157">
                  <c:v>44228</c:v>
                </c:pt>
                <c:pt idx="158">
                  <c:v>44256</c:v>
                </c:pt>
                <c:pt idx="159">
                  <c:v>44287</c:v>
                </c:pt>
                <c:pt idx="160">
                  <c:v>44317</c:v>
                </c:pt>
                <c:pt idx="161">
                  <c:v>44348</c:v>
                </c:pt>
                <c:pt idx="162">
                  <c:v>44378</c:v>
                </c:pt>
                <c:pt idx="163">
                  <c:v>44409</c:v>
                </c:pt>
                <c:pt idx="164">
                  <c:v>44440</c:v>
                </c:pt>
                <c:pt idx="165">
                  <c:v>44470</c:v>
                </c:pt>
                <c:pt idx="166">
                  <c:v>44501</c:v>
                </c:pt>
                <c:pt idx="167">
                  <c:v>44531</c:v>
                </c:pt>
                <c:pt idx="168">
                  <c:v>44562</c:v>
                </c:pt>
                <c:pt idx="169">
                  <c:v>44593</c:v>
                </c:pt>
                <c:pt idx="170">
                  <c:v>44621</c:v>
                </c:pt>
                <c:pt idx="171">
                  <c:v>44652</c:v>
                </c:pt>
                <c:pt idx="172">
                  <c:v>44682</c:v>
                </c:pt>
                <c:pt idx="173">
                  <c:v>44713</c:v>
                </c:pt>
                <c:pt idx="174">
                  <c:v>44743</c:v>
                </c:pt>
                <c:pt idx="175">
                  <c:v>44774</c:v>
                </c:pt>
                <c:pt idx="176">
                  <c:v>44805</c:v>
                </c:pt>
                <c:pt idx="177">
                  <c:v>44835</c:v>
                </c:pt>
                <c:pt idx="178">
                  <c:v>44866</c:v>
                </c:pt>
                <c:pt idx="179">
                  <c:v>44896</c:v>
                </c:pt>
                <c:pt idx="180">
                  <c:v>44927</c:v>
                </c:pt>
                <c:pt idx="181">
                  <c:v>44958</c:v>
                </c:pt>
                <c:pt idx="182">
                  <c:v>44986</c:v>
                </c:pt>
                <c:pt idx="183">
                  <c:v>45017</c:v>
                </c:pt>
                <c:pt idx="184">
                  <c:v>45047</c:v>
                </c:pt>
                <c:pt idx="185">
                  <c:v>45078</c:v>
                </c:pt>
                <c:pt idx="186">
                  <c:v>45108</c:v>
                </c:pt>
                <c:pt idx="187">
                  <c:v>45139</c:v>
                </c:pt>
                <c:pt idx="188">
                  <c:v>45170</c:v>
                </c:pt>
                <c:pt idx="189">
                  <c:v>45200</c:v>
                </c:pt>
                <c:pt idx="190">
                  <c:v>45231</c:v>
                </c:pt>
                <c:pt idx="191">
                  <c:v>45261</c:v>
                </c:pt>
                <c:pt idx="192">
                  <c:v>45292</c:v>
                </c:pt>
                <c:pt idx="193">
                  <c:v>45323</c:v>
                </c:pt>
                <c:pt idx="194">
                  <c:v>45352</c:v>
                </c:pt>
                <c:pt idx="195">
                  <c:v>45383</c:v>
                </c:pt>
                <c:pt idx="196">
                  <c:v>45413</c:v>
                </c:pt>
                <c:pt idx="197">
                  <c:v>45444</c:v>
                </c:pt>
                <c:pt idx="198">
                  <c:v>45474</c:v>
                </c:pt>
                <c:pt idx="199">
                  <c:v>45505</c:v>
                </c:pt>
                <c:pt idx="200">
                  <c:v>45536</c:v>
                </c:pt>
                <c:pt idx="201">
                  <c:v>45566</c:v>
                </c:pt>
                <c:pt idx="202">
                  <c:v>45597</c:v>
                </c:pt>
                <c:pt idx="203">
                  <c:v>45627</c:v>
                </c:pt>
                <c:pt idx="204">
                  <c:v>45658</c:v>
                </c:pt>
              </c:numCache>
            </c:numRef>
          </c:cat>
          <c:val>
            <c:numRef>
              <c:f>'Tasas interés - Construcción'!$F$6:$F$210</c:f>
              <c:numCache>
                <c:formatCode>_(* #.##000_);_(* \(#.##000\);_(* "-"??_);_(@_)</c:formatCode>
                <c:ptCount val="205"/>
                <c:pt idx="0">
                  <c:v>16.163639332234499</c:v>
                </c:pt>
                <c:pt idx="1">
                  <c:v>15.717505098479799</c:v>
                </c:pt>
                <c:pt idx="2">
                  <c:v>16.073886690913501</c:v>
                </c:pt>
                <c:pt idx="3">
                  <c:v>16.380090346141301</c:v>
                </c:pt>
                <c:pt idx="4">
                  <c:v>16.102261759126499</c:v>
                </c:pt>
                <c:pt idx="5">
                  <c:v>16.8908851489733</c:v>
                </c:pt>
                <c:pt idx="6">
                  <c:v>16.106162020870901</c:v>
                </c:pt>
                <c:pt idx="7">
                  <c:v>16.63</c:v>
                </c:pt>
                <c:pt idx="8">
                  <c:v>16.63</c:v>
                </c:pt>
                <c:pt idx="9">
                  <c:v>17.2885927165208</c:v>
                </c:pt>
                <c:pt idx="10">
                  <c:v>16.455929002251899</c:v>
                </c:pt>
                <c:pt idx="11">
                  <c:v>18.034890766140698</c:v>
                </c:pt>
                <c:pt idx="12">
                  <c:v>17.191496132233699</c:v>
                </c:pt>
                <c:pt idx="13">
                  <c:v>17.201813404049599</c:v>
                </c:pt>
                <c:pt idx="14">
                  <c:v>17.811923433329898</c:v>
                </c:pt>
                <c:pt idx="15">
                  <c:v>17.025389707537698</c:v>
                </c:pt>
                <c:pt idx="16">
                  <c:v>16.692257492306499</c:v>
                </c:pt>
                <c:pt idx="17">
                  <c:v>16.4923259531034</c:v>
                </c:pt>
                <c:pt idx="18">
                  <c:v>15.579483825571501</c:v>
                </c:pt>
                <c:pt idx="19">
                  <c:v>14.7782617386724</c:v>
                </c:pt>
                <c:pt idx="20">
                  <c:v>14.1777283081771</c:v>
                </c:pt>
                <c:pt idx="21">
                  <c:v>13.9879577571569</c:v>
                </c:pt>
                <c:pt idx="22">
                  <c:v>13.952756331705601</c:v>
                </c:pt>
                <c:pt idx="23">
                  <c:v>13.5167854742493</c:v>
                </c:pt>
                <c:pt idx="24">
                  <c:v>12.868573766514199</c:v>
                </c:pt>
                <c:pt idx="25">
                  <c:v>12.686527817459799</c:v>
                </c:pt>
                <c:pt idx="26">
                  <c:v>12.666217622540101</c:v>
                </c:pt>
                <c:pt idx="27">
                  <c:v>12.6719276191278</c:v>
                </c:pt>
                <c:pt idx="28">
                  <c:v>12.451741080500801</c:v>
                </c:pt>
                <c:pt idx="29">
                  <c:v>12.4311190390811</c:v>
                </c:pt>
                <c:pt idx="30">
                  <c:v>12.82</c:v>
                </c:pt>
                <c:pt idx="31">
                  <c:v>12.82</c:v>
                </c:pt>
                <c:pt idx="32">
                  <c:v>13.0937554796773</c:v>
                </c:pt>
                <c:pt idx="33">
                  <c:v>12.9190549823984</c:v>
                </c:pt>
                <c:pt idx="34">
                  <c:v>12.82</c:v>
                </c:pt>
                <c:pt idx="35">
                  <c:v>12.919279143721999</c:v>
                </c:pt>
                <c:pt idx="36">
                  <c:v>12.8227968682036</c:v>
                </c:pt>
                <c:pt idx="37">
                  <c:v>12.8557111387003</c:v>
                </c:pt>
                <c:pt idx="38">
                  <c:v>12.876862625232301</c:v>
                </c:pt>
                <c:pt idx="39">
                  <c:v>12.8414693255252</c:v>
                </c:pt>
                <c:pt idx="40">
                  <c:v>12.9164482482552</c:v>
                </c:pt>
                <c:pt idx="41">
                  <c:v>12.865682647303601</c:v>
                </c:pt>
                <c:pt idx="42">
                  <c:v>12.8689359566352</c:v>
                </c:pt>
                <c:pt idx="43">
                  <c:v>12.9119858828975</c:v>
                </c:pt>
                <c:pt idx="44">
                  <c:v>12.9680589996164</c:v>
                </c:pt>
                <c:pt idx="45">
                  <c:v>12.7687635700582</c:v>
                </c:pt>
                <c:pt idx="46">
                  <c:v>12.7805302971502</c:v>
                </c:pt>
                <c:pt idx="47">
                  <c:v>12.788444543659001</c:v>
                </c:pt>
                <c:pt idx="48">
                  <c:v>12.913961332028601</c:v>
                </c:pt>
                <c:pt idx="49">
                  <c:v>12.833133975997701</c:v>
                </c:pt>
                <c:pt idx="50">
                  <c:v>12.9589873213364</c:v>
                </c:pt>
                <c:pt idx="51">
                  <c:v>11.8073663051337</c:v>
                </c:pt>
                <c:pt idx="52">
                  <c:v>13.3662781282368</c:v>
                </c:pt>
                <c:pt idx="53">
                  <c:v>11.9466365623689</c:v>
                </c:pt>
                <c:pt idx="54">
                  <c:v>13.060756807700701</c:v>
                </c:pt>
                <c:pt idx="55">
                  <c:v>11.0134715363867</c:v>
                </c:pt>
                <c:pt idx="56">
                  <c:v>11.9403714195782</c:v>
                </c:pt>
                <c:pt idx="57">
                  <c:v>12.203387153102099</c:v>
                </c:pt>
                <c:pt idx="58">
                  <c:v>12.837309040755899</c:v>
                </c:pt>
                <c:pt idx="59">
                  <c:v>12.2419372652226</c:v>
                </c:pt>
                <c:pt idx="60">
                  <c:v>10.866785078508</c:v>
                </c:pt>
                <c:pt idx="61">
                  <c:v>11.2291543730746</c:v>
                </c:pt>
                <c:pt idx="62">
                  <c:v>12.367544396209</c:v>
                </c:pt>
                <c:pt idx="63">
                  <c:v>12.055827598768699</c:v>
                </c:pt>
                <c:pt idx="64">
                  <c:v>12.1993585027256</c:v>
                </c:pt>
                <c:pt idx="65">
                  <c:v>10.2726030022292</c:v>
                </c:pt>
                <c:pt idx="66">
                  <c:v>10.424819747672499</c:v>
                </c:pt>
                <c:pt idx="67">
                  <c:v>10.5340028466393</c:v>
                </c:pt>
                <c:pt idx="68">
                  <c:v>10.9995834911189</c:v>
                </c:pt>
                <c:pt idx="69">
                  <c:v>10.625287704571299</c:v>
                </c:pt>
                <c:pt idx="70">
                  <c:v>10.8453624055433</c:v>
                </c:pt>
                <c:pt idx="71">
                  <c:v>11.2710428590722</c:v>
                </c:pt>
                <c:pt idx="72">
                  <c:v>11.532480962149201</c:v>
                </c:pt>
                <c:pt idx="73">
                  <c:v>11.316442966757601</c:v>
                </c:pt>
                <c:pt idx="74">
                  <c:v>10.8090980503298</c:v>
                </c:pt>
                <c:pt idx="75">
                  <c:v>11.2612581336052</c:v>
                </c:pt>
                <c:pt idx="76">
                  <c:v>11.356703821557399</c:v>
                </c:pt>
                <c:pt idx="77">
                  <c:v>10.402145152480299</c:v>
                </c:pt>
                <c:pt idx="78">
                  <c:v>11.247314203483899</c:v>
                </c:pt>
                <c:pt idx="79">
                  <c:v>11.340097168200399</c:v>
                </c:pt>
                <c:pt idx="80">
                  <c:v>11.3436287327768</c:v>
                </c:pt>
                <c:pt idx="81">
                  <c:v>11.075480602144999</c:v>
                </c:pt>
                <c:pt idx="82">
                  <c:v>11.3143157380315</c:v>
                </c:pt>
                <c:pt idx="83">
                  <c:v>10.9972730998816</c:v>
                </c:pt>
                <c:pt idx="84">
                  <c:v>11.038458225667499</c:v>
                </c:pt>
                <c:pt idx="85">
                  <c:v>10.6499183112166</c:v>
                </c:pt>
                <c:pt idx="86">
                  <c:v>11.2436351507108</c:v>
                </c:pt>
                <c:pt idx="87">
                  <c:v>11.074415115251499</c:v>
                </c:pt>
                <c:pt idx="88">
                  <c:v>11.016915091828601</c:v>
                </c:pt>
                <c:pt idx="89">
                  <c:v>10.9507968901846</c:v>
                </c:pt>
                <c:pt idx="90">
                  <c:v>10.345334216589601</c:v>
                </c:pt>
                <c:pt idx="91">
                  <c:v>11.0491819054457</c:v>
                </c:pt>
                <c:pt idx="92">
                  <c:v>11.0212502116756</c:v>
                </c:pt>
                <c:pt idx="93">
                  <c:v>10.9843603295691</c:v>
                </c:pt>
                <c:pt idx="94">
                  <c:v>11.4774709233167</c:v>
                </c:pt>
                <c:pt idx="95">
                  <c:v>10.7377457876207</c:v>
                </c:pt>
                <c:pt idx="96">
                  <c:v>11.409772357911899</c:v>
                </c:pt>
                <c:pt idx="97">
                  <c:v>11.6055140405357</c:v>
                </c:pt>
                <c:pt idx="98">
                  <c:v>12.3455382907573</c:v>
                </c:pt>
                <c:pt idx="99">
                  <c:v>12.478267927159401</c:v>
                </c:pt>
                <c:pt idx="100">
                  <c:v>12.476674236582699</c:v>
                </c:pt>
                <c:pt idx="101">
                  <c:v>12.444042926668899</c:v>
                </c:pt>
                <c:pt idx="102">
                  <c:v>12.380566078037001</c:v>
                </c:pt>
                <c:pt idx="103">
                  <c:v>12.807511151498099</c:v>
                </c:pt>
                <c:pt idx="104">
                  <c:v>12.384988995002301</c:v>
                </c:pt>
                <c:pt idx="105">
                  <c:v>12.911845615641401</c:v>
                </c:pt>
                <c:pt idx="106">
                  <c:v>13.000901427379899</c:v>
                </c:pt>
                <c:pt idx="107">
                  <c:v>13.059790320198999</c:v>
                </c:pt>
                <c:pt idx="108">
                  <c:v>13.1989569857065</c:v>
                </c:pt>
                <c:pt idx="109">
                  <c:v>12.9098266838197</c:v>
                </c:pt>
                <c:pt idx="110">
                  <c:v>13.117925308254</c:v>
                </c:pt>
                <c:pt idx="111">
                  <c:v>13.0848254781998</c:v>
                </c:pt>
                <c:pt idx="112">
                  <c:v>12.6686691483083</c:v>
                </c:pt>
                <c:pt idx="113">
                  <c:v>12.805418219927599</c:v>
                </c:pt>
                <c:pt idx="114">
                  <c:v>13.0696967215823</c:v>
                </c:pt>
                <c:pt idx="115">
                  <c:v>12.2498773643843</c:v>
                </c:pt>
                <c:pt idx="116">
                  <c:v>12.457268535692799</c:v>
                </c:pt>
                <c:pt idx="117">
                  <c:v>11.9333809852298</c:v>
                </c:pt>
                <c:pt idx="118">
                  <c:v>12.106945409001</c:v>
                </c:pt>
                <c:pt idx="119">
                  <c:v>12.6439365235743</c:v>
                </c:pt>
                <c:pt idx="120">
                  <c:v>11.2667567710022</c:v>
                </c:pt>
                <c:pt idx="121">
                  <c:v>11.9082260922019</c:v>
                </c:pt>
                <c:pt idx="122">
                  <c:v>11.722029126507699</c:v>
                </c:pt>
                <c:pt idx="123">
                  <c:v>12.066035337036601</c:v>
                </c:pt>
                <c:pt idx="124">
                  <c:v>12.6678927756773</c:v>
                </c:pt>
                <c:pt idx="125">
                  <c:v>12.8937771283491</c:v>
                </c:pt>
                <c:pt idx="126">
                  <c:v>13.478026570459001</c:v>
                </c:pt>
                <c:pt idx="127">
                  <c:v>12.5810757114412</c:v>
                </c:pt>
                <c:pt idx="128">
                  <c:v>12.932327067489</c:v>
                </c:pt>
                <c:pt idx="129">
                  <c:v>12.3254970509876</c:v>
                </c:pt>
                <c:pt idx="130">
                  <c:v>12.5685818213353</c:v>
                </c:pt>
                <c:pt idx="131">
                  <c:v>12.833741579766199</c:v>
                </c:pt>
                <c:pt idx="132">
                  <c:v>13.418711874950899</c:v>
                </c:pt>
                <c:pt idx="133">
                  <c:v>13.1580749023087</c:v>
                </c:pt>
                <c:pt idx="134">
                  <c:v>13.4900258997094</c:v>
                </c:pt>
                <c:pt idx="135">
                  <c:v>13.4847839510448</c:v>
                </c:pt>
                <c:pt idx="136">
                  <c:v>13.034103638768499</c:v>
                </c:pt>
                <c:pt idx="137">
                  <c:v>12.957786803430899</c:v>
                </c:pt>
                <c:pt idx="138">
                  <c:v>12.739199405044101</c:v>
                </c:pt>
                <c:pt idx="139">
                  <c:v>12.1048992740382</c:v>
                </c:pt>
                <c:pt idx="140">
                  <c:v>12.0696801810509</c:v>
                </c:pt>
                <c:pt idx="141">
                  <c:v>11.9922425872427</c:v>
                </c:pt>
                <c:pt idx="142">
                  <c:v>11.3436485752168</c:v>
                </c:pt>
                <c:pt idx="143">
                  <c:v>11.479667228852099</c:v>
                </c:pt>
                <c:pt idx="144">
                  <c:v>12.622036027172101</c:v>
                </c:pt>
                <c:pt idx="145">
                  <c:v>11.9121601663651</c:v>
                </c:pt>
                <c:pt idx="146">
                  <c:v>11.922547897165</c:v>
                </c:pt>
                <c:pt idx="147">
                  <c:v>12.195780055477799</c:v>
                </c:pt>
                <c:pt idx="148">
                  <c:v>12.120178248353</c:v>
                </c:pt>
                <c:pt idx="149">
                  <c:v>12.5860346102597</c:v>
                </c:pt>
                <c:pt idx="150">
                  <c:v>12.2738647355817</c:v>
                </c:pt>
                <c:pt idx="151">
                  <c:v>12.139800307744199</c:v>
                </c:pt>
                <c:pt idx="152">
                  <c:v>12.144807821223299</c:v>
                </c:pt>
                <c:pt idx="153">
                  <c:v>8.3482533476973</c:v>
                </c:pt>
                <c:pt idx="154">
                  <c:v>9.5093022394894096</c:v>
                </c:pt>
                <c:pt idx="155">
                  <c:v>11.791426521626899</c:v>
                </c:pt>
                <c:pt idx="156">
                  <c:v>11.881248689854599</c:v>
                </c:pt>
                <c:pt idx="157">
                  <c:v>9.12798730522508</c:v>
                </c:pt>
                <c:pt idx="158">
                  <c:v>8.6906396865448894</c:v>
                </c:pt>
                <c:pt idx="159">
                  <c:v>10.280770374109601</c:v>
                </c:pt>
                <c:pt idx="160">
                  <c:v>8.9397516132178794</c:v>
                </c:pt>
                <c:pt idx="161">
                  <c:v>9.4494359602552596</c:v>
                </c:pt>
                <c:pt idx="162">
                  <c:v>10.2740839704017</c:v>
                </c:pt>
                <c:pt idx="163">
                  <c:v>9.0977819192332792</c:v>
                </c:pt>
                <c:pt idx="164">
                  <c:v>9.9242418815382596</c:v>
                </c:pt>
                <c:pt idx="165">
                  <c:v>9.3051463878680298</c:v>
                </c:pt>
                <c:pt idx="166">
                  <c:v>8.8446948894322297</c:v>
                </c:pt>
                <c:pt idx="167">
                  <c:v>9.4570088572318696</c:v>
                </c:pt>
                <c:pt idx="168">
                  <c:v>10.2563528321121</c:v>
                </c:pt>
                <c:pt idx="169">
                  <c:v>9.2041098396215695</c:v>
                </c:pt>
                <c:pt idx="170">
                  <c:v>10.598453736374999</c:v>
                </c:pt>
                <c:pt idx="171">
                  <c:v>9.8897676794709994</c:v>
                </c:pt>
                <c:pt idx="172">
                  <c:v>10.152897513673601</c:v>
                </c:pt>
                <c:pt idx="173">
                  <c:v>10.927945351805899</c:v>
                </c:pt>
                <c:pt idx="174">
                  <c:v>11.5669091586051</c:v>
                </c:pt>
                <c:pt idx="175">
                  <c:v>13.6644966905201</c:v>
                </c:pt>
                <c:pt idx="176">
                  <c:v>13.8745359003322</c:v>
                </c:pt>
                <c:pt idx="177">
                  <c:v>14.471835685601</c:v>
                </c:pt>
                <c:pt idx="178">
                  <c:v>14.359417878915099</c:v>
                </c:pt>
                <c:pt idx="179">
                  <c:v>15.764201169832001</c:v>
                </c:pt>
                <c:pt idx="180">
                  <c:v>15.729101608264701</c:v>
                </c:pt>
                <c:pt idx="181">
                  <c:v>17.0391943194406</c:v>
                </c:pt>
                <c:pt idx="182">
                  <c:v>17.449237525262699</c:v>
                </c:pt>
                <c:pt idx="183">
                  <c:v>17.409594841365301</c:v>
                </c:pt>
                <c:pt idx="184">
                  <c:v>17.218084933387502</c:v>
                </c:pt>
                <c:pt idx="185">
                  <c:v>17.046039006071901</c:v>
                </c:pt>
                <c:pt idx="186">
                  <c:v>16.9848315297513</c:v>
                </c:pt>
                <c:pt idx="187">
                  <c:v>16.592809079380999</c:v>
                </c:pt>
                <c:pt idx="188">
                  <c:v>16.688526470321101</c:v>
                </c:pt>
                <c:pt idx="189">
                  <c:v>16.706510366598501</c:v>
                </c:pt>
                <c:pt idx="190">
                  <c:v>16.792016741274399</c:v>
                </c:pt>
                <c:pt idx="191">
                  <c:v>15.9821628789808</c:v>
                </c:pt>
                <c:pt idx="192">
                  <c:v>15.9171951012971</c:v>
                </c:pt>
                <c:pt idx="193">
                  <c:v>15.661478238817301</c:v>
                </c:pt>
                <c:pt idx="194">
                  <c:v>15.7035523369033</c:v>
                </c:pt>
                <c:pt idx="195">
                  <c:v>15.682194087314301</c:v>
                </c:pt>
                <c:pt idx="196">
                  <c:v>13.9630892969681</c:v>
                </c:pt>
                <c:pt idx="197">
                  <c:v>13.7950722261638</c:v>
                </c:pt>
                <c:pt idx="198">
                  <c:v>12.311547720656501</c:v>
                </c:pt>
                <c:pt idx="199">
                  <c:v>10.865994161999399</c:v>
                </c:pt>
                <c:pt idx="200">
                  <c:v>10.9220230293638</c:v>
                </c:pt>
                <c:pt idx="201">
                  <c:v>10.853610667084601</c:v>
                </c:pt>
                <c:pt idx="202">
                  <c:v>10.9</c:v>
                </c:pt>
                <c:pt idx="203">
                  <c:v>10.8124076744554</c:v>
                </c:pt>
                <c:pt idx="204">
                  <c:v>10.9816206420762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3-6C4C-4DA7-9886-C064CD19D96B}"/>
            </c:ext>
          </c:extLst>
        </c:ser>
        <c:ser>
          <c:idx val="6"/>
          <c:order val="3"/>
          <c:tx>
            <c:v>VIS (UVR)</c:v>
          </c:tx>
          <c:spPr>
            <a:ln w="28575" cap="rnd">
              <a:solidFill>
                <a:srgbClr val="00B050">
                  <a:alpha val="80000"/>
                </a:srgbClr>
              </a:solidFill>
              <a:prstDash val="sysDash"/>
              <a:round/>
            </a:ln>
            <a:effectLst/>
          </c:spPr>
          <c:marker>
            <c:symbol val="none"/>
          </c:marker>
          <c:cat>
            <c:numRef>
              <c:f>'Tasas interés - Construcción'!$A$6:$A$210</c:f>
              <c:numCache>
                <c:formatCode>mmm\-yy</c:formatCode>
                <c:ptCount val="205"/>
                <c:pt idx="0">
                  <c:v>39448</c:v>
                </c:pt>
                <c:pt idx="1">
                  <c:v>39479</c:v>
                </c:pt>
                <c:pt idx="2">
                  <c:v>39508</c:v>
                </c:pt>
                <c:pt idx="3">
                  <c:v>39539</c:v>
                </c:pt>
                <c:pt idx="4">
                  <c:v>39569</c:v>
                </c:pt>
                <c:pt idx="5">
                  <c:v>39600</c:v>
                </c:pt>
                <c:pt idx="6">
                  <c:v>39630</c:v>
                </c:pt>
                <c:pt idx="7">
                  <c:v>39661</c:v>
                </c:pt>
                <c:pt idx="8">
                  <c:v>39692</c:v>
                </c:pt>
                <c:pt idx="9">
                  <c:v>39722</c:v>
                </c:pt>
                <c:pt idx="10">
                  <c:v>39753</c:v>
                </c:pt>
                <c:pt idx="11">
                  <c:v>39783</c:v>
                </c:pt>
                <c:pt idx="12">
                  <c:v>39814</c:v>
                </c:pt>
                <c:pt idx="13">
                  <c:v>39845</c:v>
                </c:pt>
                <c:pt idx="14">
                  <c:v>39873</c:v>
                </c:pt>
                <c:pt idx="15">
                  <c:v>39904</c:v>
                </c:pt>
                <c:pt idx="16">
                  <c:v>39934</c:v>
                </c:pt>
                <c:pt idx="17">
                  <c:v>39965</c:v>
                </c:pt>
                <c:pt idx="18">
                  <c:v>39995</c:v>
                </c:pt>
                <c:pt idx="19">
                  <c:v>40026</c:v>
                </c:pt>
                <c:pt idx="20">
                  <c:v>40057</c:v>
                </c:pt>
                <c:pt idx="21">
                  <c:v>40087</c:v>
                </c:pt>
                <c:pt idx="22">
                  <c:v>40118</c:v>
                </c:pt>
                <c:pt idx="23">
                  <c:v>40148</c:v>
                </c:pt>
                <c:pt idx="24">
                  <c:v>40179</c:v>
                </c:pt>
                <c:pt idx="25">
                  <c:v>40210</c:v>
                </c:pt>
                <c:pt idx="26">
                  <c:v>40238</c:v>
                </c:pt>
                <c:pt idx="27">
                  <c:v>40269</c:v>
                </c:pt>
                <c:pt idx="28">
                  <c:v>40299</c:v>
                </c:pt>
                <c:pt idx="29">
                  <c:v>40330</c:v>
                </c:pt>
                <c:pt idx="30">
                  <c:v>40360</c:v>
                </c:pt>
                <c:pt idx="31">
                  <c:v>40391</c:v>
                </c:pt>
                <c:pt idx="32">
                  <c:v>40422</c:v>
                </c:pt>
                <c:pt idx="33">
                  <c:v>40452</c:v>
                </c:pt>
                <c:pt idx="34">
                  <c:v>40483</c:v>
                </c:pt>
                <c:pt idx="35">
                  <c:v>40513</c:v>
                </c:pt>
                <c:pt idx="36">
                  <c:v>40544</c:v>
                </c:pt>
                <c:pt idx="37">
                  <c:v>40575</c:v>
                </c:pt>
                <c:pt idx="38">
                  <c:v>40603</c:v>
                </c:pt>
                <c:pt idx="39">
                  <c:v>40634</c:v>
                </c:pt>
                <c:pt idx="40">
                  <c:v>40664</c:v>
                </c:pt>
                <c:pt idx="41">
                  <c:v>40695</c:v>
                </c:pt>
                <c:pt idx="42">
                  <c:v>40725</c:v>
                </c:pt>
                <c:pt idx="43">
                  <c:v>40756</c:v>
                </c:pt>
                <c:pt idx="44">
                  <c:v>40787</c:v>
                </c:pt>
                <c:pt idx="45">
                  <c:v>40817</c:v>
                </c:pt>
                <c:pt idx="46">
                  <c:v>40848</c:v>
                </c:pt>
                <c:pt idx="47">
                  <c:v>40878</c:v>
                </c:pt>
                <c:pt idx="48">
                  <c:v>40909</c:v>
                </c:pt>
                <c:pt idx="49">
                  <c:v>40940</c:v>
                </c:pt>
                <c:pt idx="50">
                  <c:v>40969</c:v>
                </c:pt>
                <c:pt idx="51">
                  <c:v>41000</c:v>
                </c:pt>
                <c:pt idx="52">
                  <c:v>41030</c:v>
                </c:pt>
                <c:pt idx="53">
                  <c:v>41061</c:v>
                </c:pt>
                <c:pt idx="54">
                  <c:v>41091</c:v>
                </c:pt>
                <c:pt idx="55">
                  <c:v>41122</c:v>
                </c:pt>
                <c:pt idx="56">
                  <c:v>41153</c:v>
                </c:pt>
                <c:pt idx="57">
                  <c:v>41183</c:v>
                </c:pt>
                <c:pt idx="58">
                  <c:v>41214</c:v>
                </c:pt>
                <c:pt idx="59">
                  <c:v>41244</c:v>
                </c:pt>
                <c:pt idx="60">
                  <c:v>41275</c:v>
                </c:pt>
                <c:pt idx="61">
                  <c:v>41306</c:v>
                </c:pt>
                <c:pt idx="62">
                  <c:v>41334</c:v>
                </c:pt>
                <c:pt idx="63">
                  <c:v>41365</c:v>
                </c:pt>
                <c:pt idx="64">
                  <c:v>41395</c:v>
                </c:pt>
                <c:pt idx="65">
                  <c:v>41426</c:v>
                </c:pt>
                <c:pt idx="66">
                  <c:v>41456</c:v>
                </c:pt>
                <c:pt idx="67">
                  <c:v>41487</c:v>
                </c:pt>
                <c:pt idx="68">
                  <c:v>41518</c:v>
                </c:pt>
                <c:pt idx="69">
                  <c:v>41548</c:v>
                </c:pt>
                <c:pt idx="70">
                  <c:v>41579</c:v>
                </c:pt>
                <c:pt idx="71">
                  <c:v>41609</c:v>
                </c:pt>
                <c:pt idx="72">
                  <c:v>41640</c:v>
                </c:pt>
                <c:pt idx="73">
                  <c:v>41671</c:v>
                </c:pt>
                <c:pt idx="74">
                  <c:v>41699</c:v>
                </c:pt>
                <c:pt idx="75">
                  <c:v>41730</c:v>
                </c:pt>
                <c:pt idx="76">
                  <c:v>41760</c:v>
                </c:pt>
                <c:pt idx="77">
                  <c:v>41791</c:v>
                </c:pt>
                <c:pt idx="78">
                  <c:v>41821</c:v>
                </c:pt>
                <c:pt idx="79">
                  <c:v>41852</c:v>
                </c:pt>
                <c:pt idx="80">
                  <c:v>41883</c:v>
                </c:pt>
                <c:pt idx="81">
                  <c:v>41913</c:v>
                </c:pt>
                <c:pt idx="82">
                  <c:v>41944</c:v>
                </c:pt>
                <c:pt idx="83">
                  <c:v>41974</c:v>
                </c:pt>
                <c:pt idx="84">
                  <c:v>42005</c:v>
                </c:pt>
                <c:pt idx="85">
                  <c:v>42036</c:v>
                </c:pt>
                <c:pt idx="86">
                  <c:v>42064</c:v>
                </c:pt>
                <c:pt idx="87">
                  <c:v>42095</c:v>
                </c:pt>
                <c:pt idx="88">
                  <c:v>42125</c:v>
                </c:pt>
                <c:pt idx="89">
                  <c:v>42156</c:v>
                </c:pt>
                <c:pt idx="90">
                  <c:v>42186</c:v>
                </c:pt>
                <c:pt idx="91">
                  <c:v>42217</c:v>
                </c:pt>
                <c:pt idx="92">
                  <c:v>42248</c:v>
                </c:pt>
                <c:pt idx="93">
                  <c:v>42278</c:v>
                </c:pt>
                <c:pt idx="94">
                  <c:v>42309</c:v>
                </c:pt>
                <c:pt idx="95">
                  <c:v>42339</c:v>
                </c:pt>
                <c:pt idx="96">
                  <c:v>42370</c:v>
                </c:pt>
                <c:pt idx="97">
                  <c:v>42401</c:v>
                </c:pt>
                <c:pt idx="98">
                  <c:v>42430</c:v>
                </c:pt>
                <c:pt idx="99">
                  <c:v>42461</c:v>
                </c:pt>
                <c:pt idx="100">
                  <c:v>42491</c:v>
                </c:pt>
                <c:pt idx="101">
                  <c:v>42522</c:v>
                </c:pt>
                <c:pt idx="102">
                  <c:v>42552</c:v>
                </c:pt>
                <c:pt idx="103">
                  <c:v>42583</c:v>
                </c:pt>
                <c:pt idx="104">
                  <c:v>42614</c:v>
                </c:pt>
                <c:pt idx="105">
                  <c:v>42644</c:v>
                </c:pt>
                <c:pt idx="106">
                  <c:v>42675</c:v>
                </c:pt>
                <c:pt idx="107">
                  <c:v>42705</c:v>
                </c:pt>
                <c:pt idx="108">
                  <c:v>42736</c:v>
                </c:pt>
                <c:pt idx="109">
                  <c:v>42767</c:v>
                </c:pt>
                <c:pt idx="110">
                  <c:v>42795</c:v>
                </c:pt>
                <c:pt idx="111">
                  <c:v>42826</c:v>
                </c:pt>
                <c:pt idx="112">
                  <c:v>42856</c:v>
                </c:pt>
                <c:pt idx="113">
                  <c:v>42887</c:v>
                </c:pt>
                <c:pt idx="114">
                  <c:v>42917</c:v>
                </c:pt>
                <c:pt idx="115">
                  <c:v>42948</c:v>
                </c:pt>
                <c:pt idx="116">
                  <c:v>42979</c:v>
                </c:pt>
                <c:pt idx="117">
                  <c:v>43009</c:v>
                </c:pt>
                <c:pt idx="118">
                  <c:v>43040</c:v>
                </c:pt>
                <c:pt idx="119">
                  <c:v>43070</c:v>
                </c:pt>
                <c:pt idx="120">
                  <c:v>43101</c:v>
                </c:pt>
                <c:pt idx="121">
                  <c:v>43132</c:v>
                </c:pt>
                <c:pt idx="122">
                  <c:v>43160</c:v>
                </c:pt>
                <c:pt idx="123">
                  <c:v>43191</c:v>
                </c:pt>
                <c:pt idx="124">
                  <c:v>43221</c:v>
                </c:pt>
                <c:pt idx="125">
                  <c:v>43252</c:v>
                </c:pt>
                <c:pt idx="126">
                  <c:v>43282</c:v>
                </c:pt>
                <c:pt idx="127">
                  <c:v>43313</c:v>
                </c:pt>
                <c:pt idx="128">
                  <c:v>43344</c:v>
                </c:pt>
                <c:pt idx="129">
                  <c:v>43374</c:v>
                </c:pt>
                <c:pt idx="130">
                  <c:v>43405</c:v>
                </c:pt>
                <c:pt idx="131">
                  <c:v>43435</c:v>
                </c:pt>
                <c:pt idx="132">
                  <c:v>43466</c:v>
                </c:pt>
                <c:pt idx="133">
                  <c:v>43497</c:v>
                </c:pt>
                <c:pt idx="134">
                  <c:v>43525</c:v>
                </c:pt>
                <c:pt idx="135">
                  <c:v>43556</c:v>
                </c:pt>
                <c:pt idx="136">
                  <c:v>43586</c:v>
                </c:pt>
                <c:pt idx="137">
                  <c:v>43617</c:v>
                </c:pt>
                <c:pt idx="138">
                  <c:v>43647</c:v>
                </c:pt>
                <c:pt idx="139">
                  <c:v>43678</c:v>
                </c:pt>
                <c:pt idx="140">
                  <c:v>43709</c:v>
                </c:pt>
                <c:pt idx="141">
                  <c:v>43739</c:v>
                </c:pt>
                <c:pt idx="142">
                  <c:v>43770</c:v>
                </c:pt>
                <c:pt idx="143">
                  <c:v>43800</c:v>
                </c:pt>
                <c:pt idx="144">
                  <c:v>43831</c:v>
                </c:pt>
                <c:pt idx="145">
                  <c:v>43862</c:v>
                </c:pt>
                <c:pt idx="146">
                  <c:v>43891</c:v>
                </c:pt>
                <c:pt idx="147">
                  <c:v>43922</c:v>
                </c:pt>
                <c:pt idx="148">
                  <c:v>43952</c:v>
                </c:pt>
                <c:pt idx="149">
                  <c:v>43983</c:v>
                </c:pt>
                <c:pt idx="150">
                  <c:v>44013</c:v>
                </c:pt>
                <c:pt idx="151">
                  <c:v>44044</c:v>
                </c:pt>
                <c:pt idx="152">
                  <c:v>44075</c:v>
                </c:pt>
                <c:pt idx="153">
                  <c:v>44105</c:v>
                </c:pt>
                <c:pt idx="154">
                  <c:v>44136</c:v>
                </c:pt>
                <c:pt idx="155">
                  <c:v>44166</c:v>
                </c:pt>
                <c:pt idx="156">
                  <c:v>44197</c:v>
                </c:pt>
                <c:pt idx="157">
                  <c:v>44228</c:v>
                </c:pt>
                <c:pt idx="158">
                  <c:v>44256</c:v>
                </c:pt>
                <c:pt idx="159">
                  <c:v>44287</c:v>
                </c:pt>
                <c:pt idx="160">
                  <c:v>44317</c:v>
                </c:pt>
                <c:pt idx="161">
                  <c:v>44348</c:v>
                </c:pt>
                <c:pt idx="162">
                  <c:v>44378</c:v>
                </c:pt>
                <c:pt idx="163">
                  <c:v>44409</c:v>
                </c:pt>
                <c:pt idx="164">
                  <c:v>44440</c:v>
                </c:pt>
                <c:pt idx="165">
                  <c:v>44470</c:v>
                </c:pt>
                <c:pt idx="166">
                  <c:v>44501</c:v>
                </c:pt>
                <c:pt idx="167">
                  <c:v>44531</c:v>
                </c:pt>
                <c:pt idx="168">
                  <c:v>44562</c:v>
                </c:pt>
                <c:pt idx="169">
                  <c:v>44593</c:v>
                </c:pt>
                <c:pt idx="170">
                  <c:v>44621</c:v>
                </c:pt>
                <c:pt idx="171">
                  <c:v>44652</c:v>
                </c:pt>
                <c:pt idx="172">
                  <c:v>44682</c:v>
                </c:pt>
                <c:pt idx="173">
                  <c:v>44713</c:v>
                </c:pt>
                <c:pt idx="174">
                  <c:v>44743</c:v>
                </c:pt>
                <c:pt idx="175">
                  <c:v>44774</c:v>
                </c:pt>
                <c:pt idx="176">
                  <c:v>44805</c:v>
                </c:pt>
                <c:pt idx="177">
                  <c:v>44835</c:v>
                </c:pt>
                <c:pt idx="178">
                  <c:v>44866</c:v>
                </c:pt>
                <c:pt idx="179">
                  <c:v>44896</c:v>
                </c:pt>
                <c:pt idx="180">
                  <c:v>44927</c:v>
                </c:pt>
                <c:pt idx="181">
                  <c:v>44958</c:v>
                </c:pt>
                <c:pt idx="182">
                  <c:v>44986</c:v>
                </c:pt>
                <c:pt idx="183">
                  <c:v>45017</c:v>
                </c:pt>
                <c:pt idx="184">
                  <c:v>45047</c:v>
                </c:pt>
                <c:pt idx="185">
                  <c:v>45078</c:v>
                </c:pt>
                <c:pt idx="186">
                  <c:v>45108</c:v>
                </c:pt>
                <c:pt idx="187">
                  <c:v>45139</c:v>
                </c:pt>
                <c:pt idx="188">
                  <c:v>45170</c:v>
                </c:pt>
                <c:pt idx="189">
                  <c:v>45200</c:v>
                </c:pt>
                <c:pt idx="190">
                  <c:v>45231</c:v>
                </c:pt>
                <c:pt idx="191">
                  <c:v>45261</c:v>
                </c:pt>
                <c:pt idx="192">
                  <c:v>45292</c:v>
                </c:pt>
                <c:pt idx="193">
                  <c:v>45323</c:v>
                </c:pt>
                <c:pt idx="194">
                  <c:v>45352</c:v>
                </c:pt>
                <c:pt idx="195">
                  <c:v>45383</c:v>
                </c:pt>
                <c:pt idx="196">
                  <c:v>45413</c:v>
                </c:pt>
                <c:pt idx="197">
                  <c:v>45444</c:v>
                </c:pt>
                <c:pt idx="198">
                  <c:v>45474</c:v>
                </c:pt>
                <c:pt idx="199">
                  <c:v>45505</c:v>
                </c:pt>
                <c:pt idx="200">
                  <c:v>45536</c:v>
                </c:pt>
                <c:pt idx="201">
                  <c:v>45566</c:v>
                </c:pt>
                <c:pt idx="202">
                  <c:v>45597</c:v>
                </c:pt>
                <c:pt idx="203">
                  <c:v>45627</c:v>
                </c:pt>
                <c:pt idx="204">
                  <c:v>45658</c:v>
                </c:pt>
              </c:numCache>
              <c:extLst xmlns:c15="http://schemas.microsoft.com/office/drawing/2012/chart"/>
            </c:numRef>
          </c:cat>
          <c:val>
            <c:numRef>
              <c:f>'Tasas interés - Construcción'!$H$6:$H$210</c:f>
              <c:numCache>
                <c:formatCode>_(* #.##000_);_(* \(#.##000\);_(* "-"??_);_(@_)</c:formatCode>
                <c:ptCount val="205"/>
                <c:pt idx="0">
                  <c:v>9.5470045774999992</c:v>
                </c:pt>
                <c:pt idx="1">
                  <c:v>9.1826016399999997</c:v>
                </c:pt>
                <c:pt idx="2">
                  <c:v>9.1778881099999978</c:v>
                </c:pt>
                <c:pt idx="3">
                  <c:v>9.6286939749999991</c:v>
                </c:pt>
                <c:pt idx="4">
                  <c:v>9.6791591799999992</c:v>
                </c:pt>
                <c:pt idx="5">
                  <c:v>9.637711552499999</c:v>
                </c:pt>
                <c:pt idx="6">
                  <c:v>9.1267325174999989</c:v>
                </c:pt>
                <c:pt idx="7">
                  <c:v>9.1855717899999991</c:v>
                </c:pt>
                <c:pt idx="8">
                  <c:v>9.1082792725000008</c:v>
                </c:pt>
                <c:pt idx="9">
                  <c:v>8.3957056980000004</c:v>
                </c:pt>
                <c:pt idx="10">
                  <c:v>9.0404795750000009</c:v>
                </c:pt>
                <c:pt idx="11">
                  <c:v>8.806610375</c:v>
                </c:pt>
                <c:pt idx="12">
                  <c:v>8.992979686</c:v>
                </c:pt>
                <c:pt idx="13">
                  <c:v>8.647025695</c:v>
                </c:pt>
                <c:pt idx="14">
                  <c:v>8.4050718225000001</c:v>
                </c:pt>
                <c:pt idx="15">
                  <c:v>7.8714707725000004</c:v>
                </c:pt>
                <c:pt idx="16">
                  <c:v>7.1642413900000008</c:v>
                </c:pt>
                <c:pt idx="17">
                  <c:v>6.6309007599999994</c:v>
                </c:pt>
                <c:pt idx="18">
                  <c:v>7.3539473180000012</c:v>
                </c:pt>
                <c:pt idx="19">
                  <c:v>7.5779608575000008</c:v>
                </c:pt>
                <c:pt idx="20">
                  <c:v>7.7592628275000006</c:v>
                </c:pt>
                <c:pt idx="21">
                  <c:v>7.415895582000001</c:v>
                </c:pt>
                <c:pt idx="22">
                  <c:v>7.2378271224999997</c:v>
                </c:pt>
                <c:pt idx="23">
                  <c:v>7.5385908499999985</c:v>
                </c:pt>
                <c:pt idx="24">
                  <c:v>7.2308346419999987</c:v>
                </c:pt>
                <c:pt idx="25">
                  <c:v>7.6945568500000006</c:v>
                </c:pt>
                <c:pt idx="26">
                  <c:v>8.0012747649999998</c:v>
                </c:pt>
                <c:pt idx="27">
                  <c:v>7.8499809180000009</c:v>
                </c:pt>
                <c:pt idx="28">
                  <c:v>7.6209517725000007</c:v>
                </c:pt>
                <c:pt idx="29">
                  <c:v>6.8078953150000014</c:v>
                </c:pt>
                <c:pt idx="30">
                  <c:v>7.1217817139999999</c:v>
                </c:pt>
                <c:pt idx="31">
                  <c:v>6.6847868399999992</c:v>
                </c:pt>
                <c:pt idx="32">
                  <c:v>6.3499667774999988</c:v>
                </c:pt>
                <c:pt idx="33">
                  <c:v>6.6868137500000007</c:v>
                </c:pt>
                <c:pt idx="34">
                  <c:v>6.1537773550000008</c:v>
                </c:pt>
                <c:pt idx="35">
                  <c:v>6.2300502140000003</c:v>
                </c:pt>
                <c:pt idx="36">
                  <c:v>6.0911685574999996</c:v>
                </c:pt>
                <c:pt idx="37">
                  <c:v>6.146755185</c:v>
                </c:pt>
                <c:pt idx="38">
                  <c:v>5.3434073825000006</c:v>
                </c:pt>
                <c:pt idx="39">
                  <c:v>6.3962164140000013</c:v>
                </c:pt>
                <c:pt idx="40">
                  <c:v>5.6577228025000004</c:v>
                </c:pt>
                <c:pt idx="41">
                  <c:v>5.9393708375000003</c:v>
                </c:pt>
                <c:pt idx="42">
                  <c:v>6.0324790433333328</c:v>
                </c:pt>
                <c:pt idx="43">
                  <c:v>6.286003955</c:v>
                </c:pt>
                <c:pt idx="44">
                  <c:v>6.0917881220000005</c:v>
                </c:pt>
                <c:pt idx="45">
                  <c:v>6.4119693299999998</c:v>
                </c:pt>
                <c:pt idx="46">
                  <c:v>6.8519117724999994</c:v>
                </c:pt>
                <c:pt idx="47">
                  <c:v>6.1331657339999994</c:v>
                </c:pt>
                <c:pt idx="48">
                  <c:v>5.8902581674999999</c:v>
                </c:pt>
                <c:pt idx="49">
                  <c:v>6.4559851974999996</c:v>
                </c:pt>
                <c:pt idx="50">
                  <c:v>6.7532783459999992</c:v>
                </c:pt>
                <c:pt idx="51">
                  <c:v>7.0825764124999999</c:v>
                </c:pt>
                <c:pt idx="52">
                  <c:v>7.19641486</c:v>
                </c:pt>
                <c:pt idx="53">
                  <c:v>7.3004117959999988</c:v>
                </c:pt>
                <c:pt idx="54">
                  <c:v>7.2099574774999997</c:v>
                </c:pt>
                <c:pt idx="55">
                  <c:v>7.2851586280000005</c:v>
                </c:pt>
                <c:pt idx="56">
                  <c:v>7.6829470999999998</c:v>
                </c:pt>
                <c:pt idx="57">
                  <c:v>6.883931829999999</c:v>
                </c:pt>
                <c:pt idx="58">
                  <c:v>6.9073909100000002</c:v>
                </c:pt>
                <c:pt idx="59">
                  <c:v>7.2229935175000008</c:v>
                </c:pt>
                <c:pt idx="60">
                  <c:v>7.5173125775000003</c:v>
                </c:pt>
                <c:pt idx="61">
                  <c:v>8.1076684625000013</c:v>
                </c:pt>
                <c:pt idx="62">
                  <c:v>7.6479937659999999</c:v>
                </c:pt>
                <c:pt idx="63">
                  <c:v>7.6223655099999998</c:v>
                </c:pt>
                <c:pt idx="64">
                  <c:v>6.9522471720000008</c:v>
                </c:pt>
                <c:pt idx="65">
                  <c:v>7.0137069475000011</c:v>
                </c:pt>
                <c:pt idx="66">
                  <c:v>6.6573027250000001</c:v>
                </c:pt>
                <c:pt idx="67">
                  <c:v>6.8607083779999991</c:v>
                </c:pt>
                <c:pt idx="68">
                  <c:v>6.8448775424999999</c:v>
                </c:pt>
                <c:pt idx="69">
                  <c:v>7.0045676874999989</c:v>
                </c:pt>
                <c:pt idx="70">
                  <c:v>6.8846472020000009</c:v>
                </c:pt>
                <c:pt idx="71">
                  <c:v>6.9236848899999996</c:v>
                </c:pt>
                <c:pt idx="72">
                  <c:v>7.1079433080000003</c:v>
                </c:pt>
                <c:pt idx="73">
                  <c:v>7.1363090374999993</c:v>
                </c:pt>
                <c:pt idx="74">
                  <c:v>7.0003237524999999</c:v>
                </c:pt>
                <c:pt idx="75">
                  <c:v>7.0140764549999997</c:v>
                </c:pt>
                <c:pt idx="76">
                  <c:v>6.6568160059999997</c:v>
                </c:pt>
                <c:pt idx="77">
                  <c:v>6.8521904725000002</c:v>
                </c:pt>
                <c:pt idx="78">
                  <c:v>6.8001773649999997</c:v>
                </c:pt>
                <c:pt idx="79">
                  <c:v>6.5108099780000002</c:v>
                </c:pt>
                <c:pt idx="80">
                  <c:v>6.7578597450000002</c:v>
                </c:pt>
                <c:pt idx="81">
                  <c:v>6.4424859000000003</c:v>
                </c:pt>
                <c:pt idx="82">
                  <c:v>6.3538774450000002</c:v>
                </c:pt>
                <c:pt idx="83">
                  <c:v>5.9800953425000003</c:v>
                </c:pt>
                <c:pt idx="84">
                  <c:v>5.9852783099999991</c:v>
                </c:pt>
                <c:pt idx="85">
                  <c:v>5.9018777824999997</c:v>
                </c:pt>
                <c:pt idx="86">
                  <c:v>5.7033201274999996</c:v>
                </c:pt>
                <c:pt idx="87">
                  <c:v>5.3939930249999994</c:v>
                </c:pt>
                <c:pt idx="88">
                  <c:v>5.3750795139999994</c:v>
                </c:pt>
                <c:pt idx="89">
                  <c:v>5.0988451324999993</c:v>
                </c:pt>
                <c:pt idx="90">
                  <c:v>5.2051944460000001</c:v>
                </c:pt>
                <c:pt idx="91">
                  <c:v>5.1912764574999999</c:v>
                </c:pt>
                <c:pt idx="92">
                  <c:v>5.0425356999999993</c:v>
                </c:pt>
                <c:pt idx="93">
                  <c:v>4.8151422139999998</c:v>
                </c:pt>
                <c:pt idx="94">
                  <c:v>4.1133722700000002</c:v>
                </c:pt>
                <c:pt idx="95">
                  <c:v>4.448957622</c:v>
                </c:pt>
                <c:pt idx="96">
                  <c:v>4.1051089075</c:v>
                </c:pt>
                <c:pt idx="97">
                  <c:v>4.7635105425000006</c:v>
                </c:pt>
                <c:pt idx="98">
                  <c:v>4.3745254940000002</c:v>
                </c:pt>
                <c:pt idx="99">
                  <c:v>4.7037534724999999</c:v>
                </c:pt>
                <c:pt idx="100">
                  <c:v>5.0756283175000005</c:v>
                </c:pt>
                <c:pt idx="101">
                  <c:v>4.7350040739999999</c:v>
                </c:pt>
                <c:pt idx="102">
                  <c:v>4.4599083449999997</c:v>
                </c:pt>
                <c:pt idx="103">
                  <c:v>4.0659216674999996</c:v>
                </c:pt>
                <c:pt idx="104">
                  <c:v>4.3537417639999996</c:v>
                </c:pt>
                <c:pt idx="105">
                  <c:v>5.8371856424999997</c:v>
                </c:pt>
                <c:pt idx="106">
                  <c:v>5.9873271424999999</c:v>
                </c:pt>
                <c:pt idx="107">
                  <c:v>6.1026795820000004</c:v>
                </c:pt>
                <c:pt idx="108">
                  <c:v>6.3243169799999999</c:v>
                </c:pt>
                <c:pt idx="109">
                  <c:v>6.3079023075</c:v>
                </c:pt>
                <c:pt idx="110">
                  <c:v>6.0658232879999998</c:v>
                </c:pt>
                <c:pt idx="111">
                  <c:v>6.0969451424999992</c:v>
                </c:pt>
                <c:pt idx="112">
                  <c:v>6.0026402325000001</c:v>
                </c:pt>
                <c:pt idx="113">
                  <c:v>6.1256373100000001</c:v>
                </c:pt>
                <c:pt idx="114">
                  <c:v>5.9573399450000002</c:v>
                </c:pt>
                <c:pt idx="115">
                  <c:v>6.353283062500001</c:v>
                </c:pt>
                <c:pt idx="116">
                  <c:v>6.3237766919999991</c:v>
                </c:pt>
                <c:pt idx="117">
                  <c:v>6.0850990025000007</c:v>
                </c:pt>
                <c:pt idx="118">
                  <c:v>5.7681955899999995</c:v>
                </c:pt>
                <c:pt idx="119">
                  <c:v>5.7000819860000007</c:v>
                </c:pt>
                <c:pt idx="120">
                  <c:v>5.5822752925000003</c:v>
                </c:pt>
                <c:pt idx="121">
                  <c:v>5.5212775624999999</c:v>
                </c:pt>
                <c:pt idx="122">
                  <c:v>5.797408926000001</c:v>
                </c:pt>
                <c:pt idx="123">
                  <c:v>6.1568054449999998</c:v>
                </c:pt>
                <c:pt idx="124">
                  <c:v>6.3050102025000001</c:v>
                </c:pt>
                <c:pt idx="125">
                  <c:v>6.1177668340000002</c:v>
                </c:pt>
                <c:pt idx="126">
                  <c:v>6.0689993025</c:v>
                </c:pt>
                <c:pt idx="127">
                  <c:v>5.8739177399999996</c:v>
                </c:pt>
                <c:pt idx="128">
                  <c:v>5.9485169124999997</c:v>
                </c:pt>
                <c:pt idx="129">
                  <c:v>5.7912999600000008</c:v>
                </c:pt>
                <c:pt idx="130">
                  <c:v>5.8136288780000003</c:v>
                </c:pt>
                <c:pt idx="131">
                  <c:v>5.8165722549999996</c:v>
                </c:pt>
                <c:pt idx="132">
                  <c:v>5.652493791666668</c:v>
                </c:pt>
                <c:pt idx="133">
                  <c:v>5.7708886025000004</c:v>
                </c:pt>
                <c:pt idx="134">
                  <c:v>5.765333268</c:v>
                </c:pt>
                <c:pt idx="135">
                  <c:v>5.5822605224999995</c:v>
                </c:pt>
                <c:pt idx="136">
                  <c:v>5.6304801339999999</c:v>
                </c:pt>
                <c:pt idx="137">
                  <c:v>5.5557606924999998</c:v>
                </c:pt>
                <c:pt idx="138">
                  <c:v>5.5524815825000005</c:v>
                </c:pt>
                <c:pt idx="139">
                  <c:v>5.4241745340000005</c:v>
                </c:pt>
                <c:pt idx="140">
                  <c:v>5.0262320874999995</c:v>
                </c:pt>
                <c:pt idx="141">
                  <c:v>4.8878555874999998</c:v>
                </c:pt>
                <c:pt idx="142">
                  <c:v>5.2384097199999999</c:v>
                </c:pt>
                <c:pt idx="143">
                  <c:v>5.088447962</c:v>
                </c:pt>
                <c:pt idx="144">
                  <c:v>5.1743174500000002</c:v>
                </c:pt>
                <c:pt idx="145">
                  <c:v>5.0177919749999997</c:v>
                </c:pt>
                <c:pt idx="146">
                  <c:v>5.1357853950000001</c:v>
                </c:pt>
                <c:pt idx="147">
                  <c:v>5.4620398720000001</c:v>
                </c:pt>
                <c:pt idx="148">
                  <c:v>5.2203073075000006</c:v>
                </c:pt>
                <c:pt idx="149">
                  <c:v>4.6461917966666659</c:v>
                </c:pt>
                <c:pt idx="150">
                  <c:v>4.9116514000000002</c:v>
                </c:pt>
                <c:pt idx="151">
                  <c:v>4.5735595550000001</c:v>
                </c:pt>
                <c:pt idx="152">
                  <c:v>4.4806297349999999</c:v>
                </c:pt>
                <c:pt idx="153">
                  <c:v>4.4662124260000002</c:v>
                </c:pt>
                <c:pt idx="154">
                  <c:v>4.1976854625000009</c:v>
                </c:pt>
                <c:pt idx="155">
                  <c:v>4.5195463550000001</c:v>
                </c:pt>
                <c:pt idx="156">
                  <c:v>4.6833220706496803</c:v>
                </c:pt>
                <c:pt idx="157">
                  <c:v>4.3647262829864601</c:v>
                </c:pt>
                <c:pt idx="158">
                  <c:v>4.4560052539368797</c:v>
                </c:pt>
                <c:pt idx="159">
                  <c:v>4.3772186656885896</c:v>
                </c:pt>
                <c:pt idx="160">
                  <c:v>4.5764003416358801</c:v>
                </c:pt>
                <c:pt idx="161">
                  <c:v>3.67648394276035</c:v>
                </c:pt>
                <c:pt idx="162">
                  <c:v>2.9261978804543598</c:v>
                </c:pt>
                <c:pt idx="163">
                  <c:v>2.4975168545769701</c:v>
                </c:pt>
                <c:pt idx="164">
                  <c:v>2.2454933006185498</c:v>
                </c:pt>
                <c:pt idx="165">
                  <c:v>2.0311736578774102</c:v>
                </c:pt>
                <c:pt idx="166">
                  <c:v>2.4192471690802799</c:v>
                </c:pt>
                <c:pt idx="167">
                  <c:v>2.3242247139996599</c:v>
                </c:pt>
                <c:pt idx="168">
                  <c:v>2.3016995442626702</c:v>
                </c:pt>
                <c:pt idx="169">
                  <c:v>2.3430906582014899</c:v>
                </c:pt>
                <c:pt idx="170">
                  <c:v>2.2120510792697701</c:v>
                </c:pt>
                <c:pt idx="171">
                  <c:v>2.3335626069578899</c:v>
                </c:pt>
                <c:pt idx="172">
                  <c:v>2.5322462877756799</c:v>
                </c:pt>
                <c:pt idx="173">
                  <c:v>3.2904244230546507</c:v>
                </c:pt>
                <c:pt idx="174">
                  <c:v>17.8179675450309</c:v>
                </c:pt>
                <c:pt idx="175">
                  <c:v>19.5075682051272</c:v>
                </c:pt>
                <c:pt idx="176">
                  <c:v>20.206846884221498</c:v>
                </c:pt>
                <c:pt idx="177">
                  <c:v>19.8365786369944</c:v>
                </c:pt>
                <c:pt idx="178">
                  <c:v>20.895108901607003</c:v>
                </c:pt>
                <c:pt idx="179">
                  <c:v>21.0137580006642</c:v>
                </c:pt>
                <c:pt idx="180">
                  <c:v>21.868292364938799</c:v>
                </c:pt>
                <c:pt idx="181">
                  <c:v>23.3901729516129</c:v>
                </c:pt>
                <c:pt idx="182">
                  <c:v>23.513523083012501</c:v>
                </c:pt>
                <c:pt idx="183">
                  <c:v>22.916963266800298</c:v>
                </c:pt>
                <c:pt idx="184">
                  <c:v>23.4794778128921</c:v>
                </c:pt>
                <c:pt idx="185">
                  <c:v>20.9658967865862</c:v>
                </c:pt>
                <c:pt idx="186">
                  <c:v>22.1411150566536</c:v>
                </c:pt>
                <c:pt idx="187">
                  <c:v>21.360517649275799</c:v>
                </c:pt>
                <c:pt idx="188">
                  <c:v>20.9</c:v>
                </c:pt>
                <c:pt idx="189">
                  <c:v>20.697081006552501</c:v>
                </c:pt>
                <c:pt idx="190">
                  <c:v>19.7593751133317</c:v>
                </c:pt>
                <c:pt idx="191">
                  <c:v>18.095483835816101</c:v>
                </c:pt>
                <c:pt idx="192">
                  <c:v>17.722083886918501</c:v>
                </c:pt>
                <c:pt idx="193">
                  <c:v>16.8837726793519</c:v>
                </c:pt>
                <c:pt idx="194">
                  <c:v>16.038035867806897</c:v>
                </c:pt>
                <c:pt idx="195">
                  <c:v>15.662956622196401</c:v>
                </c:pt>
                <c:pt idx="196">
                  <c:v>13.6764616584296</c:v>
                </c:pt>
                <c:pt idx="197">
                  <c:v>13.3491607730935</c:v>
                </c:pt>
                <c:pt idx="198">
                  <c:v>13.260868444749399</c:v>
                </c:pt>
                <c:pt idx="199">
                  <c:v>13.087648597145</c:v>
                </c:pt>
                <c:pt idx="200">
                  <c:v>13.0115646305231</c:v>
                </c:pt>
                <c:pt idx="201">
                  <c:v>12.2169593543506</c:v>
                </c:pt>
                <c:pt idx="202">
                  <c:v>11.729520361325401</c:v>
                </c:pt>
                <c:pt idx="203">
                  <c:v>11.671938773194301</c:v>
                </c:pt>
                <c:pt idx="204">
                  <c:v>11.2195234821582</c:v>
                </c:pt>
              </c:numCache>
            </c:numRef>
          </c:val>
          <c:smooth val="0"/>
          <c:extLst xmlns:c15="http://schemas.microsoft.com/office/drawing/2012/chart">
            <c:ext xmlns:c16="http://schemas.microsoft.com/office/drawing/2014/chart" uri="{C3380CC4-5D6E-409C-BE32-E72D297353CC}">
              <c16:uniqueId val="{00000008-6C4C-4DA7-9886-C064CD19D96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28549376"/>
        <c:axId val="228550816"/>
        <c:extLst/>
      </c:lineChart>
      <c:dateAx>
        <c:axId val="22854937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mmm\-yy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228550816"/>
        <c:crosses val="autoZero"/>
        <c:auto val="1"/>
        <c:lblOffset val="100"/>
        <c:baseTimeUnit val="months"/>
        <c:majorUnit val="12"/>
        <c:majorTimeUnit val="months"/>
      </c:dateAx>
      <c:valAx>
        <c:axId val="228550816"/>
        <c:scaling>
          <c:orientation val="minMax"/>
          <c:max val="26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" sourceLinked="0"/>
        <c:majorTickMark val="none"/>
        <c:minorTickMark val="none"/>
        <c:tickLblPos val="nextTo"/>
        <c:spPr>
          <a:noFill/>
          <a:ln>
            <a:solidFill>
              <a:schemeClr val="tx1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2285493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5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  <a:ea typeface="+mn-ea"/>
              <a:cs typeface="+mn-cs"/>
            </a:defRPr>
          </a:pPr>
          <a:endParaRPr lang="es-CO"/>
        </a:p>
      </c:txPr>
    </c:legend>
    <c:plotVisOnly val="1"/>
    <c:dispBlanksAs val="gap"/>
    <c:showDLblsOverMax val="0"/>
  </c:chart>
  <c:spPr>
    <a:solidFill>
      <a:schemeClr val="bg1"/>
    </a:solidFill>
    <a:ln w="9525" cap="flat" cmpd="sng" algn="ctr">
      <a:noFill/>
      <a:prstDash val="sysDash"/>
      <a:round/>
    </a:ln>
    <a:effectLst/>
  </c:spPr>
  <c:txPr>
    <a:bodyPr/>
    <a:lstStyle/>
    <a:p>
      <a:pPr>
        <a:defRPr sz="1050">
          <a:latin typeface="Dosis" pitchFamily="2" charset="0"/>
        </a:defRPr>
      </a:pPr>
      <a:endParaRPr lang="es-CO"/>
    </a:p>
  </c:txPr>
  <c:externalData r:id="rId4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79A1BE-512F-4426-B34D-73BF609195C1}" type="datetimeFigureOut">
              <a:rPr lang="es-CO" smtClean="0"/>
              <a:t>27/02/2025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5BBF9E-F8BA-4B2B-A020-B2A7B33CFCB3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875827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95F7685-77F0-85D2-BA94-BF888DF3B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8D42951-B77E-173E-E23F-B6C7F91829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EFC9A11-8B91-F902-0E42-D3309A78C0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69B08-9E8E-4FC3-945E-DDBCE63F90AF}" type="datetimeFigureOut">
              <a:rPr lang="es-CO" smtClean="0"/>
              <a:t>27/02/2025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A12A224-82F6-4073-C034-B100C0F5C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6074907-6D6A-1EAC-B9BA-D52BADB07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D2F288-B3E8-4D8D-B36F-B19341E9295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7697010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BF427B-DC2E-0C64-1FD5-B6D181706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7C0C3A8-9440-41EA-BEFE-BA1E66DD24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0918C6B-03DE-56D0-3F2B-EEA7D60320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69B08-9E8E-4FC3-945E-DDBCE63F90AF}" type="datetimeFigureOut">
              <a:rPr lang="es-CO" smtClean="0"/>
              <a:t>27/02/2025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59C40FA-2CD9-8365-8897-A34354172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0993903-3528-9814-429F-43BFE3526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D2F288-B3E8-4D8D-B36F-B19341E9295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796296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FC1B4E-91AD-0CF9-02AE-0DE5D8027F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AAD3EE8-8DED-BD01-65DA-F785DA9511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194A9D7-F980-9B63-5E26-20E2DDB9FB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69B08-9E8E-4FC3-945E-DDBCE63F90AF}" type="datetimeFigureOut">
              <a:rPr lang="es-CO" smtClean="0"/>
              <a:t>27/02/2025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1564BF1-86D1-25C9-CA82-5E6DB3546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F66CF3C-ADFF-2D0E-17AB-2D10C4DD59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D2F288-B3E8-4D8D-B36F-B19341E9295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644421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42234B-7212-7D8A-7B2D-D03665516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8BD58F0-F6E1-9EA9-BC15-61241E89A9B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9B6D4FF-ADE2-61B7-1774-264E127E5A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1AC9775-761A-8E42-0E02-C050C5938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69B08-9E8E-4FC3-945E-DDBCE63F90AF}" type="datetimeFigureOut">
              <a:rPr lang="es-CO" smtClean="0"/>
              <a:t>27/02/2025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C57F720-3D81-93E5-D63D-EEA873F138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468CAEE-E363-9307-71CF-BC50223A3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D2F288-B3E8-4D8D-B36F-B19341E9295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972469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E016D37-DE74-0EDE-98B0-A3576684D5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DCEF6A8-5D8E-3A90-2D56-904AFC5289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F849592-9B04-F41A-32D2-D77F4765F1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AFC83FC5-704E-5014-2092-0E555C2AAB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BEAD5BBE-BAE4-8DA6-5528-1B9810FB42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E84247E7-D255-2199-CBC3-701374223C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69B08-9E8E-4FC3-945E-DDBCE63F90AF}" type="datetimeFigureOut">
              <a:rPr lang="es-CO" smtClean="0"/>
              <a:t>27/02/2025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21E1F870-33E3-3502-64E3-326AC738F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79AA587D-7F60-D382-7947-0AC1059E75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D2F288-B3E8-4D8D-B36F-B19341E9295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7797728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E9B780-8D12-AEF6-F7E0-92062F041A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138E184F-1566-C1DE-1888-BBE720E28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69B08-9E8E-4FC3-945E-DDBCE63F90AF}" type="datetimeFigureOut">
              <a:rPr lang="es-CO" smtClean="0"/>
              <a:t>27/02/2025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F5CA74B5-F460-8B71-2060-52A7FFCA5F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21A30D7-3B7C-24EA-0313-6AFD2C031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D2F288-B3E8-4D8D-B36F-B19341E9295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215643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85CE5450-51F6-42C7-DCC9-6BF269FDCE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69B08-9E8E-4FC3-945E-DDBCE63F90AF}" type="datetimeFigureOut">
              <a:rPr lang="es-CO" smtClean="0"/>
              <a:t>27/02/2025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D8AD220-B64E-2048-11C4-27D69B67B6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0128960-0E1A-44FF-B64A-72836950D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D2F288-B3E8-4D8D-B36F-B19341E9295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0473361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F74A1C-D834-2D9E-34BD-FA187BA1B3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BC8BBEA-F03B-B148-219E-BDD3EE2849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8A3C41C1-AF7A-76D5-BCB6-B081C10E34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402EA1B-29F8-796C-E1F1-D848ED24AF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69B08-9E8E-4FC3-945E-DDBCE63F90AF}" type="datetimeFigureOut">
              <a:rPr lang="es-CO" smtClean="0"/>
              <a:t>27/02/2025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05301C0-0343-6A82-D882-48A608752B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CD098B7-B544-8F76-E1B4-10E544B2A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D2F288-B3E8-4D8D-B36F-B19341E9295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8422693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B1B81CD-7166-8C53-CFE9-B129BE8BCF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0AEF7CA0-2C31-6C3C-263B-BB86AB4E6E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EFE0041-0C56-9090-0040-5060325531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76A9C8E-DFE0-519E-27EE-1B1879CB1B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69B08-9E8E-4FC3-945E-DDBCE63F90AF}" type="datetimeFigureOut">
              <a:rPr lang="es-CO" smtClean="0"/>
              <a:t>27/02/2025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0F0FD6E-F94D-977A-32F2-40FE1C856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6860EE1-BFE8-B454-E72F-A2FEB30DA4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D2F288-B3E8-4D8D-B36F-B19341E9295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2283129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FCB222B-A697-1E3E-485B-99FBD0E53E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5B5DDFA-EED5-CFE6-BAB9-BCB03DC1EF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EE7E302-7231-C4C5-7861-0E1CE1A8FF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69B08-9E8E-4FC3-945E-DDBCE63F90AF}" type="datetimeFigureOut">
              <a:rPr lang="es-CO" smtClean="0"/>
              <a:t>27/02/2025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AC645BC-426A-F287-3343-5B6989CB8B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104CBD4-2C20-405C-6EE5-39BABE3D0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D2F288-B3E8-4D8D-B36F-B19341E9295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8830856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24A2AC78-044A-B820-6A5B-21DD52DB8E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1A8E1454-F267-20D1-338F-403A1383C9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310F589-6C60-63D0-2A51-37608024CC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69B08-9E8E-4FC3-945E-DDBCE63F90AF}" type="datetimeFigureOut">
              <a:rPr lang="es-CO" smtClean="0"/>
              <a:t>27/02/2025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92D243F-F94E-47AB-D123-5C7AEE1AC8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995F0EF-22BD-4F1D-17F6-40055E52E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D2F288-B3E8-4D8D-B36F-B19341E9295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1951519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EADD44C-2AF6-2F77-A0D3-C6A3C5D24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BC6251F-614F-F384-6213-77F1612500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E7545C5-0EBC-D1AD-4B3A-5667D5C0D4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D69B08-9E8E-4FC3-945E-DDBCE63F90AF}" type="datetimeFigureOut">
              <a:rPr lang="es-CO" smtClean="0"/>
              <a:t>27/02/2025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6072187-C66C-12D2-2300-ED0050117C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FD8633D-21EE-B96A-5B3B-2C68D23CFA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D2F288-B3E8-4D8D-B36F-B19341E9295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0413406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oogle Shape;93;p2">
            <a:extLst>
              <a:ext uri="{FF2B5EF4-FFF2-40B4-BE49-F238E27FC236}">
                <a16:creationId xmlns:a16="http://schemas.microsoft.com/office/drawing/2014/main" id="{78F39D16-4C9F-2A23-AD79-039FA1C1EB2D}"/>
              </a:ext>
            </a:extLst>
          </p:cNvPr>
          <p:cNvGrpSpPr/>
          <p:nvPr/>
        </p:nvGrpSpPr>
        <p:grpSpPr>
          <a:xfrm>
            <a:off x="0" y="-24110"/>
            <a:ext cx="833120" cy="6882110"/>
            <a:chOff x="0" y="-9525"/>
            <a:chExt cx="939401" cy="2718858"/>
          </a:xfrm>
        </p:grpSpPr>
        <p:sp>
          <p:nvSpPr>
            <p:cNvPr id="5" name="Google Shape;94;p2">
              <a:extLst>
                <a:ext uri="{FF2B5EF4-FFF2-40B4-BE49-F238E27FC236}">
                  <a16:creationId xmlns:a16="http://schemas.microsoft.com/office/drawing/2014/main" id="{8EF43C8F-3DB3-ACA9-EB6D-3F31C548723B}"/>
                </a:ext>
              </a:extLst>
            </p:cNvPr>
            <p:cNvSpPr/>
            <p:nvPr/>
          </p:nvSpPr>
          <p:spPr>
            <a:xfrm>
              <a:off x="0" y="0"/>
              <a:ext cx="939401" cy="2709333"/>
            </a:xfrm>
            <a:custGeom>
              <a:avLst/>
              <a:gdLst/>
              <a:ahLst/>
              <a:cxnLst/>
              <a:rect l="l" t="t" r="r" b="b"/>
              <a:pathLst>
                <a:path w="939401" h="2709333" extrusionOk="0">
                  <a:moveTo>
                    <a:pt x="0" y="0"/>
                  </a:moveTo>
                  <a:lnTo>
                    <a:pt x="939401" y="0"/>
                  </a:lnTo>
                  <a:lnTo>
                    <a:pt x="939401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B0272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60966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lang="es-CO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6" name="Google Shape;95;p2">
              <a:extLst>
                <a:ext uri="{FF2B5EF4-FFF2-40B4-BE49-F238E27FC236}">
                  <a16:creationId xmlns:a16="http://schemas.microsoft.com/office/drawing/2014/main" id="{DEEEA9FB-D825-8AF6-28C4-4E8E885AE969}"/>
                </a:ext>
              </a:extLst>
            </p:cNvPr>
            <p:cNvSpPr txBox="1"/>
            <p:nvPr/>
          </p:nvSpPr>
          <p:spPr>
            <a:xfrm>
              <a:off x="0" y="-9525"/>
              <a:ext cx="939401" cy="27188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3867" tIns="33867" rIns="33867" bIns="33867" anchor="ctr" anchorCtr="0">
              <a:noAutofit/>
            </a:bodyPr>
            <a:lstStyle/>
            <a:p>
              <a:pPr marL="0" marR="0" lvl="0" indent="0" algn="ctr" defTabSz="609660" rtl="0" eaLnBrk="1" fontAlgn="auto" latinLnBrk="0" hangingPunct="1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" name="CuadroTexto 1">
            <a:extLst>
              <a:ext uri="{FF2B5EF4-FFF2-40B4-BE49-F238E27FC236}">
                <a16:creationId xmlns:a16="http://schemas.microsoft.com/office/drawing/2014/main" id="{C0B3EF97-C09D-A203-C1B5-843EA7168017}"/>
              </a:ext>
            </a:extLst>
          </p:cNvPr>
          <p:cNvSpPr txBox="1"/>
          <p:nvPr/>
        </p:nvSpPr>
        <p:spPr>
          <a:xfrm>
            <a:off x="831760" y="-4029"/>
            <a:ext cx="11360240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Tasas de interés de Adquisición</a:t>
            </a:r>
          </a:p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Porcentaje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6B656466-F247-7BF9-BAF6-E8D73AB38799}"/>
              </a:ext>
            </a:extLst>
          </p:cNvPr>
          <p:cNvSpPr txBox="1"/>
          <p:nvPr/>
        </p:nvSpPr>
        <p:spPr>
          <a:xfrm>
            <a:off x="831760" y="6633331"/>
            <a:ext cx="1030077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Fuente:  Banco de la República – Cálculos Camacol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2012E319-26FC-DBDE-47FC-55D778B16150}"/>
              </a:ext>
            </a:extLst>
          </p:cNvPr>
          <p:cNvSpPr txBox="1"/>
          <p:nvPr/>
        </p:nvSpPr>
        <p:spPr>
          <a:xfrm>
            <a:off x="1077000" y="5744548"/>
            <a:ext cx="10620185" cy="73866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Posterior al anuncio de reducciones de tasas por parte de la banca, se ha evidenciado una aceleración en el ritmo de caída de las tasas de colocación para adquirir vivienda</a:t>
            </a:r>
            <a:endParaRPr kumimoji="0" lang="es-CO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 pitchFamily="2" charset="0"/>
              <a:ea typeface="+mn-ea"/>
              <a:cs typeface="Arial"/>
              <a:sym typeface="Arial"/>
            </a:endParaRPr>
          </a:p>
        </p:txBody>
      </p:sp>
      <p:pic>
        <p:nvPicPr>
          <p:cNvPr id="4" name="Imagen 3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2218E475-29EE-CAA7-E27F-068B498501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7792"/>
            <a:ext cx="818453" cy="436508"/>
          </a:xfrm>
          <a:prstGeom prst="rect">
            <a:avLst/>
          </a:prstGeom>
        </p:spPr>
      </p:pic>
      <p:graphicFrame>
        <p:nvGraphicFramePr>
          <p:cNvPr id="9" name="Gráfico 8">
            <a:extLst>
              <a:ext uri="{FF2B5EF4-FFF2-40B4-BE49-F238E27FC236}">
                <a16:creationId xmlns:a16="http://schemas.microsoft.com/office/drawing/2014/main" id="{4E74EB9D-D09F-4F95-84BB-7BA4D5D9A43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09154148"/>
              </p:ext>
            </p:extLst>
          </p:nvPr>
        </p:nvGraphicFramePr>
        <p:xfrm>
          <a:off x="1077000" y="785324"/>
          <a:ext cx="10900141" cy="483598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7509549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2DDF2-7881-577D-92FB-29973E564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oogle Shape;93;p2">
            <a:extLst>
              <a:ext uri="{FF2B5EF4-FFF2-40B4-BE49-F238E27FC236}">
                <a16:creationId xmlns:a16="http://schemas.microsoft.com/office/drawing/2014/main" id="{ECF7D8DB-28C0-6520-CDFA-759C05FABAAC}"/>
              </a:ext>
            </a:extLst>
          </p:cNvPr>
          <p:cNvGrpSpPr/>
          <p:nvPr/>
        </p:nvGrpSpPr>
        <p:grpSpPr>
          <a:xfrm>
            <a:off x="0" y="-24110"/>
            <a:ext cx="833120" cy="6882110"/>
            <a:chOff x="0" y="-9525"/>
            <a:chExt cx="939401" cy="2718858"/>
          </a:xfrm>
        </p:grpSpPr>
        <p:sp>
          <p:nvSpPr>
            <p:cNvPr id="5" name="Google Shape;94;p2">
              <a:extLst>
                <a:ext uri="{FF2B5EF4-FFF2-40B4-BE49-F238E27FC236}">
                  <a16:creationId xmlns:a16="http://schemas.microsoft.com/office/drawing/2014/main" id="{39551B11-3D6E-FD29-F886-5C7AD43044C9}"/>
                </a:ext>
              </a:extLst>
            </p:cNvPr>
            <p:cNvSpPr/>
            <p:nvPr/>
          </p:nvSpPr>
          <p:spPr>
            <a:xfrm>
              <a:off x="0" y="0"/>
              <a:ext cx="939401" cy="2709333"/>
            </a:xfrm>
            <a:custGeom>
              <a:avLst/>
              <a:gdLst/>
              <a:ahLst/>
              <a:cxnLst/>
              <a:rect l="l" t="t" r="r" b="b"/>
              <a:pathLst>
                <a:path w="939401" h="2709333" extrusionOk="0">
                  <a:moveTo>
                    <a:pt x="0" y="0"/>
                  </a:moveTo>
                  <a:lnTo>
                    <a:pt x="939401" y="0"/>
                  </a:lnTo>
                  <a:lnTo>
                    <a:pt x="939401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B0272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60966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lang="es-CO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6" name="Google Shape;95;p2">
              <a:extLst>
                <a:ext uri="{FF2B5EF4-FFF2-40B4-BE49-F238E27FC236}">
                  <a16:creationId xmlns:a16="http://schemas.microsoft.com/office/drawing/2014/main" id="{71CECCEB-B6EE-DD8C-7B11-275226E56E04}"/>
                </a:ext>
              </a:extLst>
            </p:cNvPr>
            <p:cNvSpPr txBox="1"/>
            <p:nvPr/>
          </p:nvSpPr>
          <p:spPr>
            <a:xfrm>
              <a:off x="0" y="-9525"/>
              <a:ext cx="939401" cy="27188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3867" tIns="33867" rIns="33867" bIns="33867" anchor="ctr" anchorCtr="0">
              <a:noAutofit/>
            </a:bodyPr>
            <a:lstStyle/>
            <a:p>
              <a:pPr marL="0" marR="0" lvl="0" indent="0" algn="ctr" defTabSz="609660" rtl="0" eaLnBrk="1" fontAlgn="auto" latinLnBrk="0" hangingPunct="1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" name="CuadroTexto 1">
            <a:extLst>
              <a:ext uri="{FF2B5EF4-FFF2-40B4-BE49-F238E27FC236}">
                <a16:creationId xmlns:a16="http://schemas.microsoft.com/office/drawing/2014/main" id="{F14FB485-A128-2AC1-F6F6-DA415B120D21}"/>
              </a:ext>
            </a:extLst>
          </p:cNvPr>
          <p:cNvSpPr txBox="1"/>
          <p:nvPr/>
        </p:nvSpPr>
        <p:spPr>
          <a:xfrm>
            <a:off x="831760" y="-4029"/>
            <a:ext cx="11360240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Tasas de interés de Construcción</a:t>
            </a:r>
          </a:p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Porcentaje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43382275-9A30-9FAC-EC84-B5FF562F3D82}"/>
              </a:ext>
            </a:extLst>
          </p:cNvPr>
          <p:cNvSpPr txBox="1"/>
          <p:nvPr/>
        </p:nvSpPr>
        <p:spPr>
          <a:xfrm>
            <a:off x="833120" y="6627733"/>
            <a:ext cx="1030077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Fuente:  Banco de la República – Cálculos Camacol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DF0EBEF7-53CF-97D3-E31C-95FCAA56D92D}"/>
              </a:ext>
            </a:extLst>
          </p:cNvPr>
          <p:cNvSpPr txBox="1"/>
          <p:nvPr/>
        </p:nvSpPr>
        <p:spPr>
          <a:xfrm>
            <a:off x="1077000" y="5744548"/>
            <a:ext cx="10620185" cy="73866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Posterior al anuncio de reducciones de tasas por parte de la banca, se ha evidenciado una aceleración en el ritmo de caída de las tasas de colocación para construir vivienda</a:t>
            </a:r>
            <a:endParaRPr kumimoji="0" lang="es-CO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 pitchFamily="2" charset="0"/>
              <a:ea typeface="+mn-ea"/>
              <a:cs typeface="Arial"/>
              <a:sym typeface="Arial"/>
            </a:endParaRPr>
          </a:p>
        </p:txBody>
      </p:sp>
      <p:pic>
        <p:nvPicPr>
          <p:cNvPr id="4" name="Imagen 3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9BC13131-0D8B-9908-BA30-D04C6FEDFF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7792"/>
            <a:ext cx="818453" cy="436508"/>
          </a:xfrm>
          <a:prstGeom prst="rect">
            <a:avLst/>
          </a:prstGeom>
        </p:spPr>
      </p:pic>
      <p:graphicFrame>
        <p:nvGraphicFramePr>
          <p:cNvPr id="7" name="Gráfico 6">
            <a:extLst>
              <a:ext uri="{FF2B5EF4-FFF2-40B4-BE49-F238E27FC236}">
                <a16:creationId xmlns:a16="http://schemas.microsoft.com/office/drawing/2014/main" id="{EFCD0E02-57C1-4A0F-9E67-F6AEACD526D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28941483"/>
              </p:ext>
            </p:extLst>
          </p:nvPr>
        </p:nvGraphicFramePr>
        <p:xfrm>
          <a:off x="974400" y="631035"/>
          <a:ext cx="10867830" cy="51039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34241769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Office 2013 - 2022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 2013 - 2022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 2013 - 2022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lcf76f155ced4ddcb4097134ff3c332f xmlns="d62384bc-84af-4cee-9670-bdd7e3103028">
      <Terms xmlns="http://schemas.microsoft.com/office/infopath/2007/PartnerControls"/>
    </lcf76f155ced4ddcb4097134ff3c332f>
    <TaxCatchAll xmlns="d07a1b0e-5e0d-4395-b8ed-6b7f4c24bf1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E9C3C2A87D08D409B3F8E77471845A6" ma:contentTypeVersion="17" ma:contentTypeDescription="Create a new document." ma:contentTypeScope="" ma:versionID="c183e8ef4075ce3bee142c121839b84b">
  <xsd:schema xmlns:xsd="http://www.w3.org/2001/XMLSchema" xmlns:xs="http://www.w3.org/2001/XMLSchema" xmlns:p="http://schemas.microsoft.com/office/2006/metadata/properties" xmlns:ns1="http://schemas.microsoft.com/sharepoint/v3" xmlns:ns2="d62384bc-84af-4cee-9670-bdd7e3103028" xmlns:ns3="d07a1b0e-5e0d-4395-b8ed-6b7f4c24bf15" targetNamespace="http://schemas.microsoft.com/office/2006/metadata/properties" ma:root="true" ma:fieldsID="54e9e5cb529ceac8d53a7862cdca92d4" ns1:_="" ns2:_="" ns3:_="">
    <xsd:import namespace="http://schemas.microsoft.com/sharepoint/v3"/>
    <xsd:import namespace="d62384bc-84af-4cee-9670-bdd7e3103028"/>
    <xsd:import namespace="d07a1b0e-5e0d-4395-b8ed-6b7f4c24bf1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1:_ip_UnifiedCompliancePolicyProperties" minOccurs="0"/>
                <xsd:element ref="ns1:_ip_UnifiedCompliancePolicyUIAction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4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5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62384bc-84af-4cee-9670-bdd7e310302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4acb3148-5304-4beb-92c5-86c952aca7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4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07a1b0e-5e0d-4395-b8ed-6b7f4c24bf15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8" nillable="true" ma:displayName="Taxonomy Catch All Column" ma:hidden="true" ma:list="{d98bf23e-96a5-4ebc-af27-c0a9078782cb}" ma:internalName="TaxCatchAll" ma:showField="CatchAllData" ma:web="d07a1b0e-5e0d-4395-b8ed-6b7f4c24bf1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4EB2E57-CD80-438D-BCE4-EC0F8EE1AF3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DD9C88D-CF92-4561-9E75-2DC854241594}">
  <ds:schemaRefs>
    <ds:schemaRef ds:uri="http://schemas.microsoft.com/office/infopath/2007/PartnerControls"/>
    <ds:schemaRef ds:uri="http://purl.org/dc/dcmitype/"/>
    <ds:schemaRef ds:uri="http://www.w3.org/XML/1998/namespace"/>
    <ds:schemaRef ds:uri="http://schemas.microsoft.com/office/2006/documentManagement/types"/>
    <ds:schemaRef ds:uri="http://purl.org/dc/terms/"/>
    <ds:schemaRef ds:uri="http://schemas.microsoft.com/sharepoint/v3"/>
    <ds:schemaRef ds:uri="http://purl.org/dc/elements/1.1/"/>
    <ds:schemaRef ds:uri="http://schemas.openxmlformats.org/package/2006/metadata/core-properties"/>
    <ds:schemaRef ds:uri="d07a1b0e-5e0d-4395-b8ed-6b7f4c24bf15"/>
    <ds:schemaRef ds:uri="d62384bc-84af-4cee-9670-bdd7e3103028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40B0672E-9456-497D-91EB-EEAD1FF12E41}"/>
</file>

<file path=docProps/app.xml><?xml version="1.0" encoding="utf-8"?>
<Properties xmlns="http://schemas.openxmlformats.org/officeDocument/2006/extended-properties" xmlns:vt="http://schemas.openxmlformats.org/officeDocument/2006/docPropsVTypes">
  <TotalTime>243</TotalTime>
  <Words>96</Words>
  <Application>Microsoft Office PowerPoint</Application>
  <PresentationFormat>Panorámica</PresentationFormat>
  <Paragraphs>12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8" baseType="lpstr">
      <vt:lpstr>Aptos</vt:lpstr>
      <vt:lpstr>Aptos Display</vt:lpstr>
      <vt:lpstr>Arial</vt:lpstr>
      <vt:lpstr>Calibri</vt:lpstr>
      <vt:lpstr>Dosis</vt:lpstr>
      <vt:lpstr>Tema de Office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Nathaly Castro</dc:creator>
  <cp:lastModifiedBy>Nathaly Castro</cp:lastModifiedBy>
  <cp:revision>1</cp:revision>
  <dcterms:created xsi:type="dcterms:W3CDTF">2025-02-06T22:01:04Z</dcterms:created>
  <dcterms:modified xsi:type="dcterms:W3CDTF">2025-02-27T20:38:27Z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0x010100BE9C3C2A87D08D409B3F8E77471845A6</vt:lpwstr>
  </property>
  <property fmtid="{D5CDD505-2E9C-101B-9397-08002B2CF9AE}" pid="3" name="MediaServiceImageTags">
    <vt:lpwstr/>
  </property>
</Properties>
</file>