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notesSlides/notesSlide2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2.xml" ContentType="application/vnd.openxmlformats-officedocument.themeOverr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7"/>
  </p:notesMasterIdLst>
  <p:sldIdLst>
    <p:sldId id="2147474750" r:id="rId5"/>
    <p:sldId id="2147474755" r:id="rId6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A5097EB-F0EE-4CD2-B8F0-41B46E8F99EB}" v="30" dt="2025-11-13T19:40:02.75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21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ia Paula Moreno" userId="7f06c5a4-f807-4a12-9115-03c525bf8f95" providerId="ADAL" clId="{AED59630-D74B-4023-A9B2-02C28F26EB88}"/>
    <pc:docChg chg="modSld">
      <pc:chgData name="Maria Paula Moreno" userId="7f06c5a4-f807-4a12-9115-03c525bf8f95" providerId="ADAL" clId="{AED59630-D74B-4023-A9B2-02C28F26EB88}" dt="2025-11-13T19:40:09.476" v="146" actId="20577"/>
      <pc:docMkLst>
        <pc:docMk/>
      </pc:docMkLst>
      <pc:sldChg chg="modSp mod">
        <pc:chgData name="Maria Paula Moreno" userId="7f06c5a4-f807-4a12-9115-03c525bf8f95" providerId="ADAL" clId="{AED59630-D74B-4023-A9B2-02C28F26EB88}" dt="2025-11-13T19:36:47.074" v="136" actId="20577"/>
        <pc:sldMkLst>
          <pc:docMk/>
          <pc:sldMk cId="3836521459" sldId="2147474750"/>
        </pc:sldMkLst>
        <pc:spChg chg="mod">
          <ac:chgData name="Maria Paula Moreno" userId="7f06c5a4-f807-4a12-9115-03c525bf8f95" providerId="ADAL" clId="{AED59630-D74B-4023-A9B2-02C28F26EB88}" dt="2025-11-13T19:36:47.074" v="136" actId="20577"/>
          <ac:spMkLst>
            <pc:docMk/>
            <pc:sldMk cId="3836521459" sldId="2147474750"/>
            <ac:spMk id="4" creationId="{CA7CFDFE-DA06-4D41-1347-BAB7544798C3}"/>
          </ac:spMkLst>
        </pc:spChg>
        <pc:graphicFrameChg chg="mod">
          <ac:chgData name="Maria Paula Moreno" userId="7f06c5a4-f807-4a12-9115-03c525bf8f95" providerId="ADAL" clId="{AED59630-D74B-4023-A9B2-02C28F26EB88}" dt="2025-11-13T19:36:17.849" v="105"/>
          <ac:graphicFrameMkLst>
            <pc:docMk/>
            <pc:sldMk cId="3836521459" sldId="2147474750"/>
            <ac:graphicFrameMk id="10" creationId="{CCF63C2C-F7EC-F6CD-655C-06EA2F9F46E8}"/>
          </ac:graphicFrameMkLst>
        </pc:graphicFrameChg>
      </pc:sldChg>
      <pc:sldChg chg="modSp mod">
        <pc:chgData name="Maria Paula Moreno" userId="7f06c5a4-f807-4a12-9115-03c525bf8f95" providerId="ADAL" clId="{AED59630-D74B-4023-A9B2-02C28F26EB88}" dt="2025-11-13T19:40:09.476" v="146" actId="20577"/>
        <pc:sldMkLst>
          <pc:docMk/>
          <pc:sldMk cId="2623913627" sldId="2147474755"/>
        </pc:sldMkLst>
        <pc:spChg chg="mod">
          <ac:chgData name="Maria Paula Moreno" userId="7f06c5a4-f807-4a12-9115-03c525bf8f95" providerId="ADAL" clId="{AED59630-D74B-4023-A9B2-02C28F26EB88}" dt="2025-11-13T19:40:09.476" v="146" actId="20577"/>
          <ac:spMkLst>
            <pc:docMk/>
            <pc:sldMk cId="2623913627" sldId="2147474755"/>
            <ac:spMk id="4" creationId="{6B0BCFC5-D527-C9D2-E042-DD65D4F60E95}"/>
          </ac:spMkLst>
        </pc:spChg>
        <pc:graphicFrameChg chg="mod">
          <ac:chgData name="Maria Paula Moreno" userId="7f06c5a4-f807-4a12-9115-03c525bf8f95" providerId="ADAL" clId="{AED59630-D74B-4023-A9B2-02C28F26EB88}" dt="2025-11-13T19:40:02.757" v="144"/>
          <ac:graphicFrameMkLst>
            <pc:docMk/>
            <pc:sldMk cId="2623913627" sldId="2147474755"/>
            <ac:graphicFrameMk id="5" creationId="{848D57DA-71E9-4ED6-809D-6C240FD71448}"/>
          </ac:graphicFrameMkLst>
        </pc:graphicFrame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4.8524374966154749E-2"/>
          <c:y val="7.2296587001543108E-2"/>
          <c:w val="0.92484076007568505"/>
          <c:h val="0.8606950690802645"/>
        </c:manualLayout>
      </c:layout>
      <c:barChart>
        <c:barDir val="col"/>
        <c:grouping val="stacked"/>
        <c:varyColors val="0"/>
        <c:ser>
          <c:idx val="1"/>
          <c:order val="0"/>
          <c:tx>
            <c:strRef>
              <c:f>Hoja1!$B$1</c:f>
              <c:strCache>
                <c:ptCount val="1"/>
                <c:pt idx="0">
                  <c:v>Generación formal</c:v>
                </c:pt>
              </c:strCache>
            </c:strRef>
          </c:tx>
          <c:spPr>
            <a:solidFill>
              <a:srgbClr val="156082">
                <a:lumMod val="40000"/>
                <a:lumOff val="60000"/>
              </a:srgbClr>
            </a:solidFill>
            <a:ln>
              <a:noFill/>
            </a:ln>
            <a:effectLst/>
          </c:spPr>
          <c:invertIfNegative val="0"/>
          <c:dLbls>
            <c:dLbl>
              <c:idx val="74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spAutoFit/>
                </a:bodyPr>
                <a:lstStyle/>
                <a:p>
                  <a:pPr algn="ctr" rtl="0">
                    <a:defRPr lang="en-US" sz="1400" b="1" i="0" u="none" strike="noStrike" kern="1200" baseline="0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latin typeface="Dosis" pitchFamily="2" charset="0"/>
                      <a:ea typeface="+mn-ea"/>
                      <a:cs typeface="+mn-cs"/>
                    </a:defRPr>
                  </a:pPr>
                  <a:endParaRPr lang="es-CO"/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3BB7-497E-ACDB-BCEA88C176B0}"/>
                </c:ext>
              </c:extLst>
            </c:dLbl>
            <c:dLbl>
              <c:idx val="80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2724-4D26-89E5-1A3A0D4C8EA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Dosis" pitchFamily="2" charset="0"/>
                    <a:ea typeface="+mn-ea"/>
                    <a:cs typeface="+mn-cs"/>
                  </a:defRPr>
                </a:pPr>
                <a:endParaRPr lang="es-CO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Hoja1!$A$2:$A$82</c:f>
              <c:numCache>
                <c:formatCode>mmm\-yy</c:formatCode>
                <c:ptCount val="81"/>
                <c:pt idx="0">
                  <c:v>43466</c:v>
                </c:pt>
                <c:pt idx="1">
                  <c:v>43497</c:v>
                </c:pt>
                <c:pt idx="2">
                  <c:v>43525</c:v>
                </c:pt>
                <c:pt idx="3">
                  <c:v>43556</c:v>
                </c:pt>
                <c:pt idx="4">
                  <c:v>43586</c:v>
                </c:pt>
                <c:pt idx="5">
                  <c:v>43617</c:v>
                </c:pt>
                <c:pt idx="6">
                  <c:v>43647</c:v>
                </c:pt>
                <c:pt idx="7">
                  <c:v>43678</c:v>
                </c:pt>
                <c:pt idx="8">
                  <c:v>43709</c:v>
                </c:pt>
                <c:pt idx="9">
                  <c:v>43739</c:v>
                </c:pt>
                <c:pt idx="10">
                  <c:v>43770</c:v>
                </c:pt>
                <c:pt idx="11">
                  <c:v>43800</c:v>
                </c:pt>
                <c:pt idx="12">
                  <c:v>43831</c:v>
                </c:pt>
                <c:pt idx="13">
                  <c:v>43862</c:v>
                </c:pt>
                <c:pt idx="14">
                  <c:v>43891</c:v>
                </c:pt>
                <c:pt idx="15">
                  <c:v>43922</c:v>
                </c:pt>
                <c:pt idx="16">
                  <c:v>43952</c:v>
                </c:pt>
                <c:pt idx="17">
                  <c:v>43983</c:v>
                </c:pt>
                <c:pt idx="18">
                  <c:v>44013</c:v>
                </c:pt>
                <c:pt idx="19">
                  <c:v>44044</c:v>
                </c:pt>
                <c:pt idx="20">
                  <c:v>44075</c:v>
                </c:pt>
                <c:pt idx="21">
                  <c:v>44105</c:v>
                </c:pt>
                <c:pt idx="22">
                  <c:v>44136</c:v>
                </c:pt>
                <c:pt idx="23">
                  <c:v>44166</c:v>
                </c:pt>
                <c:pt idx="24">
                  <c:v>44197</c:v>
                </c:pt>
                <c:pt idx="25">
                  <c:v>44228</c:v>
                </c:pt>
                <c:pt idx="26">
                  <c:v>44256</c:v>
                </c:pt>
                <c:pt idx="27">
                  <c:v>44287</c:v>
                </c:pt>
                <c:pt idx="28">
                  <c:v>44317</c:v>
                </c:pt>
                <c:pt idx="29">
                  <c:v>44348</c:v>
                </c:pt>
                <c:pt idx="30">
                  <c:v>44378</c:v>
                </c:pt>
                <c:pt idx="31">
                  <c:v>44409</c:v>
                </c:pt>
                <c:pt idx="32">
                  <c:v>44440</c:v>
                </c:pt>
                <c:pt idx="33">
                  <c:v>44470</c:v>
                </c:pt>
                <c:pt idx="34">
                  <c:v>44501</c:v>
                </c:pt>
                <c:pt idx="35">
                  <c:v>44531</c:v>
                </c:pt>
                <c:pt idx="36">
                  <c:v>44562</c:v>
                </c:pt>
                <c:pt idx="37">
                  <c:v>44593</c:v>
                </c:pt>
                <c:pt idx="38">
                  <c:v>44621</c:v>
                </c:pt>
                <c:pt idx="39">
                  <c:v>44652</c:v>
                </c:pt>
                <c:pt idx="40">
                  <c:v>44682</c:v>
                </c:pt>
                <c:pt idx="41">
                  <c:v>44713</c:v>
                </c:pt>
                <c:pt idx="42">
                  <c:v>44743</c:v>
                </c:pt>
                <c:pt idx="43">
                  <c:v>44774</c:v>
                </c:pt>
                <c:pt idx="44">
                  <c:v>44805</c:v>
                </c:pt>
                <c:pt idx="45">
                  <c:v>44835</c:v>
                </c:pt>
                <c:pt idx="46">
                  <c:v>44866</c:v>
                </c:pt>
                <c:pt idx="47">
                  <c:v>44896</c:v>
                </c:pt>
                <c:pt idx="48">
                  <c:v>44927</c:v>
                </c:pt>
                <c:pt idx="49">
                  <c:v>44958</c:v>
                </c:pt>
                <c:pt idx="50">
                  <c:v>44986</c:v>
                </c:pt>
                <c:pt idx="51">
                  <c:v>45017</c:v>
                </c:pt>
                <c:pt idx="52">
                  <c:v>45047</c:v>
                </c:pt>
                <c:pt idx="53">
                  <c:v>45078</c:v>
                </c:pt>
                <c:pt idx="54">
                  <c:v>45108</c:v>
                </c:pt>
                <c:pt idx="55">
                  <c:v>45139</c:v>
                </c:pt>
                <c:pt idx="56">
                  <c:v>45170</c:v>
                </c:pt>
                <c:pt idx="57">
                  <c:v>45200</c:v>
                </c:pt>
                <c:pt idx="58">
                  <c:v>45231</c:v>
                </c:pt>
                <c:pt idx="59">
                  <c:v>45261</c:v>
                </c:pt>
                <c:pt idx="60">
                  <c:v>45292</c:v>
                </c:pt>
                <c:pt idx="61">
                  <c:v>45323</c:v>
                </c:pt>
                <c:pt idx="62">
                  <c:v>45352</c:v>
                </c:pt>
                <c:pt idx="63">
                  <c:v>45383</c:v>
                </c:pt>
                <c:pt idx="64">
                  <c:v>45413</c:v>
                </c:pt>
                <c:pt idx="65">
                  <c:v>45444</c:v>
                </c:pt>
                <c:pt idx="66">
                  <c:v>45474</c:v>
                </c:pt>
                <c:pt idx="67">
                  <c:v>45505</c:v>
                </c:pt>
                <c:pt idx="68">
                  <c:v>45536</c:v>
                </c:pt>
                <c:pt idx="69">
                  <c:v>45566</c:v>
                </c:pt>
                <c:pt idx="70">
                  <c:v>45597</c:v>
                </c:pt>
                <c:pt idx="71">
                  <c:v>45627</c:v>
                </c:pt>
                <c:pt idx="72">
                  <c:v>45658</c:v>
                </c:pt>
                <c:pt idx="73">
                  <c:v>45689</c:v>
                </c:pt>
                <c:pt idx="74">
                  <c:v>45717</c:v>
                </c:pt>
                <c:pt idx="75">
                  <c:v>45748</c:v>
                </c:pt>
                <c:pt idx="76">
                  <c:v>45778</c:v>
                </c:pt>
                <c:pt idx="77">
                  <c:v>45809</c:v>
                </c:pt>
                <c:pt idx="78">
                  <c:v>45839</c:v>
                </c:pt>
                <c:pt idx="79">
                  <c:v>45870</c:v>
                </c:pt>
                <c:pt idx="80">
                  <c:v>45901</c:v>
                </c:pt>
              </c:numCache>
            </c:numRef>
          </c:cat>
          <c:val>
            <c:numRef>
              <c:f>Hoja1!$B$2:$B$82</c:f>
              <c:numCache>
                <c:formatCode>_-* #,##0_-;\-* #,##0_-;_-* "-"??_-;_-@_-</c:formatCode>
                <c:ptCount val="81"/>
                <c:pt idx="38" formatCode="0">
                  <c:v>51.321050999999954</c:v>
                </c:pt>
                <c:pt idx="39" formatCode="0">
                  <c:v>32.734785333333321</c:v>
                </c:pt>
                <c:pt idx="40" formatCode="0">
                  <c:v>50.356653666666602</c:v>
                </c:pt>
                <c:pt idx="41" formatCode="0">
                  <c:v>92.829101333333369</c:v>
                </c:pt>
                <c:pt idx="42" formatCode="0">
                  <c:v>111.85095133333334</c:v>
                </c:pt>
                <c:pt idx="43" formatCode="0">
                  <c:v>103.573398</c:v>
                </c:pt>
                <c:pt idx="44" formatCode="0">
                  <c:v>89.289380333333213</c:v>
                </c:pt>
                <c:pt idx="45" formatCode="0">
                  <c:v>68.045919999999967</c:v>
                </c:pt>
                <c:pt idx="46" formatCode="0">
                  <c:v>22.427858000000015</c:v>
                </c:pt>
                <c:pt idx="47" formatCode="0">
                  <c:v>28.42794333333336</c:v>
                </c:pt>
                <c:pt idx="48" formatCode="0">
                  <c:v>-13.926805333333334</c:v>
                </c:pt>
                <c:pt idx="49" formatCode="0">
                  <c:v>-13.724827000000005</c:v>
                </c:pt>
                <c:pt idx="50" formatCode="0">
                  <c:v>-30.853708333333316</c:v>
                </c:pt>
                <c:pt idx="51" formatCode="0">
                  <c:v>26.477949333333356</c:v>
                </c:pt>
                <c:pt idx="52" formatCode="0">
                  <c:v>15.147841333333417</c:v>
                </c:pt>
                <c:pt idx="53" formatCode="0">
                  <c:v>27.315861666666649</c:v>
                </c:pt>
                <c:pt idx="54" formatCode="0">
                  <c:v>33.786302666666643</c:v>
                </c:pt>
                <c:pt idx="55" formatCode="0">
                  <c:v>29.709424333333232</c:v>
                </c:pt>
                <c:pt idx="56" formatCode="0">
                  <c:v>34.410912999999937</c:v>
                </c:pt>
                <c:pt idx="57" formatCode="0">
                  <c:v>24.158436000000052</c:v>
                </c:pt>
                <c:pt idx="58" formatCode="0">
                  <c:v>70.435770333333437</c:v>
                </c:pt>
                <c:pt idx="59" formatCode="0">
                  <c:v>47.184940999999924</c:v>
                </c:pt>
                <c:pt idx="60" formatCode="0">
                  <c:v>51.564567666666619</c:v>
                </c:pt>
                <c:pt idx="61" formatCode="0">
                  <c:v>42.33432833333336</c:v>
                </c:pt>
                <c:pt idx="62" formatCode="0">
                  <c:v>51.047775333333334</c:v>
                </c:pt>
                <c:pt idx="63" formatCode="0">
                  <c:v>37.07720833333326</c:v>
                </c:pt>
                <c:pt idx="64" formatCode="0">
                  <c:v>42.053387333333205</c:v>
                </c:pt>
                <c:pt idx="65" formatCode="0">
                  <c:v>54.194347999999991</c:v>
                </c:pt>
                <c:pt idx="66" formatCode="0">
                  <c:v>29.197339333333389</c:v>
                </c:pt>
                <c:pt idx="67" formatCode="0">
                  <c:v>5.0396630000001323</c:v>
                </c:pt>
                <c:pt idx="68" formatCode="0">
                  <c:v>-13.311771999999905</c:v>
                </c:pt>
                <c:pt idx="69" formatCode="0">
                  <c:v>5.1501443333332872</c:v>
                </c:pt>
                <c:pt idx="70" formatCode="0">
                  <c:v>-12.856290333333391</c:v>
                </c:pt>
                <c:pt idx="71" formatCode="0">
                  <c:v>-7.2810166666666305</c:v>
                </c:pt>
                <c:pt idx="72" formatCode="0">
                  <c:v>6.9814983333333771</c:v>
                </c:pt>
                <c:pt idx="73" formatCode="0">
                  <c:v>37.006405999999998</c:v>
                </c:pt>
                <c:pt idx="74" formatCode="0">
                  <c:v>24.793645333333359</c:v>
                </c:pt>
                <c:pt idx="75">
                  <c:v>-19.838133999999968</c:v>
                </c:pt>
                <c:pt idx="76" formatCode="#,##0">
                  <c:v>-58.475599333333207</c:v>
                </c:pt>
                <c:pt idx="77">
                  <c:v>-97.428479666666647</c:v>
                </c:pt>
                <c:pt idx="78">
                  <c:v>-50.165990666666687</c:v>
                </c:pt>
                <c:pt idx="79">
                  <c:v>-12.519047999999998</c:v>
                </c:pt>
                <c:pt idx="80">
                  <c:v>20.170548000000053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F85-4AF5-B212-C35D9DCC5DAA}"/>
            </c:ext>
          </c:extLst>
        </c:ser>
        <c:ser>
          <c:idx val="2"/>
          <c:order val="1"/>
          <c:tx>
            <c:strRef>
              <c:f>Hoja1!$C$1</c:f>
              <c:strCache>
                <c:ptCount val="1"/>
                <c:pt idx="0">
                  <c:v>Generación informal</c:v>
                </c:pt>
              </c:strCache>
            </c:strRef>
          </c:tx>
          <c:spPr>
            <a:solidFill>
              <a:sysClr val="window" lastClr="FFFFFF">
                <a:lumMod val="85000"/>
              </a:sysClr>
            </a:solidFill>
            <a:ln>
              <a:noFill/>
            </a:ln>
            <a:effectLst/>
          </c:spPr>
          <c:invertIfNegative val="0"/>
          <c:dLbls>
            <c:dLbl>
              <c:idx val="80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2724-4D26-89E5-1A3A0D4C8EA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Dosis" pitchFamily="2" charset="0"/>
                    <a:ea typeface="+mn-ea"/>
                    <a:cs typeface="+mn-cs"/>
                  </a:defRPr>
                </a:pPr>
                <a:endParaRPr lang="es-CO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Hoja1!$A$2:$A$82</c:f>
              <c:numCache>
                <c:formatCode>mmm\-yy</c:formatCode>
                <c:ptCount val="81"/>
                <c:pt idx="0">
                  <c:v>43466</c:v>
                </c:pt>
                <c:pt idx="1">
                  <c:v>43497</c:v>
                </c:pt>
                <c:pt idx="2">
                  <c:v>43525</c:v>
                </c:pt>
                <c:pt idx="3">
                  <c:v>43556</c:v>
                </c:pt>
                <c:pt idx="4">
                  <c:v>43586</c:v>
                </c:pt>
                <c:pt idx="5">
                  <c:v>43617</c:v>
                </c:pt>
                <c:pt idx="6">
                  <c:v>43647</c:v>
                </c:pt>
                <c:pt idx="7">
                  <c:v>43678</c:v>
                </c:pt>
                <c:pt idx="8">
                  <c:v>43709</c:v>
                </c:pt>
                <c:pt idx="9">
                  <c:v>43739</c:v>
                </c:pt>
                <c:pt idx="10">
                  <c:v>43770</c:v>
                </c:pt>
                <c:pt idx="11">
                  <c:v>43800</c:v>
                </c:pt>
                <c:pt idx="12">
                  <c:v>43831</c:v>
                </c:pt>
                <c:pt idx="13">
                  <c:v>43862</c:v>
                </c:pt>
                <c:pt idx="14">
                  <c:v>43891</c:v>
                </c:pt>
                <c:pt idx="15">
                  <c:v>43922</c:v>
                </c:pt>
                <c:pt idx="16">
                  <c:v>43952</c:v>
                </c:pt>
                <c:pt idx="17">
                  <c:v>43983</c:v>
                </c:pt>
                <c:pt idx="18">
                  <c:v>44013</c:v>
                </c:pt>
                <c:pt idx="19">
                  <c:v>44044</c:v>
                </c:pt>
                <c:pt idx="20">
                  <c:v>44075</c:v>
                </c:pt>
                <c:pt idx="21">
                  <c:v>44105</c:v>
                </c:pt>
                <c:pt idx="22">
                  <c:v>44136</c:v>
                </c:pt>
                <c:pt idx="23">
                  <c:v>44166</c:v>
                </c:pt>
                <c:pt idx="24">
                  <c:v>44197</c:v>
                </c:pt>
                <c:pt idx="25">
                  <c:v>44228</c:v>
                </c:pt>
                <c:pt idx="26">
                  <c:v>44256</c:v>
                </c:pt>
                <c:pt idx="27">
                  <c:v>44287</c:v>
                </c:pt>
                <c:pt idx="28">
                  <c:v>44317</c:v>
                </c:pt>
                <c:pt idx="29">
                  <c:v>44348</c:v>
                </c:pt>
                <c:pt idx="30">
                  <c:v>44378</c:v>
                </c:pt>
                <c:pt idx="31">
                  <c:v>44409</c:v>
                </c:pt>
                <c:pt idx="32">
                  <c:v>44440</c:v>
                </c:pt>
                <c:pt idx="33">
                  <c:v>44470</c:v>
                </c:pt>
                <c:pt idx="34">
                  <c:v>44501</c:v>
                </c:pt>
                <c:pt idx="35">
                  <c:v>44531</c:v>
                </c:pt>
                <c:pt idx="36">
                  <c:v>44562</c:v>
                </c:pt>
                <c:pt idx="37">
                  <c:v>44593</c:v>
                </c:pt>
                <c:pt idx="38">
                  <c:v>44621</c:v>
                </c:pt>
                <c:pt idx="39">
                  <c:v>44652</c:v>
                </c:pt>
                <c:pt idx="40">
                  <c:v>44682</c:v>
                </c:pt>
                <c:pt idx="41">
                  <c:v>44713</c:v>
                </c:pt>
                <c:pt idx="42">
                  <c:v>44743</c:v>
                </c:pt>
                <c:pt idx="43">
                  <c:v>44774</c:v>
                </c:pt>
                <c:pt idx="44">
                  <c:v>44805</c:v>
                </c:pt>
                <c:pt idx="45">
                  <c:v>44835</c:v>
                </c:pt>
                <c:pt idx="46">
                  <c:v>44866</c:v>
                </c:pt>
                <c:pt idx="47">
                  <c:v>44896</c:v>
                </c:pt>
                <c:pt idx="48">
                  <c:v>44927</c:v>
                </c:pt>
                <c:pt idx="49">
                  <c:v>44958</c:v>
                </c:pt>
                <c:pt idx="50">
                  <c:v>44986</c:v>
                </c:pt>
                <c:pt idx="51">
                  <c:v>45017</c:v>
                </c:pt>
                <c:pt idx="52">
                  <c:v>45047</c:v>
                </c:pt>
                <c:pt idx="53">
                  <c:v>45078</c:v>
                </c:pt>
                <c:pt idx="54">
                  <c:v>45108</c:v>
                </c:pt>
                <c:pt idx="55">
                  <c:v>45139</c:v>
                </c:pt>
                <c:pt idx="56">
                  <c:v>45170</c:v>
                </c:pt>
                <c:pt idx="57">
                  <c:v>45200</c:v>
                </c:pt>
                <c:pt idx="58">
                  <c:v>45231</c:v>
                </c:pt>
                <c:pt idx="59">
                  <c:v>45261</c:v>
                </c:pt>
                <c:pt idx="60">
                  <c:v>45292</c:v>
                </c:pt>
                <c:pt idx="61">
                  <c:v>45323</c:v>
                </c:pt>
                <c:pt idx="62">
                  <c:v>45352</c:v>
                </c:pt>
                <c:pt idx="63">
                  <c:v>45383</c:v>
                </c:pt>
                <c:pt idx="64">
                  <c:v>45413</c:v>
                </c:pt>
                <c:pt idx="65">
                  <c:v>45444</c:v>
                </c:pt>
                <c:pt idx="66">
                  <c:v>45474</c:v>
                </c:pt>
                <c:pt idx="67">
                  <c:v>45505</c:v>
                </c:pt>
                <c:pt idx="68">
                  <c:v>45536</c:v>
                </c:pt>
                <c:pt idx="69">
                  <c:v>45566</c:v>
                </c:pt>
                <c:pt idx="70">
                  <c:v>45597</c:v>
                </c:pt>
                <c:pt idx="71">
                  <c:v>45627</c:v>
                </c:pt>
                <c:pt idx="72">
                  <c:v>45658</c:v>
                </c:pt>
                <c:pt idx="73">
                  <c:v>45689</c:v>
                </c:pt>
                <c:pt idx="74">
                  <c:v>45717</c:v>
                </c:pt>
                <c:pt idx="75">
                  <c:v>45748</c:v>
                </c:pt>
                <c:pt idx="76">
                  <c:v>45778</c:v>
                </c:pt>
                <c:pt idx="77">
                  <c:v>45809</c:v>
                </c:pt>
                <c:pt idx="78">
                  <c:v>45839</c:v>
                </c:pt>
                <c:pt idx="79">
                  <c:v>45870</c:v>
                </c:pt>
                <c:pt idx="80">
                  <c:v>45901</c:v>
                </c:pt>
              </c:numCache>
            </c:numRef>
          </c:cat>
          <c:val>
            <c:numRef>
              <c:f>Hoja1!$C$2:$C$82</c:f>
              <c:numCache>
                <c:formatCode>_-* #,##0_-;\-* #,##0_-;_-* "-"??_-;_-@_-</c:formatCode>
                <c:ptCount val="81"/>
                <c:pt idx="38" formatCode="0">
                  <c:v>2.6314230000000407</c:v>
                </c:pt>
                <c:pt idx="39" formatCode="0">
                  <c:v>-20.005900333333329</c:v>
                </c:pt>
                <c:pt idx="40" formatCode="0">
                  <c:v>-61.771591666666609</c:v>
                </c:pt>
                <c:pt idx="41" formatCode="0">
                  <c:v>21.213193666666484</c:v>
                </c:pt>
                <c:pt idx="42" formatCode="0">
                  <c:v>-2.340246333333198</c:v>
                </c:pt>
                <c:pt idx="43" formatCode="0">
                  <c:v>-5.1446180000000368</c:v>
                </c:pt>
                <c:pt idx="44" formatCode="0">
                  <c:v>-44.671853333333274</c:v>
                </c:pt>
                <c:pt idx="45" formatCode="0">
                  <c:v>-20.413208999999824</c:v>
                </c:pt>
                <c:pt idx="46" formatCode="0">
                  <c:v>-45.580101333333232</c:v>
                </c:pt>
                <c:pt idx="47" formatCode="0">
                  <c:v>-11.417668000000049</c:v>
                </c:pt>
                <c:pt idx="48" formatCode="0">
                  <c:v>-21.81924366666658</c:v>
                </c:pt>
                <c:pt idx="49" formatCode="0">
                  <c:v>0.59547966666673346</c:v>
                </c:pt>
                <c:pt idx="50" formatCode="0">
                  <c:v>11.367604666666693</c:v>
                </c:pt>
                <c:pt idx="51" formatCode="0">
                  <c:v>26.2509216666665</c:v>
                </c:pt>
                <c:pt idx="52" formatCode="0">
                  <c:v>19.352365666666401</c:v>
                </c:pt>
                <c:pt idx="53" formatCode="0">
                  <c:v>-31.29048233333333</c:v>
                </c:pt>
                <c:pt idx="54" formatCode="0">
                  <c:v>17.487231000000065</c:v>
                </c:pt>
                <c:pt idx="55" formatCode="0">
                  <c:v>31.783643666666649</c:v>
                </c:pt>
                <c:pt idx="56" formatCode="0">
                  <c:v>39.165277666666725</c:v>
                </c:pt>
                <c:pt idx="57" formatCode="0">
                  <c:v>-14.988272666666717</c:v>
                </c:pt>
                <c:pt idx="58" formatCode="0">
                  <c:v>-3.6125690000001214</c:v>
                </c:pt>
                <c:pt idx="59" formatCode="0">
                  <c:v>-22.472536666666656</c:v>
                </c:pt>
                <c:pt idx="60" formatCode="0">
                  <c:v>-23.324266999999963</c:v>
                </c:pt>
                <c:pt idx="61" formatCode="0">
                  <c:v>-71.30051600000013</c:v>
                </c:pt>
                <c:pt idx="62" formatCode="0">
                  <c:v>-75.113478000000214</c:v>
                </c:pt>
                <c:pt idx="63" formatCode="0">
                  <c:v>-79.19883533333325</c:v>
                </c:pt>
                <c:pt idx="64" formatCode="0">
                  <c:v>-14.086588333333111</c:v>
                </c:pt>
                <c:pt idx="65" formatCode="0">
                  <c:v>-44.9200763333331</c:v>
                </c:pt>
                <c:pt idx="66" formatCode="0">
                  <c:v>-58.539969333333488</c:v>
                </c:pt>
                <c:pt idx="67" formatCode="0">
                  <c:v>-115.72385699999984</c:v>
                </c:pt>
                <c:pt idx="68" formatCode="0">
                  <c:v>-64.713009666666608</c:v>
                </c:pt>
                <c:pt idx="69" formatCode="0">
                  <c:v>-17.220758333333379</c:v>
                </c:pt>
                <c:pt idx="70" formatCode="0">
                  <c:v>-19.880231666666646</c:v>
                </c:pt>
                <c:pt idx="71" formatCode="0">
                  <c:v>9.4732246666667379</c:v>
                </c:pt>
                <c:pt idx="72" formatCode="0">
                  <c:v>-16.847449666666762</c:v>
                </c:pt>
                <c:pt idx="73" formatCode="0">
                  <c:v>74.64804566666669</c:v>
                </c:pt>
                <c:pt idx="74" formatCode="0">
                  <c:v>104.12822800000004</c:v>
                </c:pt>
                <c:pt idx="75">
                  <c:v>122.96665599999994</c:v>
                </c:pt>
                <c:pt idx="76" formatCode="#,##0">
                  <c:v>74.796114333333207</c:v>
                </c:pt>
                <c:pt idx="77">
                  <c:v>83.803268666666554</c:v>
                </c:pt>
                <c:pt idx="78">
                  <c:v>73.255014333333406</c:v>
                </c:pt>
                <c:pt idx="79">
                  <c:v>108.91949999999986</c:v>
                </c:pt>
                <c:pt idx="80">
                  <c:v>86.575476333333313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F85-4AF5-B212-C35D9DCC5DA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725695679"/>
        <c:axId val="725697119"/>
      </c:barChart>
      <c:lineChart>
        <c:grouping val="standard"/>
        <c:varyColors val="0"/>
        <c:ser>
          <c:idx val="0"/>
          <c:order val="2"/>
          <c:tx>
            <c:strRef>
              <c:f>Hoja1!$D$1</c:f>
              <c:strCache>
                <c:ptCount val="1"/>
                <c:pt idx="0">
                  <c:v>Promedio formal</c:v>
                </c:pt>
              </c:strCache>
            </c:strRef>
          </c:tx>
          <c:spPr>
            <a:ln w="28575" cap="rnd">
              <a:solidFill>
                <a:srgbClr val="002060"/>
              </a:solidFill>
              <a:round/>
            </a:ln>
            <a:effectLst/>
          </c:spPr>
          <c:marker>
            <c:symbol val="none"/>
          </c:marker>
          <c:dLbls>
            <c:dLbl>
              <c:idx val="9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0F85-4AF5-B212-C35D9DCC5DAA}"/>
                </c:ext>
              </c:extLst>
            </c:dLbl>
            <c:dLbl>
              <c:idx val="20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0F85-4AF5-B212-C35D9DCC5DAA}"/>
                </c:ext>
              </c:extLst>
            </c:dLbl>
            <c:dLbl>
              <c:idx val="32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0F85-4AF5-B212-C35D9DCC5DAA}"/>
                </c:ext>
              </c:extLst>
            </c:dLbl>
            <c:dLbl>
              <c:idx val="43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0F85-4AF5-B212-C35D9DCC5DAA}"/>
                </c:ext>
              </c:extLst>
            </c:dLbl>
            <c:dLbl>
              <c:idx val="52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0F85-4AF5-B212-C35D9DCC5DAA}"/>
                </c:ext>
              </c:extLst>
            </c:dLbl>
            <c:dLbl>
              <c:idx val="68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0F85-4AF5-B212-C35D9DCC5DAA}"/>
                </c:ext>
              </c:extLst>
            </c:dLbl>
            <c:dLbl>
              <c:idx val="74"/>
              <c:layout>
                <c:manualLayout>
                  <c:x val="-7.2189750527213714E-3"/>
                  <c:y val="5.9658396428752813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3BB7-497E-ACDB-BCEA88C176B0}"/>
                </c:ext>
              </c:extLst>
            </c:dLbl>
            <c:spPr>
              <a:solidFill>
                <a:srgbClr val="E8E8E8"/>
              </a:solidFill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rgbClr val="002060"/>
                    </a:solidFill>
                    <a:latin typeface="Dosis" pitchFamily="2" charset="0"/>
                    <a:ea typeface="+mn-ea"/>
                    <a:cs typeface="+mn-cs"/>
                  </a:defRPr>
                </a:pPr>
                <a:endParaRPr lang="es-CO"/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Hoja1!$A$2:$A$82</c:f>
              <c:numCache>
                <c:formatCode>mmm\-yy</c:formatCode>
                <c:ptCount val="81"/>
                <c:pt idx="0">
                  <c:v>43466</c:v>
                </c:pt>
                <c:pt idx="1">
                  <c:v>43497</c:v>
                </c:pt>
                <c:pt idx="2">
                  <c:v>43525</c:v>
                </c:pt>
                <c:pt idx="3">
                  <c:v>43556</c:v>
                </c:pt>
                <c:pt idx="4">
                  <c:v>43586</c:v>
                </c:pt>
                <c:pt idx="5">
                  <c:v>43617</c:v>
                </c:pt>
                <c:pt idx="6">
                  <c:v>43647</c:v>
                </c:pt>
                <c:pt idx="7">
                  <c:v>43678</c:v>
                </c:pt>
                <c:pt idx="8">
                  <c:v>43709</c:v>
                </c:pt>
                <c:pt idx="9">
                  <c:v>43739</c:v>
                </c:pt>
                <c:pt idx="10">
                  <c:v>43770</c:v>
                </c:pt>
                <c:pt idx="11">
                  <c:v>43800</c:v>
                </c:pt>
                <c:pt idx="12">
                  <c:v>43831</c:v>
                </c:pt>
                <c:pt idx="13">
                  <c:v>43862</c:v>
                </c:pt>
                <c:pt idx="14">
                  <c:v>43891</c:v>
                </c:pt>
                <c:pt idx="15">
                  <c:v>43922</c:v>
                </c:pt>
                <c:pt idx="16">
                  <c:v>43952</c:v>
                </c:pt>
                <c:pt idx="17">
                  <c:v>43983</c:v>
                </c:pt>
                <c:pt idx="18">
                  <c:v>44013</c:v>
                </c:pt>
                <c:pt idx="19">
                  <c:v>44044</c:v>
                </c:pt>
                <c:pt idx="20">
                  <c:v>44075</c:v>
                </c:pt>
                <c:pt idx="21">
                  <c:v>44105</c:v>
                </c:pt>
                <c:pt idx="22">
                  <c:v>44136</c:v>
                </c:pt>
                <c:pt idx="23">
                  <c:v>44166</c:v>
                </c:pt>
                <c:pt idx="24">
                  <c:v>44197</c:v>
                </c:pt>
                <c:pt idx="25">
                  <c:v>44228</c:v>
                </c:pt>
                <c:pt idx="26">
                  <c:v>44256</c:v>
                </c:pt>
                <c:pt idx="27">
                  <c:v>44287</c:v>
                </c:pt>
                <c:pt idx="28">
                  <c:v>44317</c:v>
                </c:pt>
                <c:pt idx="29">
                  <c:v>44348</c:v>
                </c:pt>
                <c:pt idx="30">
                  <c:v>44378</c:v>
                </c:pt>
                <c:pt idx="31">
                  <c:v>44409</c:v>
                </c:pt>
                <c:pt idx="32">
                  <c:v>44440</c:v>
                </c:pt>
                <c:pt idx="33">
                  <c:v>44470</c:v>
                </c:pt>
                <c:pt idx="34">
                  <c:v>44501</c:v>
                </c:pt>
                <c:pt idx="35">
                  <c:v>44531</c:v>
                </c:pt>
                <c:pt idx="36">
                  <c:v>44562</c:v>
                </c:pt>
                <c:pt idx="37">
                  <c:v>44593</c:v>
                </c:pt>
                <c:pt idx="38">
                  <c:v>44621</c:v>
                </c:pt>
                <c:pt idx="39">
                  <c:v>44652</c:v>
                </c:pt>
                <c:pt idx="40">
                  <c:v>44682</c:v>
                </c:pt>
                <c:pt idx="41">
                  <c:v>44713</c:v>
                </c:pt>
                <c:pt idx="42">
                  <c:v>44743</c:v>
                </c:pt>
                <c:pt idx="43">
                  <c:v>44774</c:v>
                </c:pt>
                <c:pt idx="44">
                  <c:v>44805</c:v>
                </c:pt>
                <c:pt idx="45">
                  <c:v>44835</c:v>
                </c:pt>
                <c:pt idx="46">
                  <c:v>44866</c:v>
                </c:pt>
                <c:pt idx="47">
                  <c:v>44896</c:v>
                </c:pt>
                <c:pt idx="48">
                  <c:v>44927</c:v>
                </c:pt>
                <c:pt idx="49">
                  <c:v>44958</c:v>
                </c:pt>
                <c:pt idx="50">
                  <c:v>44986</c:v>
                </c:pt>
                <c:pt idx="51">
                  <c:v>45017</c:v>
                </c:pt>
                <c:pt idx="52">
                  <c:v>45047</c:v>
                </c:pt>
                <c:pt idx="53">
                  <c:v>45078</c:v>
                </c:pt>
                <c:pt idx="54">
                  <c:v>45108</c:v>
                </c:pt>
                <c:pt idx="55">
                  <c:v>45139</c:v>
                </c:pt>
                <c:pt idx="56">
                  <c:v>45170</c:v>
                </c:pt>
                <c:pt idx="57">
                  <c:v>45200</c:v>
                </c:pt>
                <c:pt idx="58">
                  <c:v>45231</c:v>
                </c:pt>
                <c:pt idx="59">
                  <c:v>45261</c:v>
                </c:pt>
                <c:pt idx="60">
                  <c:v>45292</c:v>
                </c:pt>
                <c:pt idx="61">
                  <c:v>45323</c:v>
                </c:pt>
                <c:pt idx="62">
                  <c:v>45352</c:v>
                </c:pt>
                <c:pt idx="63">
                  <c:v>45383</c:v>
                </c:pt>
                <c:pt idx="64">
                  <c:v>45413</c:v>
                </c:pt>
                <c:pt idx="65">
                  <c:v>45444</c:v>
                </c:pt>
                <c:pt idx="66">
                  <c:v>45474</c:v>
                </c:pt>
                <c:pt idx="67">
                  <c:v>45505</c:v>
                </c:pt>
                <c:pt idx="68">
                  <c:v>45536</c:v>
                </c:pt>
                <c:pt idx="69">
                  <c:v>45566</c:v>
                </c:pt>
                <c:pt idx="70">
                  <c:v>45597</c:v>
                </c:pt>
                <c:pt idx="71">
                  <c:v>45627</c:v>
                </c:pt>
                <c:pt idx="72">
                  <c:v>45658</c:v>
                </c:pt>
                <c:pt idx="73">
                  <c:v>45689</c:v>
                </c:pt>
                <c:pt idx="74">
                  <c:v>45717</c:v>
                </c:pt>
                <c:pt idx="75">
                  <c:v>45748</c:v>
                </c:pt>
                <c:pt idx="76">
                  <c:v>45778</c:v>
                </c:pt>
                <c:pt idx="77">
                  <c:v>45809</c:v>
                </c:pt>
                <c:pt idx="78">
                  <c:v>45839</c:v>
                </c:pt>
                <c:pt idx="79">
                  <c:v>45870</c:v>
                </c:pt>
                <c:pt idx="80">
                  <c:v>45901</c:v>
                </c:pt>
              </c:numCache>
            </c:numRef>
          </c:cat>
          <c:val>
            <c:numRef>
              <c:f>Hoja1!$D$2:$D$82</c:f>
              <c:numCache>
                <c:formatCode>_-* #,##0_-;\-* #,##0_-;_-* "-"??_-;_-@_-</c:formatCode>
                <c:ptCount val="81"/>
                <c:pt idx="38">
                  <c:v>65.085704233333303</c:v>
                </c:pt>
                <c:pt idx="39">
                  <c:v>65.085704233333303</c:v>
                </c:pt>
                <c:pt idx="40">
                  <c:v>65.085704233333303</c:v>
                </c:pt>
                <c:pt idx="41">
                  <c:v>65.085704233333303</c:v>
                </c:pt>
                <c:pt idx="42">
                  <c:v>65.085704233333303</c:v>
                </c:pt>
                <c:pt idx="43">
                  <c:v>65.085704233333303</c:v>
                </c:pt>
                <c:pt idx="44">
                  <c:v>65.085704233333303</c:v>
                </c:pt>
                <c:pt idx="45">
                  <c:v>65.085704233333303</c:v>
                </c:pt>
                <c:pt idx="46">
                  <c:v>65.085704233333303</c:v>
                </c:pt>
                <c:pt idx="47">
                  <c:v>65.085704233333303</c:v>
                </c:pt>
                <c:pt idx="49">
                  <c:v>20.843508249999999</c:v>
                </c:pt>
                <c:pt idx="50">
                  <c:v>20.843508249999999</c:v>
                </c:pt>
                <c:pt idx="51">
                  <c:v>20.843508249999999</c:v>
                </c:pt>
                <c:pt idx="52">
                  <c:v>20.843508249999999</c:v>
                </c:pt>
                <c:pt idx="53">
                  <c:v>20.843508249999999</c:v>
                </c:pt>
                <c:pt idx="54">
                  <c:v>20.843508249999999</c:v>
                </c:pt>
                <c:pt idx="55">
                  <c:v>20.843508249999999</c:v>
                </c:pt>
                <c:pt idx="56">
                  <c:v>20.843508249999999</c:v>
                </c:pt>
                <c:pt idx="57">
                  <c:v>20.843508249999999</c:v>
                </c:pt>
                <c:pt idx="58">
                  <c:v>20.843508249999999</c:v>
                </c:pt>
                <c:pt idx="59">
                  <c:v>20.843508249999999</c:v>
                </c:pt>
                <c:pt idx="61">
                  <c:v>23.684140222222222</c:v>
                </c:pt>
                <c:pt idx="62">
                  <c:v>23.684140222222222</c:v>
                </c:pt>
                <c:pt idx="63">
                  <c:v>23.684140222222222</c:v>
                </c:pt>
                <c:pt idx="64">
                  <c:v>23.684140222222222</c:v>
                </c:pt>
                <c:pt idx="65">
                  <c:v>23.684140222222222</c:v>
                </c:pt>
                <c:pt idx="66">
                  <c:v>23.684140222222222</c:v>
                </c:pt>
                <c:pt idx="67">
                  <c:v>23.684140222222222</c:v>
                </c:pt>
                <c:pt idx="68">
                  <c:v>23.684140222222222</c:v>
                </c:pt>
                <c:pt idx="69">
                  <c:v>23.684140222222222</c:v>
                </c:pt>
                <c:pt idx="70">
                  <c:v>23.684140222222222</c:v>
                </c:pt>
                <c:pt idx="71">
                  <c:v>23.684140222222222</c:v>
                </c:pt>
                <c:pt idx="73">
                  <c:v>-16.608350444444412</c:v>
                </c:pt>
                <c:pt idx="74">
                  <c:v>-16.608350444444412</c:v>
                </c:pt>
                <c:pt idx="75">
                  <c:v>-16.608350444444412</c:v>
                </c:pt>
                <c:pt idx="76">
                  <c:v>-16.608350444444412</c:v>
                </c:pt>
                <c:pt idx="77">
                  <c:v>-16.608350444444412</c:v>
                </c:pt>
                <c:pt idx="78">
                  <c:v>-16.608350444444412</c:v>
                </c:pt>
                <c:pt idx="79">
                  <c:v>-16.608350444444412</c:v>
                </c:pt>
                <c:pt idx="80">
                  <c:v>-16.608350444444412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0F85-4AF5-B212-C35D9DCC5DAA}"/>
            </c:ext>
          </c:extLst>
        </c:ser>
        <c:ser>
          <c:idx val="3"/>
          <c:order val="3"/>
          <c:tx>
            <c:strRef>
              <c:f>Hoja1!$E$1</c:f>
              <c:strCache>
                <c:ptCount val="1"/>
                <c:pt idx="0">
                  <c:v>Promedio informal</c:v>
                </c:pt>
              </c:strCache>
            </c:strRef>
          </c:tx>
          <c:spPr>
            <a:ln w="28575" cap="rnd">
              <a:solidFill>
                <a:srgbClr val="C00000"/>
              </a:solidFill>
              <a:round/>
            </a:ln>
            <a:effectLst/>
          </c:spPr>
          <c:marker>
            <c:symbol val="none"/>
          </c:marker>
          <c:dLbls>
            <c:dLbl>
              <c:idx val="9"/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0F85-4AF5-B212-C35D9DCC5DAA}"/>
                </c:ext>
              </c:extLst>
            </c:dLbl>
            <c:dLbl>
              <c:idx val="20"/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0F85-4AF5-B212-C35D9DCC5DAA}"/>
                </c:ext>
              </c:extLst>
            </c:dLbl>
            <c:dLbl>
              <c:idx val="32"/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0F85-4AF5-B212-C35D9DCC5DAA}"/>
                </c:ext>
              </c:extLst>
            </c:dLbl>
            <c:dLbl>
              <c:idx val="44"/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0F85-4AF5-B212-C35D9DCC5DAA}"/>
                </c:ext>
              </c:extLst>
            </c:dLbl>
            <c:dLbl>
              <c:idx val="53"/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0F85-4AF5-B212-C35D9DCC5DAA}"/>
                </c:ext>
              </c:extLst>
            </c:dLbl>
            <c:dLbl>
              <c:idx val="69"/>
              <c:layout>
                <c:manualLayout>
                  <c:x val="-1.3240920049060852E-2"/>
                  <c:y val="4.0432647529451943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0-0F85-4AF5-B212-C35D9DCC5DAA}"/>
                </c:ext>
              </c:extLst>
            </c:dLbl>
            <c:dLbl>
              <c:idx val="74"/>
              <c:layout>
                <c:manualLayout>
                  <c:x val="7.4198298179743286E-2"/>
                  <c:y val="-5.2056314848070044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3BB7-497E-ACDB-BCEA88C176B0}"/>
                </c:ext>
              </c:extLst>
            </c:dLbl>
            <c:spPr>
              <a:solidFill>
                <a:srgbClr val="E8E8E8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rgbClr val="C00000"/>
                    </a:solidFill>
                    <a:latin typeface="Dosis" pitchFamily="2" charset="0"/>
                    <a:ea typeface="+mn-ea"/>
                    <a:cs typeface="+mn-cs"/>
                  </a:defRPr>
                </a:pPr>
                <a:endParaRPr lang="es-CO"/>
              </a:p>
            </c:txPr>
            <c:dLblPos val="b"/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Hoja1!$A$2:$A$82</c:f>
              <c:numCache>
                <c:formatCode>mmm\-yy</c:formatCode>
                <c:ptCount val="81"/>
                <c:pt idx="0">
                  <c:v>43466</c:v>
                </c:pt>
                <c:pt idx="1">
                  <c:v>43497</c:v>
                </c:pt>
                <c:pt idx="2">
                  <c:v>43525</c:v>
                </c:pt>
                <c:pt idx="3">
                  <c:v>43556</c:v>
                </c:pt>
                <c:pt idx="4">
                  <c:v>43586</c:v>
                </c:pt>
                <c:pt idx="5">
                  <c:v>43617</c:v>
                </c:pt>
                <c:pt idx="6">
                  <c:v>43647</c:v>
                </c:pt>
                <c:pt idx="7">
                  <c:v>43678</c:v>
                </c:pt>
                <c:pt idx="8">
                  <c:v>43709</c:v>
                </c:pt>
                <c:pt idx="9">
                  <c:v>43739</c:v>
                </c:pt>
                <c:pt idx="10">
                  <c:v>43770</c:v>
                </c:pt>
                <c:pt idx="11">
                  <c:v>43800</c:v>
                </c:pt>
                <c:pt idx="12">
                  <c:v>43831</c:v>
                </c:pt>
                <c:pt idx="13">
                  <c:v>43862</c:v>
                </c:pt>
                <c:pt idx="14">
                  <c:v>43891</c:v>
                </c:pt>
                <c:pt idx="15">
                  <c:v>43922</c:v>
                </c:pt>
                <c:pt idx="16">
                  <c:v>43952</c:v>
                </c:pt>
                <c:pt idx="17">
                  <c:v>43983</c:v>
                </c:pt>
                <c:pt idx="18">
                  <c:v>44013</c:v>
                </c:pt>
                <c:pt idx="19">
                  <c:v>44044</c:v>
                </c:pt>
                <c:pt idx="20">
                  <c:v>44075</c:v>
                </c:pt>
                <c:pt idx="21">
                  <c:v>44105</c:v>
                </c:pt>
                <c:pt idx="22">
                  <c:v>44136</c:v>
                </c:pt>
                <c:pt idx="23">
                  <c:v>44166</c:v>
                </c:pt>
                <c:pt idx="24">
                  <c:v>44197</c:v>
                </c:pt>
                <c:pt idx="25">
                  <c:v>44228</c:v>
                </c:pt>
                <c:pt idx="26">
                  <c:v>44256</c:v>
                </c:pt>
                <c:pt idx="27">
                  <c:v>44287</c:v>
                </c:pt>
                <c:pt idx="28">
                  <c:v>44317</c:v>
                </c:pt>
                <c:pt idx="29">
                  <c:v>44348</c:v>
                </c:pt>
                <c:pt idx="30">
                  <c:v>44378</c:v>
                </c:pt>
                <c:pt idx="31">
                  <c:v>44409</c:v>
                </c:pt>
                <c:pt idx="32">
                  <c:v>44440</c:v>
                </c:pt>
                <c:pt idx="33">
                  <c:v>44470</c:v>
                </c:pt>
                <c:pt idx="34">
                  <c:v>44501</c:v>
                </c:pt>
                <c:pt idx="35">
                  <c:v>44531</c:v>
                </c:pt>
                <c:pt idx="36">
                  <c:v>44562</c:v>
                </c:pt>
                <c:pt idx="37">
                  <c:v>44593</c:v>
                </c:pt>
                <c:pt idx="38">
                  <c:v>44621</c:v>
                </c:pt>
                <c:pt idx="39">
                  <c:v>44652</c:v>
                </c:pt>
                <c:pt idx="40">
                  <c:v>44682</c:v>
                </c:pt>
                <c:pt idx="41">
                  <c:v>44713</c:v>
                </c:pt>
                <c:pt idx="42">
                  <c:v>44743</c:v>
                </c:pt>
                <c:pt idx="43">
                  <c:v>44774</c:v>
                </c:pt>
                <c:pt idx="44">
                  <c:v>44805</c:v>
                </c:pt>
                <c:pt idx="45">
                  <c:v>44835</c:v>
                </c:pt>
                <c:pt idx="46">
                  <c:v>44866</c:v>
                </c:pt>
                <c:pt idx="47">
                  <c:v>44896</c:v>
                </c:pt>
                <c:pt idx="48">
                  <c:v>44927</c:v>
                </c:pt>
                <c:pt idx="49">
                  <c:v>44958</c:v>
                </c:pt>
                <c:pt idx="50">
                  <c:v>44986</c:v>
                </c:pt>
                <c:pt idx="51">
                  <c:v>45017</c:v>
                </c:pt>
                <c:pt idx="52">
                  <c:v>45047</c:v>
                </c:pt>
                <c:pt idx="53">
                  <c:v>45078</c:v>
                </c:pt>
                <c:pt idx="54">
                  <c:v>45108</c:v>
                </c:pt>
                <c:pt idx="55">
                  <c:v>45139</c:v>
                </c:pt>
                <c:pt idx="56">
                  <c:v>45170</c:v>
                </c:pt>
                <c:pt idx="57">
                  <c:v>45200</c:v>
                </c:pt>
                <c:pt idx="58">
                  <c:v>45231</c:v>
                </c:pt>
                <c:pt idx="59">
                  <c:v>45261</c:v>
                </c:pt>
                <c:pt idx="60">
                  <c:v>45292</c:v>
                </c:pt>
                <c:pt idx="61">
                  <c:v>45323</c:v>
                </c:pt>
                <c:pt idx="62">
                  <c:v>45352</c:v>
                </c:pt>
                <c:pt idx="63">
                  <c:v>45383</c:v>
                </c:pt>
                <c:pt idx="64">
                  <c:v>45413</c:v>
                </c:pt>
                <c:pt idx="65">
                  <c:v>45444</c:v>
                </c:pt>
                <c:pt idx="66">
                  <c:v>45474</c:v>
                </c:pt>
                <c:pt idx="67">
                  <c:v>45505</c:v>
                </c:pt>
                <c:pt idx="68">
                  <c:v>45536</c:v>
                </c:pt>
                <c:pt idx="69">
                  <c:v>45566</c:v>
                </c:pt>
                <c:pt idx="70">
                  <c:v>45597</c:v>
                </c:pt>
                <c:pt idx="71">
                  <c:v>45627</c:v>
                </c:pt>
                <c:pt idx="72">
                  <c:v>45658</c:v>
                </c:pt>
                <c:pt idx="73">
                  <c:v>45689</c:v>
                </c:pt>
                <c:pt idx="74">
                  <c:v>45717</c:v>
                </c:pt>
                <c:pt idx="75">
                  <c:v>45748</c:v>
                </c:pt>
                <c:pt idx="76">
                  <c:v>45778</c:v>
                </c:pt>
                <c:pt idx="77">
                  <c:v>45809</c:v>
                </c:pt>
                <c:pt idx="78">
                  <c:v>45839</c:v>
                </c:pt>
                <c:pt idx="79">
                  <c:v>45870</c:v>
                </c:pt>
                <c:pt idx="80">
                  <c:v>45901</c:v>
                </c:pt>
              </c:numCache>
            </c:numRef>
          </c:cat>
          <c:val>
            <c:numRef>
              <c:f>Hoja1!$E$2:$E$82</c:f>
              <c:numCache>
                <c:formatCode>_-* #,##0_-;\-* #,##0_-;_-* "-"??_-;_-@_-</c:formatCode>
                <c:ptCount val="81"/>
                <c:pt idx="38">
                  <c:v>-18.750057133333303</c:v>
                </c:pt>
                <c:pt idx="39">
                  <c:v>-18.750057133333303</c:v>
                </c:pt>
                <c:pt idx="40">
                  <c:v>-18.750057133333303</c:v>
                </c:pt>
                <c:pt idx="41">
                  <c:v>-18.750057133333303</c:v>
                </c:pt>
                <c:pt idx="42">
                  <c:v>-18.750057133333303</c:v>
                </c:pt>
                <c:pt idx="43">
                  <c:v>-18.750057133333303</c:v>
                </c:pt>
                <c:pt idx="44">
                  <c:v>-18.750057133333303</c:v>
                </c:pt>
                <c:pt idx="45">
                  <c:v>-18.750057133333303</c:v>
                </c:pt>
                <c:pt idx="46">
                  <c:v>-18.750057133333303</c:v>
                </c:pt>
                <c:pt idx="47">
                  <c:v>-18.750057133333303</c:v>
                </c:pt>
                <c:pt idx="49">
                  <c:v>4.3182849722221972</c:v>
                </c:pt>
                <c:pt idx="50">
                  <c:v>4.3182849722221972</c:v>
                </c:pt>
                <c:pt idx="51">
                  <c:v>4.3182849722221972</c:v>
                </c:pt>
                <c:pt idx="52">
                  <c:v>4.3182849722221972</c:v>
                </c:pt>
                <c:pt idx="53">
                  <c:v>4.3182849722221972</c:v>
                </c:pt>
                <c:pt idx="54">
                  <c:v>4.3182849722221972</c:v>
                </c:pt>
                <c:pt idx="55">
                  <c:v>4.3182849722221972</c:v>
                </c:pt>
                <c:pt idx="56">
                  <c:v>4.3182849722221972</c:v>
                </c:pt>
                <c:pt idx="57">
                  <c:v>4.3182849722221972</c:v>
                </c:pt>
                <c:pt idx="58">
                  <c:v>4.3182849722221972</c:v>
                </c:pt>
                <c:pt idx="59">
                  <c:v>4.3182849722221972</c:v>
                </c:pt>
                <c:pt idx="61">
                  <c:v>-47.879030194444418</c:v>
                </c:pt>
                <c:pt idx="62">
                  <c:v>-47.879030194444418</c:v>
                </c:pt>
                <c:pt idx="63">
                  <c:v>-47.879030194444418</c:v>
                </c:pt>
                <c:pt idx="64">
                  <c:v>-47.879030194444418</c:v>
                </c:pt>
                <c:pt idx="65">
                  <c:v>-47.879030194444418</c:v>
                </c:pt>
                <c:pt idx="66">
                  <c:v>-47.879030194444418</c:v>
                </c:pt>
                <c:pt idx="67">
                  <c:v>-47.879030194444418</c:v>
                </c:pt>
                <c:pt idx="68">
                  <c:v>-47.879030194444418</c:v>
                </c:pt>
                <c:pt idx="69">
                  <c:v>-47.879030194444418</c:v>
                </c:pt>
                <c:pt idx="70">
                  <c:v>-47.879030194444418</c:v>
                </c:pt>
                <c:pt idx="71">
                  <c:v>-47.879030194444418</c:v>
                </c:pt>
                <c:pt idx="73">
                  <c:v>79.138317074074024</c:v>
                </c:pt>
                <c:pt idx="74">
                  <c:v>79.138317074074024</c:v>
                </c:pt>
                <c:pt idx="75">
                  <c:v>79.138317074074024</c:v>
                </c:pt>
                <c:pt idx="76">
                  <c:v>79.138317074074024</c:v>
                </c:pt>
                <c:pt idx="77">
                  <c:v>79.138317074074024</c:v>
                </c:pt>
                <c:pt idx="78">
                  <c:v>79.138317074074024</c:v>
                </c:pt>
                <c:pt idx="79">
                  <c:v>79.138317074074024</c:v>
                </c:pt>
                <c:pt idx="80">
                  <c:v>79.138317074074024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0F85-4AF5-B212-C35D9DCC5DA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725695679"/>
        <c:axId val="725697119"/>
      </c:lineChart>
      <c:dateAx>
        <c:axId val="725695679"/>
        <c:scaling>
          <c:orientation val="minMax"/>
          <c:max val="45901"/>
          <c:min val="44805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mmm\-yy" sourceLinked="1"/>
        <c:majorTickMark val="none"/>
        <c:minorTickMark val="none"/>
        <c:tickLblPos val="low"/>
        <c:spPr>
          <a:noFill/>
          <a:ln w="9525" cap="flat" cmpd="sng" algn="ctr">
            <a:solidFill>
              <a:sysClr val="windowText" lastClr="000000">
                <a:alpha val="97000"/>
              </a:sys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Dosis" pitchFamily="2" charset="0"/>
                <a:ea typeface="+mn-ea"/>
                <a:cs typeface="+mn-cs"/>
              </a:defRPr>
            </a:pPr>
            <a:endParaRPr lang="es-CO"/>
          </a:p>
        </c:txPr>
        <c:crossAx val="725697119"/>
        <c:crosses val="autoZero"/>
        <c:auto val="1"/>
        <c:lblOffset val="100"/>
        <c:baseTimeUnit val="months"/>
        <c:majorUnit val="3"/>
        <c:majorTimeUnit val="months"/>
      </c:dateAx>
      <c:valAx>
        <c:axId val="725697119"/>
        <c:scaling>
          <c:orientation val="minMax"/>
          <c:max val="140"/>
          <c:min val="-12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-* #,##0_-;\-* #,##0_-;_-* &quot;-&quot;??_-;_-@_-" sourceLinked="1"/>
        <c:majorTickMark val="none"/>
        <c:minorTickMark val="none"/>
        <c:tickLblPos val="nextTo"/>
        <c:spPr>
          <a:noFill/>
          <a:ln>
            <a:solidFill>
              <a:sysClr val="windowText" lastClr="000000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Dosis" pitchFamily="2" charset="0"/>
                <a:ea typeface="+mn-ea"/>
                <a:cs typeface="+mn-cs"/>
              </a:defRPr>
            </a:pPr>
            <a:endParaRPr lang="es-CO"/>
          </a:p>
        </c:txPr>
        <c:crossAx val="725695679"/>
        <c:crosses val="autoZero"/>
        <c:crossBetween val="between"/>
        <c:majorUnit val="40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/>
              </a:solidFill>
              <a:latin typeface="Dosis" pitchFamily="2" charset="0"/>
              <a:ea typeface="+mn-ea"/>
              <a:cs typeface="+mn-cs"/>
            </a:defRPr>
          </a:pPr>
          <a:endParaRPr lang="es-CO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200">
          <a:latin typeface="Dosis" pitchFamily="2" charset="0"/>
        </a:defRPr>
      </a:pPr>
      <a:endParaRPr lang="es-CO"/>
    </a:p>
  </c:txPr>
  <c:externalData r:id="rId4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4.232328388924142E-2"/>
          <c:y val="2.9726074861798766E-2"/>
          <c:w val="0.85906233814839372"/>
          <c:h val="0.89968086734746067"/>
        </c:manualLayout>
      </c:layout>
      <c:lineChart>
        <c:grouping val="standard"/>
        <c:varyColors val="0"/>
        <c:ser>
          <c:idx val="3"/>
          <c:order val="3"/>
          <c:tx>
            <c:strRef>
              <c:f>Hoja1!$E$2</c:f>
              <c:strCache>
                <c:ptCount val="1"/>
                <c:pt idx="0">
                  <c:v>Formal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dLbls>
            <c:dLbl>
              <c:idx val="1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2CDB-4568-A7E9-B7D9706D861E}"/>
                </c:ext>
              </c:extLst>
            </c:dLbl>
            <c:dLbl>
              <c:idx val="18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0E13-4BAD-894B-5FFCD7E9C52E}"/>
                </c:ext>
              </c:extLst>
            </c:dLbl>
            <c:dLbl>
              <c:idx val="30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0E13-4BAD-894B-5FFCD7E9C52E}"/>
                </c:ext>
              </c:extLst>
            </c:dLbl>
            <c:dLbl>
              <c:idx val="42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0E13-4BAD-894B-5FFCD7E9C52E}"/>
                </c:ext>
              </c:extLst>
            </c:dLbl>
            <c:dLbl>
              <c:idx val="5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0DDD-4F96-B68A-713D54B263B9}"/>
                </c:ext>
              </c:extLst>
            </c:dLbl>
            <c:dLbl>
              <c:idx val="5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6B21-4A02-9870-0B48FB4963B7}"/>
                </c:ext>
              </c:extLst>
            </c:dLbl>
            <c:dLbl>
              <c:idx val="5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88B1-425F-AB9A-073FAF5B0ED4}"/>
                </c:ext>
              </c:extLst>
            </c:dLbl>
            <c:dLbl>
              <c:idx val="54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0E13-4BAD-894B-5FFCD7E9C52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tx1"/>
                    </a:solidFill>
                    <a:latin typeface="Dosis" pitchFamily="2" charset="0"/>
                    <a:ea typeface="+mn-ea"/>
                    <a:cs typeface="+mn-cs"/>
                  </a:defRPr>
                </a:pPr>
                <a:endParaRPr lang="es-CO"/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Hoja1!$A$3:$A$57</c:f>
              <c:numCache>
                <c:formatCode>mmm\-yy</c:formatCode>
                <c:ptCount val="55"/>
                <c:pt idx="0">
                  <c:v>44256</c:v>
                </c:pt>
                <c:pt idx="1">
                  <c:v>44287</c:v>
                </c:pt>
                <c:pt idx="2">
                  <c:v>44317</c:v>
                </c:pt>
                <c:pt idx="3">
                  <c:v>44348</c:v>
                </c:pt>
                <c:pt idx="4">
                  <c:v>44378</c:v>
                </c:pt>
                <c:pt idx="5">
                  <c:v>44409</c:v>
                </c:pt>
                <c:pt idx="6">
                  <c:v>44440</c:v>
                </c:pt>
                <c:pt idx="7">
                  <c:v>44470</c:v>
                </c:pt>
                <c:pt idx="8">
                  <c:v>44501</c:v>
                </c:pt>
                <c:pt idx="9">
                  <c:v>44531</c:v>
                </c:pt>
                <c:pt idx="10">
                  <c:v>44562</c:v>
                </c:pt>
                <c:pt idx="11">
                  <c:v>44593</c:v>
                </c:pt>
                <c:pt idx="12">
                  <c:v>44621</c:v>
                </c:pt>
                <c:pt idx="13">
                  <c:v>44652</c:v>
                </c:pt>
                <c:pt idx="14">
                  <c:v>44682</c:v>
                </c:pt>
                <c:pt idx="15">
                  <c:v>44713</c:v>
                </c:pt>
                <c:pt idx="16">
                  <c:v>44743</c:v>
                </c:pt>
                <c:pt idx="17">
                  <c:v>44774</c:v>
                </c:pt>
                <c:pt idx="18">
                  <c:v>44805</c:v>
                </c:pt>
                <c:pt idx="19">
                  <c:v>44835</c:v>
                </c:pt>
                <c:pt idx="20">
                  <c:v>44866</c:v>
                </c:pt>
                <c:pt idx="21">
                  <c:v>44896</c:v>
                </c:pt>
                <c:pt idx="22">
                  <c:v>44927</c:v>
                </c:pt>
                <c:pt idx="23">
                  <c:v>44958</c:v>
                </c:pt>
                <c:pt idx="24">
                  <c:v>44986</c:v>
                </c:pt>
                <c:pt idx="25">
                  <c:v>45017</c:v>
                </c:pt>
                <c:pt idx="26">
                  <c:v>45047</c:v>
                </c:pt>
                <c:pt idx="27">
                  <c:v>45078</c:v>
                </c:pt>
                <c:pt idx="28">
                  <c:v>45108</c:v>
                </c:pt>
                <c:pt idx="29">
                  <c:v>45139</c:v>
                </c:pt>
                <c:pt idx="30">
                  <c:v>45170</c:v>
                </c:pt>
                <c:pt idx="31">
                  <c:v>45200</c:v>
                </c:pt>
                <c:pt idx="32">
                  <c:v>45231</c:v>
                </c:pt>
                <c:pt idx="33">
                  <c:v>45261</c:v>
                </c:pt>
                <c:pt idx="34">
                  <c:v>45292</c:v>
                </c:pt>
                <c:pt idx="35">
                  <c:v>45323</c:v>
                </c:pt>
                <c:pt idx="36">
                  <c:v>45352</c:v>
                </c:pt>
                <c:pt idx="37">
                  <c:v>45383</c:v>
                </c:pt>
                <c:pt idx="38">
                  <c:v>45413</c:v>
                </c:pt>
                <c:pt idx="39">
                  <c:v>45444</c:v>
                </c:pt>
                <c:pt idx="40">
                  <c:v>45474</c:v>
                </c:pt>
                <c:pt idx="41">
                  <c:v>45505</c:v>
                </c:pt>
                <c:pt idx="42">
                  <c:v>45536</c:v>
                </c:pt>
                <c:pt idx="43">
                  <c:v>45566</c:v>
                </c:pt>
                <c:pt idx="44">
                  <c:v>45597</c:v>
                </c:pt>
                <c:pt idx="45">
                  <c:v>45627</c:v>
                </c:pt>
                <c:pt idx="46">
                  <c:v>45658</c:v>
                </c:pt>
                <c:pt idx="47">
                  <c:v>45689</c:v>
                </c:pt>
                <c:pt idx="48">
                  <c:v>45717</c:v>
                </c:pt>
                <c:pt idx="49">
                  <c:v>45748</c:v>
                </c:pt>
                <c:pt idx="50">
                  <c:v>45778</c:v>
                </c:pt>
                <c:pt idx="51">
                  <c:v>45809</c:v>
                </c:pt>
                <c:pt idx="52">
                  <c:v>45839</c:v>
                </c:pt>
                <c:pt idx="53">
                  <c:v>45870</c:v>
                </c:pt>
                <c:pt idx="54">
                  <c:v>45901</c:v>
                </c:pt>
              </c:numCache>
            </c:numRef>
          </c:cat>
          <c:val>
            <c:numRef>
              <c:f>Hoja1!$E$3:$E$57</c:f>
              <c:numCache>
                <c:formatCode>0%</c:formatCode>
                <c:ptCount val="55"/>
                <c:pt idx="0">
                  <c:v>0.27876485529520401</c:v>
                </c:pt>
                <c:pt idx="1">
                  <c:v>0.28151777091241259</c:v>
                </c:pt>
                <c:pt idx="2">
                  <c:v>0.2774385915685284</c:v>
                </c:pt>
                <c:pt idx="3">
                  <c:v>0.26495653687988924</c:v>
                </c:pt>
                <c:pt idx="4">
                  <c:v>0.2532323121789663</c:v>
                </c:pt>
                <c:pt idx="5">
                  <c:v>0.27015267908339186</c:v>
                </c:pt>
                <c:pt idx="6">
                  <c:v>0.27492731270744508</c:v>
                </c:pt>
                <c:pt idx="7">
                  <c:v>0.29018619080193936</c:v>
                </c:pt>
                <c:pt idx="8">
                  <c:v>0.28237912485871963</c:v>
                </c:pt>
                <c:pt idx="9">
                  <c:v>0.28447102624520187</c:v>
                </c:pt>
                <c:pt idx="10">
                  <c:v>0.28860114803225939</c:v>
                </c:pt>
                <c:pt idx="11">
                  <c:v>0.29591759416389468</c:v>
                </c:pt>
                <c:pt idx="12">
                  <c:v>0.30244948622755097</c:v>
                </c:pt>
                <c:pt idx="13">
                  <c:v>0.30069348438787896</c:v>
                </c:pt>
                <c:pt idx="14">
                  <c:v>0.31294018432920523</c:v>
                </c:pt>
                <c:pt idx="15">
                  <c:v>0.30530927985244233</c:v>
                </c:pt>
                <c:pt idx="16">
                  <c:v>0.30791123322936331</c:v>
                </c:pt>
                <c:pt idx="17">
                  <c:v>0.31859010532429799</c:v>
                </c:pt>
                <c:pt idx="18">
                  <c:v>0.32481770585187719</c:v>
                </c:pt>
                <c:pt idx="19">
                  <c:v>0.32533029055474783</c:v>
                </c:pt>
                <c:pt idx="20">
                  <c:v>0.30176736480160921</c:v>
                </c:pt>
                <c:pt idx="21">
                  <c:v>0.29959897963047877</c:v>
                </c:pt>
                <c:pt idx="22">
                  <c:v>0.28624999683160929</c:v>
                </c:pt>
                <c:pt idx="23">
                  <c:v>0.28951601621980422</c:v>
                </c:pt>
                <c:pt idx="24">
                  <c:v>0.28594528490036014</c:v>
                </c:pt>
                <c:pt idx="25">
                  <c:v>0.30744684778018949</c:v>
                </c:pt>
                <c:pt idx="26">
                  <c:v>0.31576180999873449</c:v>
                </c:pt>
                <c:pt idx="27">
                  <c:v>0.32374310120575439</c:v>
                </c:pt>
                <c:pt idx="28">
                  <c:v>0.31923327291719195</c:v>
                </c:pt>
                <c:pt idx="29">
                  <c:v>0.32471941077182837</c:v>
                </c:pt>
                <c:pt idx="30">
                  <c:v>0.33131699845320489</c:v>
                </c:pt>
                <c:pt idx="31">
                  <c:v>0.33897349315941477</c:v>
                </c:pt>
                <c:pt idx="32">
                  <c:v>0.33397567463540251</c:v>
                </c:pt>
                <c:pt idx="33">
                  <c:v>0.32471313772589872</c:v>
                </c:pt>
                <c:pt idx="34">
                  <c:v>0.31405364620044413</c:v>
                </c:pt>
                <c:pt idx="35">
                  <c:v>0.32314816644057293</c:v>
                </c:pt>
                <c:pt idx="36">
                  <c:v>0.32486876841560652</c:v>
                </c:pt>
                <c:pt idx="37">
                  <c:v>0.34012672259480081</c:v>
                </c:pt>
                <c:pt idx="38">
                  <c:v>0.33692123044810812</c:v>
                </c:pt>
                <c:pt idx="39">
                  <c:v>0.35662294482107443</c:v>
                </c:pt>
                <c:pt idx="40">
                  <c:v>0.34394849077831863</c:v>
                </c:pt>
                <c:pt idx="41">
                  <c:v>0.35132819279178423</c:v>
                </c:pt>
                <c:pt idx="42">
                  <c:v>0.33946253006330457</c:v>
                </c:pt>
                <c:pt idx="43">
                  <c:v>0.34497466889704392</c:v>
                </c:pt>
                <c:pt idx="44">
                  <c:v>0.3327171605903354</c:v>
                </c:pt>
                <c:pt idx="45">
                  <c:v>0.3196741553219275</c:v>
                </c:pt>
                <c:pt idx="46">
                  <c:v>0.32054015131819219</c:v>
                </c:pt>
                <c:pt idx="47">
                  <c:v>0.32371953519633473</c:v>
                </c:pt>
                <c:pt idx="48">
                  <c:v>0.31430175822331019</c:v>
                </c:pt>
                <c:pt idx="49">
                  <c:v>0.30651824264290051</c:v>
                </c:pt>
                <c:pt idx="50">
                  <c:v>0.29659518124659484</c:v>
                </c:pt>
                <c:pt idx="51">
                  <c:v>0.29664194925869336</c:v>
                </c:pt>
                <c:pt idx="52">
                  <c:v>0.30725160079828334</c:v>
                </c:pt>
                <c:pt idx="53">
                  <c:v>0.32298331260519625</c:v>
                </c:pt>
                <c:pt idx="54">
                  <c:v>0.3297028811155836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FD73-4B24-9380-8AC998FE561F}"/>
            </c:ext>
          </c:extLst>
        </c:ser>
        <c:ser>
          <c:idx val="4"/>
          <c:order val="4"/>
          <c:tx>
            <c:strRef>
              <c:f>Hoja1!$F$2</c:f>
              <c:strCache>
                <c:ptCount val="1"/>
                <c:pt idx="0">
                  <c:v>Informal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dLbls>
            <c:dLbl>
              <c:idx val="18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0E13-4BAD-894B-5FFCD7E9C52E}"/>
                </c:ext>
              </c:extLst>
            </c:dLbl>
            <c:dLbl>
              <c:idx val="30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0E13-4BAD-894B-5FFCD7E9C52E}"/>
                </c:ext>
              </c:extLst>
            </c:dLbl>
            <c:dLbl>
              <c:idx val="42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0E13-4BAD-894B-5FFCD7E9C52E}"/>
                </c:ext>
              </c:extLst>
            </c:dLbl>
            <c:dLbl>
              <c:idx val="54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0E13-4BAD-894B-5FFCD7E9C52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tx1"/>
                    </a:solidFill>
                    <a:latin typeface="Dosis" pitchFamily="2" charset="0"/>
                    <a:ea typeface="+mn-ea"/>
                    <a:cs typeface="+mn-cs"/>
                  </a:defRPr>
                </a:pPr>
                <a:endParaRPr lang="es-CO"/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Hoja1!$A$3:$A$57</c:f>
              <c:numCache>
                <c:formatCode>mmm\-yy</c:formatCode>
                <c:ptCount val="55"/>
                <c:pt idx="0">
                  <c:v>44256</c:v>
                </c:pt>
                <c:pt idx="1">
                  <c:v>44287</c:v>
                </c:pt>
                <c:pt idx="2">
                  <c:v>44317</c:v>
                </c:pt>
                <c:pt idx="3">
                  <c:v>44348</c:v>
                </c:pt>
                <c:pt idx="4">
                  <c:v>44378</c:v>
                </c:pt>
                <c:pt idx="5">
                  <c:v>44409</c:v>
                </c:pt>
                <c:pt idx="6">
                  <c:v>44440</c:v>
                </c:pt>
                <c:pt idx="7">
                  <c:v>44470</c:v>
                </c:pt>
                <c:pt idx="8">
                  <c:v>44501</c:v>
                </c:pt>
                <c:pt idx="9">
                  <c:v>44531</c:v>
                </c:pt>
                <c:pt idx="10">
                  <c:v>44562</c:v>
                </c:pt>
                <c:pt idx="11">
                  <c:v>44593</c:v>
                </c:pt>
                <c:pt idx="12">
                  <c:v>44621</c:v>
                </c:pt>
                <c:pt idx="13">
                  <c:v>44652</c:v>
                </c:pt>
                <c:pt idx="14">
                  <c:v>44682</c:v>
                </c:pt>
                <c:pt idx="15">
                  <c:v>44713</c:v>
                </c:pt>
                <c:pt idx="16">
                  <c:v>44743</c:v>
                </c:pt>
                <c:pt idx="17">
                  <c:v>44774</c:v>
                </c:pt>
                <c:pt idx="18">
                  <c:v>44805</c:v>
                </c:pt>
                <c:pt idx="19">
                  <c:v>44835</c:v>
                </c:pt>
                <c:pt idx="20">
                  <c:v>44866</c:v>
                </c:pt>
                <c:pt idx="21">
                  <c:v>44896</c:v>
                </c:pt>
                <c:pt idx="22">
                  <c:v>44927</c:v>
                </c:pt>
                <c:pt idx="23">
                  <c:v>44958</c:v>
                </c:pt>
                <c:pt idx="24">
                  <c:v>44986</c:v>
                </c:pt>
                <c:pt idx="25">
                  <c:v>45017</c:v>
                </c:pt>
                <c:pt idx="26">
                  <c:v>45047</c:v>
                </c:pt>
                <c:pt idx="27">
                  <c:v>45078</c:v>
                </c:pt>
                <c:pt idx="28">
                  <c:v>45108</c:v>
                </c:pt>
                <c:pt idx="29">
                  <c:v>45139</c:v>
                </c:pt>
                <c:pt idx="30">
                  <c:v>45170</c:v>
                </c:pt>
                <c:pt idx="31">
                  <c:v>45200</c:v>
                </c:pt>
                <c:pt idx="32">
                  <c:v>45231</c:v>
                </c:pt>
                <c:pt idx="33">
                  <c:v>45261</c:v>
                </c:pt>
                <c:pt idx="34">
                  <c:v>45292</c:v>
                </c:pt>
                <c:pt idx="35">
                  <c:v>45323</c:v>
                </c:pt>
                <c:pt idx="36">
                  <c:v>45352</c:v>
                </c:pt>
                <c:pt idx="37">
                  <c:v>45383</c:v>
                </c:pt>
                <c:pt idx="38">
                  <c:v>45413</c:v>
                </c:pt>
                <c:pt idx="39">
                  <c:v>45444</c:v>
                </c:pt>
                <c:pt idx="40">
                  <c:v>45474</c:v>
                </c:pt>
                <c:pt idx="41">
                  <c:v>45505</c:v>
                </c:pt>
                <c:pt idx="42">
                  <c:v>45536</c:v>
                </c:pt>
                <c:pt idx="43">
                  <c:v>45566</c:v>
                </c:pt>
                <c:pt idx="44">
                  <c:v>45597</c:v>
                </c:pt>
                <c:pt idx="45">
                  <c:v>45627</c:v>
                </c:pt>
                <c:pt idx="46">
                  <c:v>45658</c:v>
                </c:pt>
                <c:pt idx="47">
                  <c:v>45689</c:v>
                </c:pt>
                <c:pt idx="48">
                  <c:v>45717</c:v>
                </c:pt>
                <c:pt idx="49">
                  <c:v>45748</c:v>
                </c:pt>
                <c:pt idx="50">
                  <c:v>45778</c:v>
                </c:pt>
                <c:pt idx="51">
                  <c:v>45809</c:v>
                </c:pt>
                <c:pt idx="52">
                  <c:v>45839</c:v>
                </c:pt>
                <c:pt idx="53">
                  <c:v>45870</c:v>
                </c:pt>
                <c:pt idx="54">
                  <c:v>45901</c:v>
                </c:pt>
              </c:numCache>
            </c:numRef>
          </c:cat>
          <c:val>
            <c:numRef>
              <c:f>Hoja1!$F$3:$F$57</c:f>
              <c:numCache>
                <c:formatCode>0%</c:formatCode>
                <c:ptCount val="55"/>
                <c:pt idx="0">
                  <c:v>0.72123514470479599</c:v>
                </c:pt>
                <c:pt idx="1">
                  <c:v>0.7184822295298221</c:v>
                </c:pt>
                <c:pt idx="2">
                  <c:v>0.72256140887034115</c:v>
                </c:pt>
                <c:pt idx="3">
                  <c:v>0.73504346335197956</c:v>
                </c:pt>
                <c:pt idx="4">
                  <c:v>0.74676768782103364</c:v>
                </c:pt>
                <c:pt idx="5">
                  <c:v>0.7298473209166082</c:v>
                </c:pt>
                <c:pt idx="6">
                  <c:v>0.7250726875148924</c:v>
                </c:pt>
                <c:pt idx="7">
                  <c:v>0.70981380942098726</c:v>
                </c:pt>
                <c:pt idx="8">
                  <c:v>0.71762087536099373</c:v>
                </c:pt>
                <c:pt idx="9">
                  <c:v>0.71552897375479829</c:v>
                </c:pt>
                <c:pt idx="10">
                  <c:v>0.71139885175560991</c:v>
                </c:pt>
                <c:pt idx="11">
                  <c:v>0.70408240562107816</c:v>
                </c:pt>
                <c:pt idx="12">
                  <c:v>0.69755051333724183</c:v>
                </c:pt>
                <c:pt idx="13">
                  <c:v>0.69930651539285515</c:v>
                </c:pt>
                <c:pt idx="14">
                  <c:v>0.68705981522860238</c:v>
                </c:pt>
                <c:pt idx="15">
                  <c:v>0.6946907199327309</c:v>
                </c:pt>
                <c:pt idx="16">
                  <c:v>0.69208876655396445</c:v>
                </c:pt>
                <c:pt idx="17">
                  <c:v>0.6814098946757019</c:v>
                </c:pt>
                <c:pt idx="18">
                  <c:v>0.67518229414812281</c:v>
                </c:pt>
                <c:pt idx="19">
                  <c:v>0.67466970944525217</c:v>
                </c:pt>
                <c:pt idx="20">
                  <c:v>0.69823263519839074</c:v>
                </c:pt>
                <c:pt idx="21">
                  <c:v>0.70040102036952134</c:v>
                </c:pt>
                <c:pt idx="22">
                  <c:v>0.71375000338545957</c:v>
                </c:pt>
                <c:pt idx="23">
                  <c:v>0.71048398399705981</c:v>
                </c:pt>
                <c:pt idx="24">
                  <c:v>0.71405471554045463</c:v>
                </c:pt>
                <c:pt idx="25">
                  <c:v>0.6925531524317261</c:v>
                </c:pt>
                <c:pt idx="26">
                  <c:v>0.68423819021741539</c:v>
                </c:pt>
                <c:pt idx="27">
                  <c:v>0.67625689879424555</c:v>
                </c:pt>
                <c:pt idx="28">
                  <c:v>0.68076672687312445</c:v>
                </c:pt>
                <c:pt idx="29">
                  <c:v>0.67528058902625088</c:v>
                </c:pt>
                <c:pt idx="30">
                  <c:v>0.66868300154679516</c:v>
                </c:pt>
                <c:pt idx="31">
                  <c:v>0.66102650705535315</c:v>
                </c:pt>
                <c:pt idx="32">
                  <c:v>0.66602432579172888</c:v>
                </c:pt>
                <c:pt idx="33">
                  <c:v>0.6752868622741014</c:v>
                </c:pt>
                <c:pt idx="34">
                  <c:v>0.68594635401270487</c:v>
                </c:pt>
                <c:pt idx="35">
                  <c:v>0.67685183355942702</c:v>
                </c:pt>
                <c:pt idx="36">
                  <c:v>0.67513123180836476</c:v>
                </c:pt>
                <c:pt idx="37">
                  <c:v>0.6598732776229459</c:v>
                </c:pt>
                <c:pt idx="38">
                  <c:v>0.66307876955189171</c:v>
                </c:pt>
                <c:pt idx="39">
                  <c:v>0.64337705539302115</c:v>
                </c:pt>
                <c:pt idx="40">
                  <c:v>0.65605150922168143</c:v>
                </c:pt>
                <c:pt idx="41">
                  <c:v>0.64867180742464792</c:v>
                </c:pt>
                <c:pt idx="42">
                  <c:v>0.66053746993669549</c:v>
                </c:pt>
                <c:pt idx="43">
                  <c:v>0.65502533110295602</c:v>
                </c:pt>
                <c:pt idx="44">
                  <c:v>0.6672828394096646</c:v>
                </c:pt>
                <c:pt idx="45">
                  <c:v>0.68032584446792721</c:v>
                </c:pt>
                <c:pt idx="46">
                  <c:v>0.67945984803830117</c:v>
                </c:pt>
                <c:pt idx="47">
                  <c:v>0.67628046480366522</c:v>
                </c:pt>
                <c:pt idx="48">
                  <c:v>0.6856982417766897</c:v>
                </c:pt>
                <c:pt idx="49">
                  <c:v>0.69348175735709949</c:v>
                </c:pt>
                <c:pt idx="50">
                  <c:v>0.70340481875340521</c:v>
                </c:pt>
                <c:pt idx="51">
                  <c:v>0.70335805074130664</c:v>
                </c:pt>
                <c:pt idx="52">
                  <c:v>0.69274839857018133</c:v>
                </c:pt>
                <c:pt idx="53">
                  <c:v>0.6770166873948037</c:v>
                </c:pt>
                <c:pt idx="54">
                  <c:v>0.67029711949189896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FD73-4B24-9380-8AC998FE561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319592560"/>
        <c:axId val="1319589200"/>
        <c:extLst>
          <c:ext xmlns:c15="http://schemas.microsoft.com/office/drawing/2012/chart" uri="{02D57815-91ED-43cb-92C2-25804820EDAC}">
            <c15:filteredLine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Hoja1!$B$2</c15:sqref>
                        </c15:formulaRef>
                      </c:ext>
                    </c:extLst>
                    <c:strCache>
                      <c:ptCount val="1"/>
                      <c:pt idx="0">
                        <c:v>Total</c:v>
                      </c:pt>
                    </c:strCache>
                  </c:strRef>
                </c:tx>
                <c:spPr>
                  <a:ln w="28575" cap="rnd">
                    <a:solidFill>
                      <a:schemeClr val="accent1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numRef>
                    <c:extLst>
                      <c:ext uri="{02D57815-91ED-43cb-92C2-25804820EDAC}">
                        <c15:formulaRef>
                          <c15:sqref>Hoja1!$A$3:$A$57</c15:sqref>
                        </c15:formulaRef>
                      </c:ext>
                    </c:extLst>
                    <c:numCache>
                      <c:formatCode>mmm\-yy</c:formatCode>
                      <c:ptCount val="55"/>
                      <c:pt idx="0">
                        <c:v>44256</c:v>
                      </c:pt>
                      <c:pt idx="1">
                        <c:v>44287</c:v>
                      </c:pt>
                      <c:pt idx="2">
                        <c:v>44317</c:v>
                      </c:pt>
                      <c:pt idx="3">
                        <c:v>44348</c:v>
                      </c:pt>
                      <c:pt idx="4">
                        <c:v>44378</c:v>
                      </c:pt>
                      <c:pt idx="5">
                        <c:v>44409</c:v>
                      </c:pt>
                      <c:pt idx="6">
                        <c:v>44440</c:v>
                      </c:pt>
                      <c:pt idx="7">
                        <c:v>44470</c:v>
                      </c:pt>
                      <c:pt idx="8">
                        <c:v>44501</c:v>
                      </c:pt>
                      <c:pt idx="9">
                        <c:v>44531</c:v>
                      </c:pt>
                      <c:pt idx="10">
                        <c:v>44562</c:v>
                      </c:pt>
                      <c:pt idx="11">
                        <c:v>44593</c:v>
                      </c:pt>
                      <c:pt idx="12">
                        <c:v>44621</c:v>
                      </c:pt>
                      <c:pt idx="13">
                        <c:v>44652</c:v>
                      </c:pt>
                      <c:pt idx="14">
                        <c:v>44682</c:v>
                      </c:pt>
                      <c:pt idx="15">
                        <c:v>44713</c:v>
                      </c:pt>
                      <c:pt idx="16">
                        <c:v>44743</c:v>
                      </c:pt>
                      <c:pt idx="17">
                        <c:v>44774</c:v>
                      </c:pt>
                      <c:pt idx="18">
                        <c:v>44805</c:v>
                      </c:pt>
                      <c:pt idx="19">
                        <c:v>44835</c:v>
                      </c:pt>
                      <c:pt idx="20">
                        <c:v>44866</c:v>
                      </c:pt>
                      <c:pt idx="21">
                        <c:v>44896</c:v>
                      </c:pt>
                      <c:pt idx="22">
                        <c:v>44927</c:v>
                      </c:pt>
                      <c:pt idx="23">
                        <c:v>44958</c:v>
                      </c:pt>
                      <c:pt idx="24">
                        <c:v>44986</c:v>
                      </c:pt>
                      <c:pt idx="25">
                        <c:v>45017</c:v>
                      </c:pt>
                      <c:pt idx="26">
                        <c:v>45047</c:v>
                      </c:pt>
                      <c:pt idx="27">
                        <c:v>45078</c:v>
                      </c:pt>
                      <c:pt idx="28">
                        <c:v>45108</c:v>
                      </c:pt>
                      <c:pt idx="29">
                        <c:v>45139</c:v>
                      </c:pt>
                      <c:pt idx="30">
                        <c:v>45170</c:v>
                      </c:pt>
                      <c:pt idx="31">
                        <c:v>45200</c:v>
                      </c:pt>
                      <c:pt idx="32">
                        <c:v>45231</c:v>
                      </c:pt>
                      <c:pt idx="33">
                        <c:v>45261</c:v>
                      </c:pt>
                      <c:pt idx="34">
                        <c:v>45292</c:v>
                      </c:pt>
                      <c:pt idx="35">
                        <c:v>45323</c:v>
                      </c:pt>
                      <c:pt idx="36">
                        <c:v>45352</c:v>
                      </c:pt>
                      <c:pt idx="37">
                        <c:v>45383</c:v>
                      </c:pt>
                      <c:pt idx="38">
                        <c:v>45413</c:v>
                      </c:pt>
                      <c:pt idx="39">
                        <c:v>45444</c:v>
                      </c:pt>
                      <c:pt idx="40">
                        <c:v>45474</c:v>
                      </c:pt>
                      <c:pt idx="41">
                        <c:v>45505</c:v>
                      </c:pt>
                      <c:pt idx="42">
                        <c:v>45536</c:v>
                      </c:pt>
                      <c:pt idx="43">
                        <c:v>45566</c:v>
                      </c:pt>
                      <c:pt idx="44">
                        <c:v>45597</c:v>
                      </c:pt>
                      <c:pt idx="45">
                        <c:v>45627</c:v>
                      </c:pt>
                      <c:pt idx="46">
                        <c:v>45658</c:v>
                      </c:pt>
                      <c:pt idx="47">
                        <c:v>45689</c:v>
                      </c:pt>
                      <c:pt idx="48">
                        <c:v>45717</c:v>
                      </c:pt>
                      <c:pt idx="49">
                        <c:v>45748</c:v>
                      </c:pt>
                      <c:pt idx="50">
                        <c:v>45778</c:v>
                      </c:pt>
                      <c:pt idx="51">
                        <c:v>45809</c:v>
                      </c:pt>
                      <c:pt idx="52">
                        <c:v>45839</c:v>
                      </c:pt>
                      <c:pt idx="53">
                        <c:v>45870</c:v>
                      </c:pt>
                      <c:pt idx="54">
                        <c:v>45901</c:v>
                      </c:pt>
                    </c:numCache>
                  </c:numRef>
                </c:cat>
                <c:val>
                  <c:numRef>
                    <c:extLst>
                      <c:ext uri="{02D57815-91ED-43cb-92C2-25804820EDAC}">
                        <c15:formulaRef>
                          <c15:sqref>Hoja1!$B$3:$B$57</c15:sqref>
                        </c15:formulaRef>
                      </c:ext>
                    </c:extLst>
                    <c:numCache>
                      <c:formatCode>_-* #,##0_-;\-* #,##0_-;_-* "-"??_-;_-@_-</c:formatCode>
                      <c:ptCount val="55"/>
                      <c:pt idx="0">
                        <c:v>1477.8846610000001</c:v>
                      </c:pt>
                      <c:pt idx="1">
                        <c:v>1507.4950033333334</c:v>
                      </c:pt>
                      <c:pt idx="2">
                        <c:v>1519.0542693333334</c:v>
                      </c:pt>
                      <c:pt idx="3">
                        <c:v>1437.5957096666664</c:v>
                      </c:pt>
                      <c:pt idx="4">
                        <c:v>1428.9121566666665</c:v>
                      </c:pt>
                      <c:pt idx="5">
                        <c:v>1490.8918209999999</c:v>
                      </c:pt>
                      <c:pt idx="6">
                        <c:v>1499.2228513333332</c:v>
                      </c:pt>
                      <c:pt idx="7">
                        <c:v>1495.2597036666666</c:v>
                      </c:pt>
                      <c:pt idx="8">
                        <c:v>1517.1283956666666</c:v>
                      </c:pt>
                      <c:pt idx="9">
                        <c:v>1542.2894033333332</c:v>
                      </c:pt>
                      <c:pt idx="10">
                        <c:v>1571.3573539999998</c:v>
                      </c:pt>
                      <c:pt idx="11">
                        <c:v>1550.1913056666665</c:v>
                      </c:pt>
                      <c:pt idx="12">
                        <c:v>1531.8371356666667</c:v>
                      </c:pt>
                      <c:pt idx="13">
                        <c:v>1520.2238893333333</c:v>
                      </c:pt>
                      <c:pt idx="14">
                        <c:v>1507.6393326666666</c:v>
                      </c:pt>
                      <c:pt idx="15">
                        <c:v>1551.6380053333332</c:v>
                      </c:pt>
                      <c:pt idx="16">
                        <c:v>1538.4228620000001</c:v>
                      </c:pt>
                      <c:pt idx="17">
                        <c:v>1589.3206010000001</c:v>
                      </c:pt>
                      <c:pt idx="18">
                        <c:v>1543.8403786666665</c:v>
                      </c:pt>
                      <c:pt idx="19">
                        <c:v>1542.892415</c:v>
                      </c:pt>
                      <c:pt idx="20">
                        <c:v>1493.9761526666668</c:v>
                      </c:pt>
                      <c:pt idx="21">
                        <c:v>1559.2996786666665</c:v>
                      </c:pt>
                      <c:pt idx="22">
                        <c:v>1535.6113043333332</c:v>
                      </c:pt>
                      <c:pt idx="23">
                        <c:v>1537.0619576666666</c:v>
                      </c:pt>
                      <c:pt idx="24">
                        <c:v>1512.3510306666667</c:v>
                      </c:pt>
                      <c:pt idx="25">
                        <c:v>1572.9527596666667</c:v>
                      </c:pt>
                      <c:pt idx="26">
                        <c:v>1542.1395386666666</c:v>
                      </c:pt>
                      <c:pt idx="27">
                        <c:v>1547.6633843333332</c:v>
                      </c:pt>
                      <c:pt idx="28">
                        <c:v>1589.6963956666666</c:v>
                      </c:pt>
                      <c:pt idx="29">
                        <c:v>1650.8136693333333</c:v>
                      </c:pt>
                      <c:pt idx="30">
                        <c:v>1617.4165693333332</c:v>
                      </c:pt>
                      <c:pt idx="31">
                        <c:v>1552.062578</c:v>
                      </c:pt>
                      <c:pt idx="32">
                        <c:v>1560.7993533333336</c:v>
                      </c:pt>
                      <c:pt idx="33">
                        <c:v>1584.0120829999998</c:v>
                      </c:pt>
                      <c:pt idx="34">
                        <c:v>1563.8516049999998</c:v>
                      </c:pt>
                      <c:pt idx="35">
                        <c:v>1508.0957703333333</c:v>
                      </c:pt>
                      <c:pt idx="36">
                        <c:v>1488.2853283333334</c:v>
                      </c:pt>
                      <c:pt idx="37">
                        <c:v>1530.8311326666665</c:v>
                      </c:pt>
                      <c:pt idx="38">
                        <c:v>1570.1063380000003</c:v>
                      </c:pt>
                      <c:pt idx="39">
                        <c:v>1556.9376556666666</c:v>
                      </c:pt>
                      <c:pt idx="40">
                        <c:v>1560.3537653333333</c:v>
                      </c:pt>
                      <c:pt idx="41">
                        <c:v>1540.1294746666665</c:v>
                      </c:pt>
                      <c:pt idx="42">
                        <c:v>1539.3917876666667</c:v>
                      </c:pt>
                      <c:pt idx="43">
                        <c:v>1539.9919643333333</c:v>
                      </c:pt>
                      <c:pt idx="44">
                        <c:v>1528.0628319999998</c:v>
                      </c:pt>
                      <c:pt idx="45">
                        <c:v>1586.2042913333335</c:v>
                      </c:pt>
                      <c:pt idx="46">
                        <c:v>1553.985655</c:v>
                      </c:pt>
                      <c:pt idx="47">
                        <c:v>1619.7502219999999</c:v>
                      </c:pt>
                      <c:pt idx="48">
                        <c:v>1617.2072020000001</c:v>
                      </c:pt>
                      <c:pt idx="49" formatCode="0">
                        <c:v>1633.9596549999999</c:v>
                      </c:pt>
                      <c:pt idx="50">
                        <c:v>1586.4268529999999</c:v>
                      </c:pt>
                      <c:pt idx="51">
                        <c:v>1543.312445</c:v>
                      </c:pt>
                      <c:pt idx="52">
                        <c:v>1583.4427900000001</c:v>
                      </c:pt>
                      <c:pt idx="53">
                        <c:v>1636.529927</c:v>
                      </c:pt>
                      <c:pt idx="54">
                        <c:v>1646.1378110000001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2-FD73-4B24-9380-8AC998FE561F}"/>
                  </c:ext>
                </c:extLst>
              </c15:ser>
            </c15:filteredLineSeries>
            <c15:filteredLineSeries>
              <c15:ser>
                <c:idx val="1"/>
                <c:order val="1"/>
                <c:tx>
                  <c:strRef>
                    <c:extLst>
                      <c:ext xmlns:c15="http://schemas.microsoft.com/office/drawing/2012/chart" uri="{02D57815-91ED-43cb-92C2-25804820EDAC}">
                        <c15:formulaRef>
                          <c15:sqref>Hoja1!$C$2</c15:sqref>
                        </c15:formulaRef>
                      </c:ext>
                    </c:extLst>
                    <c:strCache>
                      <c:ptCount val="1"/>
                      <c:pt idx="0">
                        <c:v>Formal</c:v>
                      </c:pt>
                    </c:strCache>
                  </c:strRef>
                </c:tx>
                <c:spPr>
                  <a:ln w="28575" cap="rnd">
                    <a:solidFill>
                      <a:schemeClr val="accent2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numRef>
                    <c:extLst>
                      <c:ext xmlns:c15="http://schemas.microsoft.com/office/drawing/2012/chart" uri="{02D57815-91ED-43cb-92C2-25804820EDAC}">
                        <c15:formulaRef>
                          <c15:sqref>Hoja1!$A$3:$A$57</c15:sqref>
                        </c15:formulaRef>
                      </c:ext>
                    </c:extLst>
                    <c:numCache>
                      <c:formatCode>mmm\-yy</c:formatCode>
                      <c:ptCount val="55"/>
                      <c:pt idx="0">
                        <c:v>44256</c:v>
                      </c:pt>
                      <c:pt idx="1">
                        <c:v>44287</c:v>
                      </c:pt>
                      <c:pt idx="2">
                        <c:v>44317</c:v>
                      </c:pt>
                      <c:pt idx="3">
                        <c:v>44348</c:v>
                      </c:pt>
                      <c:pt idx="4">
                        <c:v>44378</c:v>
                      </c:pt>
                      <c:pt idx="5">
                        <c:v>44409</c:v>
                      </c:pt>
                      <c:pt idx="6">
                        <c:v>44440</c:v>
                      </c:pt>
                      <c:pt idx="7">
                        <c:v>44470</c:v>
                      </c:pt>
                      <c:pt idx="8">
                        <c:v>44501</c:v>
                      </c:pt>
                      <c:pt idx="9">
                        <c:v>44531</c:v>
                      </c:pt>
                      <c:pt idx="10">
                        <c:v>44562</c:v>
                      </c:pt>
                      <c:pt idx="11">
                        <c:v>44593</c:v>
                      </c:pt>
                      <c:pt idx="12">
                        <c:v>44621</c:v>
                      </c:pt>
                      <c:pt idx="13">
                        <c:v>44652</c:v>
                      </c:pt>
                      <c:pt idx="14">
                        <c:v>44682</c:v>
                      </c:pt>
                      <c:pt idx="15">
                        <c:v>44713</c:v>
                      </c:pt>
                      <c:pt idx="16">
                        <c:v>44743</c:v>
                      </c:pt>
                      <c:pt idx="17">
                        <c:v>44774</c:v>
                      </c:pt>
                      <c:pt idx="18">
                        <c:v>44805</c:v>
                      </c:pt>
                      <c:pt idx="19">
                        <c:v>44835</c:v>
                      </c:pt>
                      <c:pt idx="20">
                        <c:v>44866</c:v>
                      </c:pt>
                      <c:pt idx="21">
                        <c:v>44896</c:v>
                      </c:pt>
                      <c:pt idx="22">
                        <c:v>44927</c:v>
                      </c:pt>
                      <c:pt idx="23">
                        <c:v>44958</c:v>
                      </c:pt>
                      <c:pt idx="24">
                        <c:v>44986</c:v>
                      </c:pt>
                      <c:pt idx="25">
                        <c:v>45017</c:v>
                      </c:pt>
                      <c:pt idx="26">
                        <c:v>45047</c:v>
                      </c:pt>
                      <c:pt idx="27">
                        <c:v>45078</c:v>
                      </c:pt>
                      <c:pt idx="28">
                        <c:v>45108</c:v>
                      </c:pt>
                      <c:pt idx="29">
                        <c:v>45139</c:v>
                      </c:pt>
                      <c:pt idx="30">
                        <c:v>45170</c:v>
                      </c:pt>
                      <c:pt idx="31">
                        <c:v>45200</c:v>
                      </c:pt>
                      <c:pt idx="32">
                        <c:v>45231</c:v>
                      </c:pt>
                      <c:pt idx="33">
                        <c:v>45261</c:v>
                      </c:pt>
                      <c:pt idx="34">
                        <c:v>45292</c:v>
                      </c:pt>
                      <c:pt idx="35">
                        <c:v>45323</c:v>
                      </c:pt>
                      <c:pt idx="36">
                        <c:v>45352</c:v>
                      </c:pt>
                      <c:pt idx="37">
                        <c:v>45383</c:v>
                      </c:pt>
                      <c:pt idx="38">
                        <c:v>45413</c:v>
                      </c:pt>
                      <c:pt idx="39">
                        <c:v>45444</c:v>
                      </c:pt>
                      <c:pt idx="40">
                        <c:v>45474</c:v>
                      </c:pt>
                      <c:pt idx="41">
                        <c:v>45505</c:v>
                      </c:pt>
                      <c:pt idx="42">
                        <c:v>45536</c:v>
                      </c:pt>
                      <c:pt idx="43">
                        <c:v>45566</c:v>
                      </c:pt>
                      <c:pt idx="44">
                        <c:v>45597</c:v>
                      </c:pt>
                      <c:pt idx="45">
                        <c:v>45627</c:v>
                      </c:pt>
                      <c:pt idx="46">
                        <c:v>45658</c:v>
                      </c:pt>
                      <c:pt idx="47">
                        <c:v>45689</c:v>
                      </c:pt>
                      <c:pt idx="48">
                        <c:v>45717</c:v>
                      </c:pt>
                      <c:pt idx="49">
                        <c:v>45748</c:v>
                      </c:pt>
                      <c:pt idx="50">
                        <c:v>45778</c:v>
                      </c:pt>
                      <c:pt idx="51">
                        <c:v>45809</c:v>
                      </c:pt>
                      <c:pt idx="52">
                        <c:v>45839</c:v>
                      </c:pt>
                      <c:pt idx="53">
                        <c:v>45870</c:v>
                      </c:pt>
                      <c:pt idx="54">
                        <c:v>45901</c:v>
                      </c:pt>
                    </c:numCache>
                  </c:numRef>
                </c:cat>
                <c:val>
                  <c:numRef>
                    <c:extLst>
                      <c:ext xmlns:c15="http://schemas.microsoft.com/office/drawing/2012/chart" uri="{02D57815-91ED-43cb-92C2-25804820EDAC}">
                        <c15:formulaRef>
                          <c15:sqref>Hoja1!$C$3:$C$57</c15:sqref>
                        </c15:formulaRef>
                      </c:ext>
                    </c:extLst>
                    <c:numCache>
                      <c:formatCode>_-* #,##0_-;\-* #,##0_-;_-* "-"??_-;_-@_-</c:formatCode>
                      <c:ptCount val="55"/>
                      <c:pt idx="0">
                        <c:v>411.98230366666667</c:v>
                      </c:pt>
                      <c:pt idx="1">
                        <c:v>424.38663300000002</c:v>
                      </c:pt>
                      <c:pt idx="2">
                        <c:v>421.444277</c:v>
                      </c:pt>
                      <c:pt idx="3">
                        <c:v>380.90038066666665</c:v>
                      </c:pt>
                      <c:pt idx="4">
                        <c:v>361.84672933333331</c:v>
                      </c:pt>
                      <c:pt idx="5">
                        <c:v>402.76841966666666</c:v>
                      </c:pt>
                      <c:pt idx="6">
                        <c:v>412.17730966666676</c:v>
                      </c:pt>
                      <c:pt idx="7">
                        <c:v>433.90371766666664</c:v>
                      </c:pt>
                      <c:pt idx="8">
                        <c:v>428.40538866666662</c:v>
                      </c:pt>
                      <c:pt idx="9">
                        <c:v>438.73664933333333</c:v>
                      </c:pt>
                      <c:pt idx="10">
                        <c:v>453.49553633333335</c:v>
                      </c:pt>
                      <c:pt idx="11">
                        <c:v>458.72888166666667</c:v>
                      </c:pt>
                      <c:pt idx="12">
                        <c:v>463.30335466666662</c:v>
                      </c:pt>
                      <c:pt idx="13">
                        <c:v>457.12141833333334</c:v>
                      </c:pt>
                      <c:pt idx="14">
                        <c:v>471.8009306666666</c:v>
                      </c:pt>
                      <c:pt idx="15">
                        <c:v>473.72948200000002</c:v>
                      </c:pt>
                      <c:pt idx="16">
                        <c:v>473.69768066666666</c:v>
                      </c:pt>
                      <c:pt idx="17">
                        <c:v>506.34181766666666</c:v>
                      </c:pt>
                      <c:pt idx="18">
                        <c:v>501.46668999999997</c:v>
                      </c:pt>
                      <c:pt idx="19">
                        <c:v>501.9496376666666</c:v>
                      </c:pt>
                      <c:pt idx="20">
                        <c:v>450.83324666666664</c:v>
                      </c:pt>
                      <c:pt idx="21">
                        <c:v>467.16459266666669</c:v>
                      </c:pt>
                      <c:pt idx="22">
                        <c:v>439.56873100000001</c:v>
                      </c:pt>
                      <c:pt idx="23">
                        <c:v>445.00405466666666</c:v>
                      </c:pt>
                      <c:pt idx="24">
                        <c:v>432.44964633333331</c:v>
                      </c:pt>
                      <c:pt idx="25">
                        <c:v>483.59936766666669</c:v>
                      </c:pt>
                      <c:pt idx="26">
                        <c:v>486.94877200000002</c:v>
                      </c:pt>
                      <c:pt idx="27">
                        <c:v>501.04534366666667</c:v>
                      </c:pt>
                      <c:pt idx="28">
                        <c:v>507.4839833333333</c:v>
                      </c:pt>
                      <c:pt idx="29">
                        <c:v>536.05124199999989</c:v>
                      </c:pt>
                      <c:pt idx="30">
                        <c:v>535.87760299999991</c:v>
                      </c:pt>
                      <c:pt idx="31">
                        <c:v>526.10807366666666</c:v>
                      </c:pt>
                      <c:pt idx="32">
                        <c:v>521.26901700000008</c:v>
                      </c:pt>
                      <c:pt idx="33">
                        <c:v>514.34953366666662</c:v>
                      </c:pt>
                      <c:pt idx="34">
                        <c:v>491.13329866666663</c:v>
                      </c:pt>
                      <c:pt idx="35">
                        <c:v>487.33838300000002</c:v>
                      </c:pt>
                      <c:pt idx="36">
                        <c:v>483.49742166666664</c:v>
                      </c:pt>
                      <c:pt idx="37">
                        <c:v>520.67657599999995</c:v>
                      </c:pt>
                      <c:pt idx="38">
                        <c:v>529.00215933333322</c:v>
                      </c:pt>
                      <c:pt idx="39">
                        <c:v>555.23969166666666</c:v>
                      </c:pt>
                      <c:pt idx="40">
                        <c:v>536.68132266666669</c:v>
                      </c:pt>
                      <c:pt idx="41">
                        <c:v>541.09090500000002</c:v>
                      </c:pt>
                      <c:pt idx="42">
                        <c:v>522.565831</c:v>
                      </c:pt>
                      <c:pt idx="43">
                        <c:v>531.25821799999994</c:v>
                      </c:pt>
                      <c:pt idx="44">
                        <c:v>508.41272666666669</c:v>
                      </c:pt>
                      <c:pt idx="45">
                        <c:v>507.06851699999999</c:v>
                      </c:pt>
                      <c:pt idx="46">
                        <c:v>498.11479700000001</c:v>
                      </c:pt>
                      <c:pt idx="47">
                        <c:v>524.34478899999999</c:v>
                      </c:pt>
                      <c:pt idx="48">
                        <c:v>508.291067</c:v>
                      </c:pt>
                      <c:pt idx="49" formatCode="0">
                        <c:v>500.83844199999999</c:v>
                      </c:pt>
                      <c:pt idx="50">
                        <c:v>470.52656000000002</c:v>
                      </c:pt>
                      <c:pt idx="51">
                        <c:v>457.81121200000001</c:v>
                      </c:pt>
                      <c:pt idx="52">
                        <c:v>486.515332</c:v>
                      </c:pt>
                      <c:pt idx="53">
                        <c:v>528.57185700000002</c:v>
                      </c:pt>
                      <c:pt idx="54">
                        <c:v>542.73637900000006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3-FD73-4B24-9380-8AC998FE561F}"/>
                  </c:ext>
                </c:extLst>
              </c15:ser>
            </c15:filteredLineSeries>
            <c15:filteredLineSeries>
              <c15:ser>
                <c:idx val="2"/>
                <c:order val="2"/>
                <c:tx>
                  <c:strRef>
                    <c:extLst>
                      <c:ext xmlns:c15="http://schemas.microsoft.com/office/drawing/2012/chart" uri="{02D57815-91ED-43cb-92C2-25804820EDAC}">
                        <c15:formulaRef>
                          <c15:sqref>Hoja1!$D$2</c15:sqref>
                        </c15:formulaRef>
                      </c:ext>
                    </c:extLst>
                    <c:strCache>
                      <c:ptCount val="1"/>
                      <c:pt idx="0">
                        <c:v>Informal</c:v>
                      </c:pt>
                    </c:strCache>
                  </c:strRef>
                </c:tx>
                <c:spPr>
                  <a:ln w="28575" cap="rnd">
                    <a:solidFill>
                      <a:schemeClr val="accent3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numRef>
                    <c:extLst>
                      <c:ext xmlns:c15="http://schemas.microsoft.com/office/drawing/2012/chart" uri="{02D57815-91ED-43cb-92C2-25804820EDAC}">
                        <c15:formulaRef>
                          <c15:sqref>Hoja1!$A$3:$A$57</c15:sqref>
                        </c15:formulaRef>
                      </c:ext>
                    </c:extLst>
                    <c:numCache>
                      <c:formatCode>mmm\-yy</c:formatCode>
                      <c:ptCount val="55"/>
                      <c:pt idx="0">
                        <c:v>44256</c:v>
                      </c:pt>
                      <c:pt idx="1">
                        <c:v>44287</c:v>
                      </c:pt>
                      <c:pt idx="2">
                        <c:v>44317</c:v>
                      </c:pt>
                      <c:pt idx="3">
                        <c:v>44348</c:v>
                      </c:pt>
                      <c:pt idx="4">
                        <c:v>44378</c:v>
                      </c:pt>
                      <c:pt idx="5">
                        <c:v>44409</c:v>
                      </c:pt>
                      <c:pt idx="6">
                        <c:v>44440</c:v>
                      </c:pt>
                      <c:pt idx="7">
                        <c:v>44470</c:v>
                      </c:pt>
                      <c:pt idx="8">
                        <c:v>44501</c:v>
                      </c:pt>
                      <c:pt idx="9">
                        <c:v>44531</c:v>
                      </c:pt>
                      <c:pt idx="10">
                        <c:v>44562</c:v>
                      </c:pt>
                      <c:pt idx="11">
                        <c:v>44593</c:v>
                      </c:pt>
                      <c:pt idx="12">
                        <c:v>44621</c:v>
                      </c:pt>
                      <c:pt idx="13">
                        <c:v>44652</c:v>
                      </c:pt>
                      <c:pt idx="14">
                        <c:v>44682</c:v>
                      </c:pt>
                      <c:pt idx="15">
                        <c:v>44713</c:v>
                      </c:pt>
                      <c:pt idx="16">
                        <c:v>44743</c:v>
                      </c:pt>
                      <c:pt idx="17">
                        <c:v>44774</c:v>
                      </c:pt>
                      <c:pt idx="18">
                        <c:v>44805</c:v>
                      </c:pt>
                      <c:pt idx="19">
                        <c:v>44835</c:v>
                      </c:pt>
                      <c:pt idx="20">
                        <c:v>44866</c:v>
                      </c:pt>
                      <c:pt idx="21">
                        <c:v>44896</c:v>
                      </c:pt>
                      <c:pt idx="22">
                        <c:v>44927</c:v>
                      </c:pt>
                      <c:pt idx="23">
                        <c:v>44958</c:v>
                      </c:pt>
                      <c:pt idx="24">
                        <c:v>44986</c:v>
                      </c:pt>
                      <c:pt idx="25">
                        <c:v>45017</c:v>
                      </c:pt>
                      <c:pt idx="26">
                        <c:v>45047</c:v>
                      </c:pt>
                      <c:pt idx="27">
                        <c:v>45078</c:v>
                      </c:pt>
                      <c:pt idx="28">
                        <c:v>45108</c:v>
                      </c:pt>
                      <c:pt idx="29">
                        <c:v>45139</c:v>
                      </c:pt>
                      <c:pt idx="30">
                        <c:v>45170</c:v>
                      </c:pt>
                      <c:pt idx="31">
                        <c:v>45200</c:v>
                      </c:pt>
                      <c:pt idx="32">
                        <c:v>45231</c:v>
                      </c:pt>
                      <c:pt idx="33">
                        <c:v>45261</c:v>
                      </c:pt>
                      <c:pt idx="34">
                        <c:v>45292</c:v>
                      </c:pt>
                      <c:pt idx="35">
                        <c:v>45323</c:v>
                      </c:pt>
                      <c:pt idx="36">
                        <c:v>45352</c:v>
                      </c:pt>
                      <c:pt idx="37">
                        <c:v>45383</c:v>
                      </c:pt>
                      <c:pt idx="38">
                        <c:v>45413</c:v>
                      </c:pt>
                      <c:pt idx="39">
                        <c:v>45444</c:v>
                      </c:pt>
                      <c:pt idx="40">
                        <c:v>45474</c:v>
                      </c:pt>
                      <c:pt idx="41">
                        <c:v>45505</c:v>
                      </c:pt>
                      <c:pt idx="42">
                        <c:v>45536</c:v>
                      </c:pt>
                      <c:pt idx="43">
                        <c:v>45566</c:v>
                      </c:pt>
                      <c:pt idx="44">
                        <c:v>45597</c:v>
                      </c:pt>
                      <c:pt idx="45">
                        <c:v>45627</c:v>
                      </c:pt>
                      <c:pt idx="46">
                        <c:v>45658</c:v>
                      </c:pt>
                      <c:pt idx="47">
                        <c:v>45689</c:v>
                      </c:pt>
                      <c:pt idx="48">
                        <c:v>45717</c:v>
                      </c:pt>
                      <c:pt idx="49">
                        <c:v>45748</c:v>
                      </c:pt>
                      <c:pt idx="50">
                        <c:v>45778</c:v>
                      </c:pt>
                      <c:pt idx="51">
                        <c:v>45809</c:v>
                      </c:pt>
                      <c:pt idx="52">
                        <c:v>45839</c:v>
                      </c:pt>
                      <c:pt idx="53">
                        <c:v>45870</c:v>
                      </c:pt>
                      <c:pt idx="54">
                        <c:v>45901</c:v>
                      </c:pt>
                    </c:numCache>
                  </c:numRef>
                </c:cat>
                <c:val>
                  <c:numRef>
                    <c:extLst>
                      <c:ext xmlns:c15="http://schemas.microsoft.com/office/drawing/2012/chart" uri="{02D57815-91ED-43cb-92C2-25804820EDAC}">
                        <c15:formulaRef>
                          <c15:sqref>Hoja1!$D$3:$D$57</c15:sqref>
                        </c15:formulaRef>
                      </c:ext>
                    </c:extLst>
                    <c:numCache>
                      <c:formatCode>_-* #,##0_-;\-* #,##0_-;_-* "-"??_-;_-@_-</c:formatCode>
                      <c:ptCount val="55"/>
                      <c:pt idx="0">
                        <c:v>1065.9023573333334</c:v>
                      </c:pt>
                      <c:pt idx="1">
                        <c:v>1083.108371</c:v>
                      </c:pt>
                      <c:pt idx="2">
                        <c:v>1097.609993</c:v>
                      </c:pt>
                      <c:pt idx="3">
                        <c:v>1056.6953293333333</c:v>
                      </c:pt>
                      <c:pt idx="4">
                        <c:v>1067.0654273333332</c:v>
                      </c:pt>
                      <c:pt idx="5">
                        <c:v>1088.1234013333333</c:v>
                      </c:pt>
                      <c:pt idx="6">
                        <c:v>1087.0455419999998</c:v>
                      </c:pt>
                      <c:pt idx="7">
                        <c:v>1061.3559863333332</c:v>
                      </c:pt>
                      <c:pt idx="8">
                        <c:v>1088.7230073333333</c:v>
                      </c:pt>
                      <c:pt idx="9">
                        <c:v>1103.552754</c:v>
                      </c:pt>
                      <c:pt idx="10">
                        <c:v>1117.8618173333332</c:v>
                      </c:pt>
                      <c:pt idx="11">
                        <c:v>1091.4624236666666</c:v>
                      </c:pt>
                      <c:pt idx="12">
                        <c:v>1068.5337803333334</c:v>
                      </c:pt>
                      <c:pt idx="13">
                        <c:v>1063.1024706666667</c:v>
                      </c:pt>
                      <c:pt idx="14">
                        <c:v>1035.8384013333334</c:v>
                      </c:pt>
                      <c:pt idx="15">
                        <c:v>1077.9085229999998</c:v>
                      </c:pt>
                      <c:pt idx="16">
                        <c:v>1064.725181</c:v>
                      </c:pt>
                      <c:pt idx="17">
                        <c:v>1082.9787833333332</c:v>
                      </c:pt>
                      <c:pt idx="18">
                        <c:v>1042.3736886666666</c:v>
                      </c:pt>
                      <c:pt idx="19">
                        <c:v>1040.9427773333334</c:v>
                      </c:pt>
                      <c:pt idx="20">
                        <c:v>1043.142906</c:v>
                      </c:pt>
                      <c:pt idx="21">
                        <c:v>1092.135086</c:v>
                      </c:pt>
                      <c:pt idx="22">
                        <c:v>1096.0425736666666</c:v>
                      </c:pt>
                      <c:pt idx="23">
                        <c:v>1092.0579033333333</c:v>
                      </c:pt>
                      <c:pt idx="24">
                        <c:v>1079.9013850000001</c:v>
                      </c:pt>
                      <c:pt idx="25">
                        <c:v>1089.3533923333332</c:v>
                      </c:pt>
                      <c:pt idx="26">
                        <c:v>1055.1907669999998</c:v>
                      </c:pt>
                      <c:pt idx="27">
                        <c:v>1046.6180406666665</c:v>
                      </c:pt>
                      <c:pt idx="28">
                        <c:v>1082.2124120000001</c:v>
                      </c:pt>
                      <c:pt idx="29">
                        <c:v>1114.7624269999999</c:v>
                      </c:pt>
                      <c:pt idx="30">
                        <c:v>1081.5389663333333</c:v>
                      </c:pt>
                      <c:pt idx="31">
                        <c:v>1025.9545046666667</c:v>
                      </c:pt>
                      <c:pt idx="32">
                        <c:v>1039.5303369999999</c:v>
                      </c:pt>
                      <c:pt idx="33">
                        <c:v>1069.6625493333333</c:v>
                      </c:pt>
                      <c:pt idx="34">
                        <c:v>1072.7183066666666</c:v>
                      </c:pt>
                      <c:pt idx="35">
                        <c:v>1020.7573873333332</c:v>
                      </c:pt>
                      <c:pt idx="36">
                        <c:v>1004.7879069999999</c:v>
                      </c:pt>
                      <c:pt idx="37">
                        <c:v>1010.154557</c:v>
                      </c:pt>
                      <c:pt idx="38">
                        <c:v>1041.1041786666667</c:v>
                      </c:pt>
                      <c:pt idx="39">
                        <c:v>1001.6979643333334</c:v>
                      </c:pt>
                      <c:pt idx="40">
                        <c:v>1023.6724426666666</c:v>
                      </c:pt>
                      <c:pt idx="41">
                        <c:v>999.03857000000005</c:v>
                      </c:pt>
                      <c:pt idx="42">
                        <c:v>1016.8259566666667</c:v>
                      </c:pt>
                      <c:pt idx="43">
                        <c:v>1008.7337463333333</c:v>
                      </c:pt>
                      <c:pt idx="44">
                        <c:v>1019.6501053333333</c:v>
                      </c:pt>
                      <c:pt idx="45">
                        <c:v>1079.1357740000001</c:v>
                      </c:pt>
                      <c:pt idx="46">
                        <c:v>1055.8708569999999</c:v>
                      </c:pt>
                      <c:pt idx="47">
                        <c:v>1095.4054329999999</c:v>
                      </c:pt>
                      <c:pt idx="48">
                        <c:v>1108.9161349999999</c:v>
                      </c:pt>
                      <c:pt idx="49" formatCode="0">
                        <c:v>1133.1212129999999</c:v>
                      </c:pt>
                      <c:pt idx="50">
                        <c:v>1115.9002929999999</c:v>
                      </c:pt>
                      <c:pt idx="51">
                        <c:v>1085.501233</c:v>
                      </c:pt>
                      <c:pt idx="52">
                        <c:v>1096.927457</c:v>
                      </c:pt>
                      <c:pt idx="53">
                        <c:v>1107.9580699999999</c:v>
                      </c:pt>
                      <c:pt idx="54">
                        <c:v>1103.401433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4-FD73-4B24-9380-8AC998FE561F}"/>
                  </c:ext>
                </c:extLst>
              </c15:ser>
            </c15:filteredLineSeries>
          </c:ext>
        </c:extLst>
      </c:lineChart>
      <c:dateAx>
        <c:axId val="1319592560"/>
        <c:scaling>
          <c:orientation val="minMax"/>
          <c:max val="45901"/>
          <c:min val="4444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mmm\-yy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Dosis" pitchFamily="2" charset="0"/>
                <a:ea typeface="+mn-ea"/>
                <a:cs typeface="+mn-cs"/>
              </a:defRPr>
            </a:pPr>
            <a:endParaRPr lang="es-CO"/>
          </a:p>
        </c:txPr>
        <c:crossAx val="1319589200"/>
        <c:crosses val="autoZero"/>
        <c:auto val="1"/>
        <c:lblOffset val="100"/>
        <c:baseTimeUnit val="months"/>
        <c:majorUnit val="12"/>
        <c:majorTimeUnit val="months"/>
      </c:dateAx>
      <c:valAx>
        <c:axId val="1319589200"/>
        <c:scaling>
          <c:orientation val="minMax"/>
          <c:min val="0.2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Dosis" pitchFamily="2" charset="0"/>
                <a:ea typeface="+mn-ea"/>
                <a:cs typeface="+mn-cs"/>
              </a:defRPr>
            </a:pPr>
            <a:endParaRPr lang="es-CO"/>
          </a:p>
        </c:txPr>
        <c:crossAx val="131959256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91036228430609079"/>
          <c:y val="0.45744026933687398"/>
          <c:w val="7.7294805074782841E-2"/>
          <c:h val="9.929137635092949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/>
              </a:solidFill>
              <a:latin typeface="Dosis" pitchFamily="2" charset="0"/>
              <a:ea typeface="+mn-ea"/>
              <a:cs typeface="+mn-cs"/>
            </a:defRPr>
          </a:pPr>
          <a:endParaRPr lang="es-CO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200">
          <a:solidFill>
            <a:schemeClr val="tx1"/>
          </a:solidFill>
          <a:latin typeface="Dosis" pitchFamily="2" charset="0"/>
        </a:defRPr>
      </a:pPr>
      <a:endParaRPr lang="es-CO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F55D4A-1240-4D04-AF68-C30B62F62594}" type="datetimeFigureOut">
              <a:rPr lang="es-CO" smtClean="0"/>
              <a:t>13/11/2025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810225-AB14-4D74-896B-70830392B01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589279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>
          <a:extLst>
            <a:ext uri="{FF2B5EF4-FFF2-40B4-BE49-F238E27FC236}">
              <a16:creationId xmlns:a16="http://schemas.microsoft.com/office/drawing/2014/main" id="{593723B8-D422-6F98-E222-A081BCD3C4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3B365510-A556-3F9F-C93D-566521A340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C99C0EF5-2A3E-8B57-D5F2-8247E729BA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266358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>
          <a:extLst>
            <a:ext uri="{FF2B5EF4-FFF2-40B4-BE49-F238E27FC236}">
              <a16:creationId xmlns:a16="http://schemas.microsoft.com/office/drawing/2014/main" id="{8D150CA3-0323-3623-C2C4-5663EF62D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108DD262-223D-F7B4-BAD3-78CBBB867A0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F3CF9203-407C-BD63-5357-D48C4D2F3A1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754752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AB8B61-7110-6748-D232-36C0126FDA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5C6ED60-3A74-2698-62ED-ACE61AE228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212A954-52C5-4A65-E2AB-0CEF13AEC7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DA2ECC-5E07-450C-A8E4-AF1457332845}" type="datetimeFigureOut">
              <a:rPr lang="es-CO" smtClean="0"/>
              <a:t>13/11/2025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825020D-3BBB-2FDD-3306-5B206B116E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C04B36F-0541-BAC0-C445-B6D449906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55094-7B54-4DC4-AD9C-F567DD59AC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720096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F4A8C2-3731-E52D-AEC4-125BF72CF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175BD3F-02FA-7434-BBE1-0FFEA61B64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605AF22-6FC4-EA5F-6C4C-6DCCBADFFF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DA2ECC-5E07-450C-A8E4-AF1457332845}" type="datetimeFigureOut">
              <a:rPr lang="es-CO" smtClean="0"/>
              <a:t>13/11/2025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E12B23A-E7B9-9A26-B080-CB21A14C2A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22B4414-DBAD-C8CE-7FE3-C4D745323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55094-7B54-4DC4-AD9C-F567DD59AC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115336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C5EBDB-21E4-DFA8-6786-518752BD14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04B0A6A-E5F7-8EAF-B99E-A4C2B3BF83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62C51F0-488D-B3DC-5550-468147A2A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DA2ECC-5E07-450C-A8E4-AF1457332845}" type="datetimeFigureOut">
              <a:rPr lang="es-CO" smtClean="0"/>
              <a:t>13/11/2025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0C94488-D1F0-0215-789D-19432C810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27DF08C-979E-2383-E2B6-D836ADA4D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55094-7B54-4DC4-AD9C-F567DD59AC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121642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C0476F-4DF1-7C0B-75BE-C04370140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BE2E666-C13B-72DE-6C4B-75C0981237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05AB341-548F-B7C8-736F-4BDB095666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7DE76F6-1E03-2148-9D5D-C2F7994F33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DA2ECC-5E07-450C-A8E4-AF1457332845}" type="datetimeFigureOut">
              <a:rPr lang="es-CO" smtClean="0"/>
              <a:t>13/11/2025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C7F010A-C7F7-9A09-B1BA-1102B4730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5055493-4FF4-E8B4-0C18-1021F644E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55094-7B54-4DC4-AD9C-F567DD59AC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532734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E16D03-767D-46E0-933B-3AB90A273E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45B6F75-E103-3004-64C7-BAF1AFECCF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581DD39-4AB5-510E-BD81-6413E62149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E8195BF-C7D8-6C8F-2A61-93098B0A32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EBF30F3-A6C7-F29B-CF30-62592AE93B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02F4A511-865B-2499-7C30-2AA2AFF7F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DA2ECC-5E07-450C-A8E4-AF1457332845}" type="datetimeFigureOut">
              <a:rPr lang="es-CO" smtClean="0"/>
              <a:t>13/11/2025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B8869829-9EE1-1301-6AE0-74E710A394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22C9324A-15C4-2841-19EB-9B63C90DB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55094-7B54-4DC4-AD9C-F567DD59AC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155889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C0C51C-9D92-1AAB-4740-39500D22A2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853B9AF-E0B3-A28F-DD6A-0E89981992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DA2ECC-5E07-450C-A8E4-AF1457332845}" type="datetimeFigureOut">
              <a:rPr lang="es-CO" smtClean="0"/>
              <a:t>13/11/2025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A70C15E-2305-A8A0-43E0-ABA7D2730B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077507B-CD8A-1D21-6E1A-BA002955E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55094-7B54-4DC4-AD9C-F567DD59AC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689321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0954CEA-0632-0B62-913F-6B80FC8E8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DA2ECC-5E07-450C-A8E4-AF1457332845}" type="datetimeFigureOut">
              <a:rPr lang="es-CO" smtClean="0"/>
              <a:t>13/11/2025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DB7280F-1312-D710-0714-26BE507BA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641772E-1BEF-454E-4D5F-FF7DC4645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55094-7B54-4DC4-AD9C-F567DD59AC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186449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C8875C-9461-32A5-6022-D3A226372B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5068C46-D228-4196-1361-3E3EBE5E81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2D905AD-5133-EAE0-1872-F043271664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3692EC5-FE64-AB1C-DAA7-13D992A147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DA2ECC-5E07-450C-A8E4-AF1457332845}" type="datetimeFigureOut">
              <a:rPr lang="es-CO" smtClean="0"/>
              <a:t>13/11/2025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6F7BFA9-01A2-13D6-FBEF-EC4D0B48B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92ADE5A-D73F-49DF-AF4C-467181CF4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55094-7B54-4DC4-AD9C-F567DD59AC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769085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E33392-2298-DB48-3F21-55D0122F68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03BE184A-E88A-D872-1F84-6E8A1CD30F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7ACC8A2-BDB8-3CC0-8D06-670EA3A2C3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56A1116-9F6B-9E09-2BDB-BDA5514A0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DA2ECC-5E07-450C-A8E4-AF1457332845}" type="datetimeFigureOut">
              <a:rPr lang="es-CO" smtClean="0"/>
              <a:t>13/11/2025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A97F03A-E513-79D7-727E-C5B782232F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1776B59-2463-DB63-B3B7-17B5507FB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55094-7B54-4DC4-AD9C-F567DD59AC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355140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634F31-F1E1-46F0-CDE8-84B1A6F55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E6ED26C-8F1E-ACE6-8952-B5A151441B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7AC6ACC-8571-2D05-7658-8737F6C8FC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DA2ECC-5E07-450C-A8E4-AF1457332845}" type="datetimeFigureOut">
              <a:rPr lang="es-CO" smtClean="0"/>
              <a:t>13/11/2025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EA79E09-86AF-77FF-64A5-B6BA8F2E8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2586F78-1B49-7EBA-1CC6-FA98B4E38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55094-7B54-4DC4-AD9C-F567DD59AC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62619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B81B0BE-3D5F-3A8F-784D-308ACC1AFD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EC1ADB4-CB6F-EBE1-172D-C9B16DFA33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2063823-7901-DCBC-D850-6D03BA2F7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DA2ECC-5E07-450C-A8E4-AF1457332845}" type="datetimeFigureOut">
              <a:rPr lang="es-CO" smtClean="0"/>
              <a:t>13/11/2025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644F1C0-69F9-CA59-687B-F933618B6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918E1A2-CFA0-2805-2DE8-051E95A46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55094-7B54-4DC4-AD9C-F567DD59AC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709426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2A2EDCAF-FB46-D79E-B034-DE96366AC4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8F1E945-338F-91A8-5251-0128929DB2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3342140-63B2-6A5D-FA75-DACABDBFC5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DA2ECC-5E07-450C-A8E4-AF1457332845}" type="datetimeFigureOut">
              <a:rPr lang="es-CO" smtClean="0"/>
              <a:t>13/11/2025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F537FD7-2C31-F987-B8E2-CDC5602462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D4202D2-5767-7EA0-78C5-D93B665171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255094-7B54-4DC4-AD9C-F567DD59AC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210022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>
          <a:extLst>
            <a:ext uri="{FF2B5EF4-FFF2-40B4-BE49-F238E27FC236}">
              <a16:creationId xmlns:a16="http://schemas.microsoft.com/office/drawing/2014/main" id="{4C2C89ED-3C4B-C882-F1BF-608C74C13E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89;p5">
            <a:extLst>
              <a:ext uri="{FF2B5EF4-FFF2-40B4-BE49-F238E27FC236}">
                <a16:creationId xmlns:a16="http://schemas.microsoft.com/office/drawing/2014/main" id="{F9247C7C-5A34-26D8-116E-6C5D1A4E7566}"/>
              </a:ext>
            </a:extLst>
          </p:cNvPr>
          <p:cNvSpPr txBox="1"/>
          <p:nvPr/>
        </p:nvSpPr>
        <p:spPr>
          <a:xfrm>
            <a:off x="9483123" y="6566447"/>
            <a:ext cx="2639253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defTabSz="609630" rtl="0" eaLnBrk="1" fontAlgn="auto" latinLnBrk="0" hangingPunct="1">
              <a:lnSpc>
                <a:spcPct val="12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227C"/>
                </a:solidFill>
                <a:effectLst/>
                <a:uLnTx/>
                <a:uFillTx/>
                <a:latin typeface="Dosis"/>
                <a:ea typeface="Dosis"/>
                <a:cs typeface="Dosis"/>
                <a:sym typeface="Dosis"/>
              </a:rPr>
              <a:t>www.camacol.co</a:t>
            </a: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2FF5D674-F1FC-7790-EA61-A84573401057}"/>
              </a:ext>
            </a:extLst>
          </p:cNvPr>
          <p:cNvSpPr txBox="1"/>
          <p:nvPr/>
        </p:nvSpPr>
        <p:spPr>
          <a:xfrm>
            <a:off x="375920" y="6626021"/>
            <a:ext cx="1030077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osis" pitchFamily="2" charset="0"/>
                <a:ea typeface="+mn-ea"/>
                <a:cs typeface="Arial"/>
                <a:sym typeface="Arial"/>
              </a:rPr>
              <a:t>Fuente: DANE - Cálculos Camacol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CA7CFDFE-DA06-4D41-1347-BAB7544798C3}"/>
              </a:ext>
            </a:extLst>
          </p:cNvPr>
          <p:cNvSpPr txBox="1"/>
          <p:nvPr/>
        </p:nvSpPr>
        <p:spPr>
          <a:xfrm>
            <a:off x="703943" y="5896377"/>
            <a:ext cx="11157176" cy="74879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133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osis"/>
                <a:ea typeface="+mn-ea"/>
                <a:cs typeface="Arial"/>
                <a:sym typeface="Arial"/>
              </a:rPr>
              <a:t>En </a:t>
            </a:r>
            <a:r>
              <a:rPr lang="es-ES" sz="2133" dirty="0">
                <a:solidFill>
                  <a:prstClr val="black"/>
                </a:solidFill>
                <a:latin typeface="Dosis"/>
                <a:cs typeface="Arial"/>
                <a:sym typeface="Arial"/>
              </a:rPr>
              <a:t>septiembre</a:t>
            </a:r>
            <a:r>
              <a:rPr kumimoji="0" lang="es-ES" sz="2133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osis"/>
                <a:ea typeface="+mn-ea"/>
                <a:cs typeface="Arial"/>
                <a:sym typeface="Arial"/>
              </a:rPr>
              <a:t> el empleo de la construcción fue impulsado por un incremento en el empleo informal, </a:t>
            </a:r>
            <a:r>
              <a:rPr lang="es-ES" sz="2133" dirty="0">
                <a:solidFill>
                  <a:prstClr val="black"/>
                </a:solidFill>
                <a:latin typeface="Dosis"/>
                <a:cs typeface="Arial"/>
                <a:sym typeface="Arial"/>
              </a:rPr>
              <a:t>87</a:t>
            </a:r>
            <a:r>
              <a:rPr kumimoji="0" lang="es-ES" sz="2133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osis"/>
                <a:ea typeface="+mn-ea"/>
                <a:cs typeface="Arial"/>
                <a:sym typeface="Arial"/>
              </a:rPr>
              <a:t> mil nuevos empleos informales frente a 20 mil de formales.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68067B3F-1A86-A0DC-9DFD-02E8CC117C77}"/>
              </a:ext>
            </a:extLst>
          </p:cNvPr>
          <p:cNvSpPr txBox="1"/>
          <p:nvPr/>
        </p:nvSpPr>
        <p:spPr>
          <a:xfrm>
            <a:off x="1819034" y="2094"/>
            <a:ext cx="8474149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O" sz="2100" b="1" kern="0">
                <a:solidFill>
                  <a:srgbClr val="002060"/>
                </a:solidFill>
                <a:latin typeface="Dosis" pitchFamily="2" charset="0"/>
                <a:cs typeface="Arial"/>
                <a:sym typeface="Arial"/>
              </a:rPr>
              <a:t>Generación anual de empleo formal en la construcción</a:t>
            </a:r>
          </a:p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osis" pitchFamily="2" charset="0"/>
                <a:ea typeface="+mn-ea"/>
                <a:cs typeface="Arial"/>
                <a:sym typeface="Arial"/>
              </a:rPr>
              <a:t>Total nacional- Trimestre móvil- Miles de personas</a:t>
            </a:r>
          </a:p>
        </p:txBody>
      </p:sp>
      <p:graphicFrame>
        <p:nvGraphicFramePr>
          <p:cNvPr id="10" name="Gráfico 9">
            <a:extLst>
              <a:ext uri="{FF2B5EF4-FFF2-40B4-BE49-F238E27FC236}">
                <a16:creationId xmlns:a16="http://schemas.microsoft.com/office/drawing/2014/main" id="{CCF63C2C-F7EC-F6CD-655C-06EA2F9F46E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53863143"/>
              </p:ext>
            </p:extLst>
          </p:nvPr>
        </p:nvGraphicFramePr>
        <p:xfrm>
          <a:off x="874145" y="633036"/>
          <a:ext cx="10816771" cy="506019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8365214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>
          <a:extLst>
            <a:ext uri="{FF2B5EF4-FFF2-40B4-BE49-F238E27FC236}">
              <a16:creationId xmlns:a16="http://schemas.microsoft.com/office/drawing/2014/main" id="{0973A757-25AE-6446-AECD-EBDDAD74C0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89;p5">
            <a:extLst>
              <a:ext uri="{FF2B5EF4-FFF2-40B4-BE49-F238E27FC236}">
                <a16:creationId xmlns:a16="http://schemas.microsoft.com/office/drawing/2014/main" id="{18A05663-831E-7B23-4E2B-A0C21004F307}"/>
              </a:ext>
            </a:extLst>
          </p:cNvPr>
          <p:cNvSpPr txBox="1"/>
          <p:nvPr/>
        </p:nvSpPr>
        <p:spPr>
          <a:xfrm>
            <a:off x="9483123" y="6566447"/>
            <a:ext cx="2639253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defTabSz="609630" rtl="0" eaLnBrk="1" fontAlgn="auto" latinLnBrk="0" hangingPunct="1">
              <a:lnSpc>
                <a:spcPct val="12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227C"/>
                </a:solidFill>
                <a:effectLst/>
                <a:uLnTx/>
                <a:uFillTx/>
                <a:latin typeface="Dosis"/>
                <a:ea typeface="Dosis"/>
                <a:cs typeface="Dosis"/>
                <a:sym typeface="Dosis"/>
              </a:rPr>
              <a:t>www.camacol.co</a:t>
            </a: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74DB1FE6-776B-1F22-FADD-966A9FA6F46F}"/>
              </a:ext>
            </a:extLst>
          </p:cNvPr>
          <p:cNvSpPr txBox="1"/>
          <p:nvPr/>
        </p:nvSpPr>
        <p:spPr>
          <a:xfrm>
            <a:off x="375920" y="6626021"/>
            <a:ext cx="1030077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osis" pitchFamily="2" charset="0"/>
                <a:ea typeface="+mn-ea"/>
                <a:cs typeface="Arial"/>
                <a:sym typeface="Arial"/>
              </a:rPr>
              <a:t>Fuente: DANE - Cálculos Camacol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6B0BCFC5-D527-C9D2-E042-DD65D4F60E95}"/>
              </a:ext>
            </a:extLst>
          </p:cNvPr>
          <p:cNvSpPr txBox="1"/>
          <p:nvPr/>
        </p:nvSpPr>
        <p:spPr>
          <a:xfrm>
            <a:off x="477521" y="6107627"/>
            <a:ext cx="11157176" cy="42056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133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osis"/>
                <a:ea typeface="+mn-ea"/>
                <a:cs typeface="Arial"/>
                <a:sym typeface="Arial"/>
              </a:rPr>
              <a:t>El empleo informal en la construcción es superior al promedio nacional (</a:t>
            </a:r>
            <a:r>
              <a:rPr lang="es-ES" sz="2133">
                <a:solidFill>
                  <a:prstClr val="black"/>
                </a:solidFill>
                <a:latin typeface="Dosis"/>
                <a:cs typeface="Arial"/>
                <a:sym typeface="Arial"/>
              </a:rPr>
              <a:t>67</a:t>
            </a:r>
            <a:r>
              <a:rPr kumimoji="0" lang="es-ES" sz="213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osis"/>
                <a:ea typeface="+mn-ea"/>
                <a:cs typeface="Arial"/>
                <a:sym typeface="Arial"/>
              </a:rPr>
              <a:t> % vs 55 %)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FAE5A84D-0DE5-7B68-A0D2-2CC6D44DD45E}"/>
              </a:ext>
            </a:extLst>
          </p:cNvPr>
          <p:cNvSpPr txBox="1"/>
          <p:nvPr/>
        </p:nvSpPr>
        <p:spPr>
          <a:xfrm>
            <a:off x="1819034" y="2094"/>
            <a:ext cx="8474149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O" sz="2100" b="1" kern="0">
                <a:solidFill>
                  <a:srgbClr val="002060"/>
                </a:solidFill>
                <a:latin typeface="Dosis" pitchFamily="2" charset="0"/>
                <a:cs typeface="Arial"/>
                <a:sym typeface="Arial"/>
              </a:rPr>
              <a:t>Empleo formal en la construcción</a:t>
            </a:r>
          </a:p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osis" pitchFamily="2" charset="0"/>
                <a:ea typeface="+mn-ea"/>
                <a:cs typeface="Arial"/>
                <a:sym typeface="Arial"/>
              </a:rPr>
              <a:t>Total nacional- Trimestre móvil</a:t>
            </a:r>
          </a:p>
        </p:txBody>
      </p:sp>
      <p:graphicFrame>
        <p:nvGraphicFramePr>
          <p:cNvPr id="5" name="Gráfico 4">
            <a:extLst>
              <a:ext uri="{FF2B5EF4-FFF2-40B4-BE49-F238E27FC236}">
                <a16:creationId xmlns:a16="http://schemas.microsoft.com/office/drawing/2014/main" id="{848D57DA-71E9-4ED6-809D-6C240FD7144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63134208"/>
              </p:ext>
            </p:extLst>
          </p:nvPr>
        </p:nvGraphicFramePr>
        <p:xfrm>
          <a:off x="575494" y="692610"/>
          <a:ext cx="11318238" cy="537676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62391362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 2013 - 2022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 2013 - 2022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 2013 - 2022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lcf76f155ced4ddcb4097134ff3c332f xmlns="d62384bc-84af-4cee-9670-bdd7e3103028">
      <Terms xmlns="http://schemas.microsoft.com/office/infopath/2007/PartnerControls"/>
    </lcf76f155ced4ddcb4097134ff3c332f>
    <TaxCatchAll xmlns="d07a1b0e-5e0d-4395-b8ed-6b7f4c24bf1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E9C3C2A87D08D409B3F8E77471845A6" ma:contentTypeVersion="17" ma:contentTypeDescription="Create a new document." ma:contentTypeScope="" ma:versionID="36923b15c676d0562b70891912cfef9b">
  <xsd:schema xmlns:xsd="http://www.w3.org/2001/XMLSchema" xmlns:xs="http://www.w3.org/2001/XMLSchema" xmlns:p="http://schemas.microsoft.com/office/2006/metadata/properties" xmlns:ns1="http://schemas.microsoft.com/sharepoint/v3" xmlns:ns2="d62384bc-84af-4cee-9670-bdd7e3103028" xmlns:ns3="d07a1b0e-5e0d-4395-b8ed-6b7f4c24bf15" targetNamespace="http://schemas.microsoft.com/office/2006/metadata/properties" ma:root="true" ma:fieldsID="ee7d2c55e47cbf68a8afd0eec465ff3a" ns1:_="" ns2:_="" ns3:_="">
    <xsd:import namespace="http://schemas.microsoft.com/sharepoint/v3"/>
    <xsd:import namespace="d62384bc-84af-4cee-9670-bdd7e3103028"/>
    <xsd:import namespace="d07a1b0e-5e0d-4395-b8ed-6b7f4c24bf1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1:_ip_UnifiedCompliancePolicyProperties" minOccurs="0"/>
                <xsd:element ref="ns1:_ip_UnifiedCompliancePolicyUIAction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4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5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62384bc-84af-4cee-9670-bdd7e310302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acb3148-5304-4beb-92c5-86c952aca73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20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1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2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07a1b0e-5e0d-4395-b8ed-6b7f4c24bf15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8" nillable="true" ma:displayName="Taxonomy Catch All Column" ma:hidden="true" ma:list="{d98bf23e-96a5-4ebc-af27-c0a9078782cb}" ma:internalName="TaxCatchAll" ma:showField="CatchAllData" ma:web="d07a1b0e-5e0d-4395-b8ed-6b7f4c24bf1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FB84993-0E26-4454-94CB-A1421258870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40E34EE-9D99-4DCE-93E7-8B5EE212A062}">
  <ds:schemaRefs>
    <ds:schemaRef ds:uri="http://schemas.openxmlformats.org/package/2006/metadata/core-properties"/>
    <ds:schemaRef ds:uri="http://purl.org/dc/elements/1.1/"/>
    <ds:schemaRef ds:uri="http://www.w3.org/XML/1998/namespace"/>
    <ds:schemaRef ds:uri="http://schemas.microsoft.com/sharepoint/v3"/>
    <ds:schemaRef ds:uri="http://purl.org/dc/terms/"/>
    <ds:schemaRef ds:uri="http://purl.org/dc/dcmitype/"/>
    <ds:schemaRef ds:uri="http://schemas.microsoft.com/office/2006/documentManagement/types"/>
    <ds:schemaRef ds:uri="http://schemas.microsoft.com/office/infopath/2007/PartnerControls"/>
    <ds:schemaRef ds:uri="d62384bc-84af-4cee-9670-bdd7e3103028"/>
    <ds:schemaRef ds:uri="d07a1b0e-5e0d-4395-b8ed-6b7f4c24bf15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3AD83149-C89E-4A98-86EB-EA0B1AA074B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d62384bc-84af-4cee-9670-bdd7e3103028"/>
    <ds:schemaRef ds:uri="d07a1b0e-5e0d-4395-b8ed-6b7f4c24bf1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111</Words>
  <Application>Microsoft Office PowerPoint</Application>
  <PresentationFormat>Panorámica</PresentationFormat>
  <Paragraphs>29</Paragraphs>
  <Slides>2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Dosis</vt:lpstr>
      <vt:lpstr>Tema de Office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Maria Paula Moreno</dc:creator>
  <cp:lastModifiedBy>Maria Paula Moreno</cp:lastModifiedBy>
  <cp:revision>1</cp:revision>
  <dcterms:created xsi:type="dcterms:W3CDTF">2025-05-12T15:27:18Z</dcterms:created>
  <dcterms:modified xsi:type="dcterms:W3CDTF">2025-11-13T19:40:11Z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0x010100BE9C3C2A87D08D409B3F8E77471845A6</vt:lpwstr>
  </property>
  <property fmtid="{D5CDD505-2E9C-101B-9397-08002B2CF9AE}" pid="3" name="MediaServiceImageTags">
    <vt:lpwstr/>
  </property>
</Properties>
</file>