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notesSlides/notesSlide5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notesSlides/notesSlide6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1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2.xml" ContentType="application/vnd.openxmlformats-officedocument.themeOverride+xml"/>
  <Override PartName="/ppt/notesSlides/notesSlide7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3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4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147474341" r:id="rId5"/>
    <p:sldId id="2147474812" r:id="rId6"/>
    <p:sldId id="2147474796" r:id="rId7"/>
    <p:sldId id="2147474795" r:id="rId8"/>
    <p:sldId id="2147474339" r:id="rId9"/>
    <p:sldId id="2147474340" r:id="rId10"/>
    <p:sldId id="2147474338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51788A-5F29-46A4-9631-9479318D046C}" v="16" dt="2025-11-18T19:12:43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Fernando Cardozo Bohorquez" userId="77be3ac0-b86e-40b8-9a26-78cb499008ea" providerId="ADAL" clId="{41C33D28-6993-4F59-A0B1-83CA8A78724C}"/>
    <pc:docChg chg="addSld modSld">
      <pc:chgData name="Juan Fernando Cardozo Bohorquez" userId="77be3ac0-b86e-40b8-9a26-78cb499008ea" providerId="ADAL" clId="{41C33D28-6993-4F59-A0B1-83CA8A78724C}" dt="2025-11-18T19:13:56.825" v="168" actId="20577"/>
      <pc:docMkLst>
        <pc:docMk/>
      </pc:docMkLst>
      <pc:sldChg chg="modSp mod">
        <pc:chgData name="Juan Fernando Cardozo Bohorquez" userId="77be3ac0-b86e-40b8-9a26-78cb499008ea" providerId="ADAL" clId="{41C33D28-6993-4F59-A0B1-83CA8A78724C}" dt="2025-11-18T19:13:56.825" v="168" actId="20577"/>
        <pc:sldMkLst>
          <pc:docMk/>
          <pc:sldMk cId="222512355" sldId="2147474341"/>
        </pc:sldMkLst>
        <pc:spChg chg="mod">
          <ac:chgData name="Juan Fernando Cardozo Bohorquez" userId="77be3ac0-b86e-40b8-9a26-78cb499008ea" providerId="ADAL" clId="{41C33D28-6993-4F59-A0B1-83CA8A78724C}" dt="2025-11-18T19:13:56.825" v="168" actId="20577"/>
          <ac:spMkLst>
            <pc:docMk/>
            <pc:sldMk cId="222512355" sldId="2147474341"/>
            <ac:spMk id="10" creationId="{FD5E67D0-9ADD-5FE7-76E1-28F6091AB965}"/>
          </ac:spMkLst>
        </pc:spChg>
        <pc:spChg chg="mod">
          <ac:chgData name="Juan Fernando Cardozo Bohorquez" userId="77be3ac0-b86e-40b8-9a26-78cb499008ea" providerId="ADAL" clId="{41C33D28-6993-4F59-A0B1-83CA8A78724C}" dt="2025-11-18T16:05:34.101" v="31" actId="20577"/>
          <ac:spMkLst>
            <pc:docMk/>
            <pc:sldMk cId="222512355" sldId="2147474341"/>
            <ac:spMk id="11" creationId="{85D74FD1-34CC-662B-2286-2B1B12C491AA}"/>
          </ac:spMkLst>
        </pc:spChg>
        <pc:graphicFrameChg chg="mod">
          <ac:chgData name="Juan Fernando Cardozo Bohorquez" userId="77be3ac0-b86e-40b8-9a26-78cb499008ea" providerId="ADAL" clId="{41C33D28-6993-4F59-A0B1-83CA8A78724C}" dt="2025-11-18T16:06:02.367" v="38"/>
          <ac:graphicFrameMkLst>
            <pc:docMk/>
            <pc:sldMk cId="222512355" sldId="2147474341"/>
            <ac:graphicFrameMk id="4" creationId="{59A90B0C-EBAA-F4DF-ECCD-2DD1822FBC4E}"/>
          </ac:graphicFrameMkLst>
        </pc:graphicFrameChg>
      </pc:sldChg>
      <pc:sldChg chg="add">
        <pc:chgData name="Juan Fernando Cardozo Bohorquez" userId="77be3ac0-b86e-40b8-9a26-78cb499008ea" providerId="ADAL" clId="{41C33D28-6993-4F59-A0B1-83CA8A78724C}" dt="2025-11-18T19:12:43.948" v="152"/>
        <pc:sldMkLst>
          <pc:docMk/>
          <pc:sldMk cId="924026384" sldId="2147474812"/>
        </pc:sldMkLst>
      </pc:sldChg>
    </pc:docChg>
  </pc:docChgLst>
  <pc:docChgLst>
    <pc:chgData name="Maria Paula Moreno" userId="7f06c5a4-f807-4a12-9115-03c525bf8f95" providerId="ADAL" clId="{AED59630-D74B-4023-A9B2-02C28F26EB88}"/>
    <pc:docChg chg="addSld modSld">
      <pc:chgData name="Maria Paula Moreno" userId="7f06c5a4-f807-4a12-9115-03c525bf8f95" providerId="ADAL" clId="{AED59630-D74B-4023-A9B2-02C28F26EB88}" dt="2025-10-20T16:32:24.472" v="133" actId="27918"/>
      <pc:docMkLst>
        <pc:docMk/>
      </pc:docMkLst>
      <pc:sldChg chg="modSp mod">
        <pc:chgData name="Maria Paula Moreno" userId="7f06c5a4-f807-4a12-9115-03c525bf8f95" providerId="ADAL" clId="{AED59630-D74B-4023-A9B2-02C28F26EB88}" dt="2025-10-20T16:32:24.472" v="133" actId="27918"/>
        <pc:sldMkLst>
          <pc:docMk/>
          <pc:sldMk cId="222512355" sldId="2147474341"/>
        </pc:sldMkLst>
        <pc:spChg chg="mod">
          <ac:chgData name="Maria Paula Moreno" userId="7f06c5a4-f807-4a12-9115-03c525bf8f95" providerId="ADAL" clId="{AED59630-D74B-4023-A9B2-02C28F26EB88}" dt="2025-10-20T16:31:08.659" v="131" actId="20577"/>
          <ac:spMkLst>
            <pc:docMk/>
            <pc:sldMk cId="222512355" sldId="2147474341"/>
            <ac:spMk id="10" creationId="{FD5E67D0-9ADD-5FE7-76E1-28F6091AB965}"/>
          </ac:spMkLst>
        </pc:spChg>
        <pc:spChg chg="mod">
          <ac:chgData name="Maria Paula Moreno" userId="7f06c5a4-f807-4a12-9115-03c525bf8f95" providerId="ADAL" clId="{AED59630-D74B-4023-A9B2-02C28F26EB88}" dt="2025-10-20T16:15:36.221" v="18" actId="20577"/>
          <ac:spMkLst>
            <pc:docMk/>
            <pc:sldMk cId="222512355" sldId="2147474341"/>
            <ac:spMk id="11" creationId="{85D74FD1-34CC-662B-2286-2B1B12C491AA}"/>
          </ac:spMkLst>
        </pc:spChg>
        <pc:graphicFrameChg chg="mod">
          <ac:chgData name="Maria Paula Moreno" userId="7f06c5a4-f807-4a12-9115-03c525bf8f95" providerId="ADAL" clId="{AED59630-D74B-4023-A9B2-02C28F26EB88}" dt="2025-10-20T16:19:01.852" v="43"/>
          <ac:graphicFrameMkLst>
            <pc:docMk/>
            <pc:sldMk cId="222512355" sldId="2147474341"/>
            <ac:graphicFrameMk id="4" creationId="{59A90B0C-EBAA-F4DF-ECCD-2DD1822FBC4E}"/>
          </ac:graphicFrameMkLst>
        </pc:graphicFrameChg>
      </pc:sldChg>
      <pc:sldChg chg="add">
        <pc:chgData name="Maria Paula Moreno" userId="7f06c5a4-f807-4a12-9115-03c525bf8f95" providerId="ADAL" clId="{AED59630-D74B-4023-A9B2-02C28F26EB88}" dt="2025-10-20T16:15:26.760" v="0"/>
        <pc:sldMkLst>
          <pc:docMk/>
          <pc:sldMk cId="1748382784" sldId="214747479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Gr&#225;fico%20en%20Microsoft%20PowerPoint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1754444444444449E-2"/>
          <c:y val="0.10511618357487923"/>
          <c:w val="0.82417148148148134"/>
          <c:h val="0.7782572463768116"/>
        </c:manualLayout>
      </c:layout>
      <c:lineChart>
        <c:grouping val="standard"/>
        <c:varyColors val="0"/>
        <c:ser>
          <c:idx val="2"/>
          <c:order val="2"/>
          <c:tx>
            <c:strRef>
              <c:f>Hoja1!$E$2</c:f>
              <c:strCache>
                <c:ptCount val="1"/>
                <c:pt idx="0">
                  <c:v>Original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71"/>
              <c:layout>
                <c:manualLayout>
                  <c:x val="4.3047928953967645E-3"/>
                  <c:y val="-1.84057971014492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F2A-42B8-A410-1BCAF24D33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Hoja1!$B$180:$B$251</c:f>
              <c:numCache>
                <c:formatCode>mmm\-yy</c:formatCode>
                <c:ptCount val="72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  <c:pt idx="64">
                  <c:v>45689</c:v>
                </c:pt>
                <c:pt idx="65">
                  <c:v>45717</c:v>
                </c:pt>
                <c:pt idx="66">
                  <c:v>45748</c:v>
                </c:pt>
                <c:pt idx="67">
                  <c:v>45778</c:v>
                </c:pt>
                <c:pt idx="68">
                  <c:v>45809</c:v>
                </c:pt>
                <c:pt idx="69">
                  <c:v>45839</c:v>
                </c:pt>
                <c:pt idx="70">
                  <c:v>45870</c:v>
                </c:pt>
                <c:pt idx="71">
                  <c:v>45901</c:v>
                </c:pt>
              </c:numCache>
            </c:numRef>
          </c:cat>
          <c:val>
            <c:numRef>
              <c:f>Hoja1!$E$180:$E$251</c:f>
              <c:numCache>
                <c:formatCode>0.0%</c:formatCode>
                <c:ptCount val="72"/>
                <c:pt idx="0">
                  <c:v>3.2007264683121761E-2</c:v>
                </c:pt>
                <c:pt idx="1">
                  <c:v>2.3605247872729551E-2</c:v>
                </c:pt>
                <c:pt idx="2">
                  <c:v>2.9995369172357789E-2</c:v>
                </c:pt>
                <c:pt idx="3">
                  <c:v>3.4171628499693574E-2</c:v>
                </c:pt>
                <c:pt idx="4">
                  <c:v>3.6047408163337069E-2</c:v>
                </c:pt>
                <c:pt idx="5">
                  <c:v>-6.3023280964895401E-2</c:v>
                </c:pt>
                <c:pt idx="6">
                  <c:v>-0.20195233248441091</c:v>
                </c:pt>
                <c:pt idx="7">
                  <c:v>-0.17416862307890801</c:v>
                </c:pt>
                <c:pt idx="8">
                  <c:v>-0.12523981683857699</c:v>
                </c:pt>
                <c:pt idx="9">
                  <c:v>-0.10632151244739363</c:v>
                </c:pt>
                <c:pt idx="10">
                  <c:v>-0.10393947528438552</c:v>
                </c:pt>
                <c:pt idx="11">
                  <c:v>-6.4631734242405758E-2</c:v>
                </c:pt>
                <c:pt idx="12">
                  <c:v>-4.697751268815753E-2</c:v>
                </c:pt>
                <c:pt idx="13">
                  <c:v>-3.6814066870575313E-2</c:v>
                </c:pt>
                <c:pt idx="14">
                  <c:v>-2.1536848865135183E-2</c:v>
                </c:pt>
                <c:pt idx="15">
                  <c:v>-3.4042723390533047E-2</c:v>
                </c:pt>
                <c:pt idx="16">
                  <c:v>-3.1921757062902567E-2</c:v>
                </c:pt>
                <c:pt idx="17">
                  <c:v>0.11188165732914412</c:v>
                </c:pt>
                <c:pt idx="18">
                  <c:v>0.25446353749637263</c:v>
                </c:pt>
                <c:pt idx="19">
                  <c:v>0.13243014749448312</c:v>
                </c:pt>
                <c:pt idx="20">
                  <c:v>0.15371301629444756</c:v>
                </c:pt>
                <c:pt idx="21">
                  <c:v>0.13175863321738635</c:v>
                </c:pt>
                <c:pt idx="22">
                  <c:v>0.11687295764668937</c:v>
                </c:pt>
                <c:pt idx="23">
                  <c:v>0.13449495152460011</c:v>
                </c:pt>
                <c:pt idx="24">
                  <c:v>0.10198768194619356</c:v>
                </c:pt>
                <c:pt idx="25">
                  <c:v>0.10579212001910077</c:v>
                </c:pt>
                <c:pt idx="26">
                  <c:v>0.10359109235284825</c:v>
                </c:pt>
                <c:pt idx="27">
                  <c:v>8.2206929397413475E-2</c:v>
                </c:pt>
                <c:pt idx="28">
                  <c:v>6.7585540679120815E-2</c:v>
                </c:pt>
                <c:pt idx="29">
                  <c:v>7.0249981103552628E-2</c:v>
                </c:pt>
                <c:pt idx="30">
                  <c:v>0.10185645944999933</c:v>
                </c:pt>
                <c:pt idx="31">
                  <c:v>0.1672701995149477</c:v>
                </c:pt>
                <c:pt idx="32">
                  <c:v>7.6725743043157379E-2</c:v>
                </c:pt>
                <c:pt idx="33">
                  <c:v>6.0717366310881316E-2</c:v>
                </c:pt>
                <c:pt idx="34">
                  <c:v>8.7656716779419774E-2</c:v>
                </c:pt>
                <c:pt idx="35">
                  <c:v>4.2767302540321461E-2</c:v>
                </c:pt>
                <c:pt idx="36">
                  <c:v>4.0584688597097962E-2</c:v>
                </c:pt>
                <c:pt idx="37">
                  <c:v>1.1055141939868562E-3</c:v>
                </c:pt>
                <c:pt idx="38">
                  <c:v>4.2170034571431536E-3</c:v>
                </c:pt>
                <c:pt idx="39">
                  <c:v>4.0318240647716941E-2</c:v>
                </c:pt>
                <c:pt idx="40">
                  <c:v>2.3507839300127786E-2</c:v>
                </c:pt>
                <c:pt idx="41">
                  <c:v>1.3209646139515918E-2</c:v>
                </c:pt>
                <c:pt idx="42">
                  <c:v>-6.0419447776418611E-3</c:v>
                </c:pt>
                <c:pt idx="43">
                  <c:v>2.1180742714301815E-3</c:v>
                </c:pt>
                <c:pt idx="44">
                  <c:v>2.363194758785947E-2</c:v>
                </c:pt>
                <c:pt idx="45">
                  <c:v>4.353421514086131E-3</c:v>
                </c:pt>
                <c:pt idx="46">
                  <c:v>4.226853648749751E-3</c:v>
                </c:pt>
                <c:pt idx="47">
                  <c:v>-7.7646498011020304E-3</c:v>
                </c:pt>
                <c:pt idx="48">
                  <c:v>-9.6829204311730255E-3</c:v>
                </c:pt>
                <c:pt idx="49">
                  <c:v>3.4892325292761761E-2</c:v>
                </c:pt>
                <c:pt idx="50">
                  <c:v>9.740012777027296E-3</c:v>
                </c:pt>
                <c:pt idx="51">
                  <c:v>1.3600344491654148E-2</c:v>
                </c:pt>
                <c:pt idx="52">
                  <c:v>2.1806886886406085E-2</c:v>
                </c:pt>
                <c:pt idx="53">
                  <c:v>-2.0697596786038663E-2</c:v>
                </c:pt>
                <c:pt idx="54">
                  <c:v>5.3976158907279803E-2</c:v>
                </c:pt>
                <c:pt idx="55">
                  <c:v>2.0901389408773063E-2</c:v>
                </c:pt>
                <c:pt idx="56">
                  <c:v>-1.8089116753959189E-2</c:v>
                </c:pt>
                <c:pt idx="57">
                  <c:v>3.1108470441873148E-2</c:v>
                </c:pt>
                <c:pt idx="58">
                  <c:v>1.4245069260548249E-2</c:v>
                </c:pt>
                <c:pt idx="59">
                  <c:v>7.8567012000021474E-3</c:v>
                </c:pt>
                <c:pt idx="60">
                  <c:v>3.6951878382461834E-2</c:v>
                </c:pt>
                <c:pt idx="61">
                  <c:v>3.8197056845064026E-3</c:v>
                </c:pt>
                <c:pt idx="62">
                  <c:v>3.459454010889651E-2</c:v>
                </c:pt>
                <c:pt idx="63">
                  <c:v>2.273391286096671E-2</c:v>
                </c:pt>
                <c:pt idx="64">
                  <c:v>1.269288399355184E-2</c:v>
                </c:pt>
                <c:pt idx="65">
                  <c:v>4.4656640880624821E-2</c:v>
                </c:pt>
                <c:pt idx="66">
                  <c:v>9.0421803225677611E-3</c:v>
                </c:pt>
                <c:pt idx="67">
                  <c:v>2.4045879299970707E-2</c:v>
                </c:pt>
                <c:pt idx="68">
                  <c:v>2.9651507139042854E-2</c:v>
                </c:pt>
                <c:pt idx="69">
                  <c:v>4.5658819541951168E-2</c:v>
                </c:pt>
                <c:pt idx="70">
                  <c:v>2.3593058503886821E-2</c:v>
                </c:pt>
                <c:pt idx="71">
                  <c:v>4.030828261614805E-2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FFC-4333-B357-D978E02FC85C}"/>
            </c:ext>
          </c:extLst>
        </c:ser>
        <c:ser>
          <c:idx val="3"/>
          <c:order val="3"/>
          <c:tx>
            <c:strRef>
              <c:f>Hoja1!$F$2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DA-41B4-AEB1-429CF1F71698}"/>
                </c:ext>
              </c:extLst>
            </c:dLbl>
            <c:dLbl>
              <c:idx val="71"/>
              <c:layout>
                <c:manualLayout>
                  <c:x val="4.3047928953967645E-3"/>
                  <c:y val="3.06763285024154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F2A-42B8-A410-1BCAF24D33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Hoja1!$B$180:$B$251</c:f>
              <c:numCache>
                <c:formatCode>mmm\-yy</c:formatCode>
                <c:ptCount val="72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  <c:pt idx="64">
                  <c:v>45689</c:v>
                </c:pt>
                <c:pt idx="65">
                  <c:v>45717</c:v>
                </c:pt>
                <c:pt idx="66">
                  <c:v>45748</c:v>
                </c:pt>
                <c:pt idx="67">
                  <c:v>45778</c:v>
                </c:pt>
                <c:pt idx="68">
                  <c:v>45809</c:v>
                </c:pt>
                <c:pt idx="69">
                  <c:v>45839</c:v>
                </c:pt>
                <c:pt idx="70">
                  <c:v>45870</c:v>
                </c:pt>
                <c:pt idx="71">
                  <c:v>45901</c:v>
                </c:pt>
              </c:numCache>
            </c:numRef>
          </c:cat>
          <c:val>
            <c:numRef>
              <c:f>Hoja1!$F$180:$F$251</c:f>
              <c:numCache>
                <c:formatCode>0.0%</c:formatCode>
                <c:ptCount val="72"/>
                <c:pt idx="0">
                  <c:v>3.0763411036969224E-2</c:v>
                </c:pt>
                <c:pt idx="1">
                  <c:v>2.3300991632291268E-2</c:v>
                </c:pt>
                <c:pt idx="2">
                  <c:v>2.9275346335067676E-2</c:v>
                </c:pt>
                <c:pt idx="3">
                  <c:v>3.4292709069206451E-2</c:v>
                </c:pt>
                <c:pt idx="4">
                  <c:v>2.6472110360560741E-2</c:v>
                </c:pt>
                <c:pt idx="5">
                  <c:v>-6.3328500651571806E-2</c:v>
                </c:pt>
                <c:pt idx="6">
                  <c:v>-0.20275946257544808</c:v>
                </c:pt>
                <c:pt idx="7">
                  <c:v>-0.17366848933492762</c:v>
                </c:pt>
                <c:pt idx="8">
                  <c:v>-0.12225598440569341</c:v>
                </c:pt>
                <c:pt idx="9">
                  <c:v>-0.10519484574247417</c:v>
                </c:pt>
                <c:pt idx="10">
                  <c:v>-0.10125292783581796</c:v>
                </c:pt>
                <c:pt idx="11">
                  <c:v>-6.1474217247699969E-2</c:v>
                </c:pt>
                <c:pt idx="12">
                  <c:v>-4.6998832161037063E-2</c:v>
                </c:pt>
                <c:pt idx="13">
                  <c:v>-3.6186115372905392E-2</c:v>
                </c:pt>
                <c:pt idx="14">
                  <c:v>-2.1510593081607743E-2</c:v>
                </c:pt>
                <c:pt idx="15">
                  <c:v>-3.5073748049577524E-2</c:v>
                </c:pt>
                <c:pt idx="16">
                  <c:v>-1.6823015119399987E-2</c:v>
                </c:pt>
                <c:pt idx="17">
                  <c:v>0.1105676231981445</c:v>
                </c:pt>
                <c:pt idx="18">
                  <c:v>0.25148913887980462</c:v>
                </c:pt>
                <c:pt idx="19">
                  <c:v>0.13078327977064697</c:v>
                </c:pt>
                <c:pt idx="20">
                  <c:v>0.15736695005276968</c:v>
                </c:pt>
                <c:pt idx="21">
                  <c:v>0.13212340534415312</c:v>
                </c:pt>
                <c:pt idx="22">
                  <c:v>0.11769533706191893</c:v>
                </c:pt>
                <c:pt idx="23">
                  <c:v>0.13577549696181257</c:v>
                </c:pt>
                <c:pt idx="24">
                  <c:v>9.9852511513768283E-2</c:v>
                </c:pt>
                <c:pt idx="25">
                  <c:v>0.1052633208937892</c:v>
                </c:pt>
                <c:pt idx="26">
                  <c:v>0.10140016486842462</c:v>
                </c:pt>
                <c:pt idx="27">
                  <c:v>7.8729178521249832E-2</c:v>
                </c:pt>
                <c:pt idx="28">
                  <c:v>6.9045992288521152E-2</c:v>
                </c:pt>
                <c:pt idx="29">
                  <c:v>6.8185322855183417E-2</c:v>
                </c:pt>
                <c:pt idx="30">
                  <c:v>9.787865880000135E-2</c:v>
                </c:pt>
                <c:pt idx="31">
                  <c:v>0.16501079154505205</c:v>
                </c:pt>
                <c:pt idx="32">
                  <c:v>7.9237991700899402E-2</c:v>
                </c:pt>
                <c:pt idx="33">
                  <c:v>5.9265629838576084E-2</c:v>
                </c:pt>
                <c:pt idx="34">
                  <c:v>8.6383070700610354E-2</c:v>
                </c:pt>
                <c:pt idx="35">
                  <c:v>4.3241676364265791E-2</c:v>
                </c:pt>
                <c:pt idx="36">
                  <c:v>3.9043053248130288E-2</c:v>
                </c:pt>
                <c:pt idx="37">
                  <c:v>1.0535636229136447E-3</c:v>
                </c:pt>
                <c:pt idx="38">
                  <c:v>1.6736540341693029E-3</c:v>
                </c:pt>
                <c:pt idx="39">
                  <c:v>3.723690853474837E-2</c:v>
                </c:pt>
                <c:pt idx="40">
                  <c:v>2.5055380277908323E-2</c:v>
                </c:pt>
                <c:pt idx="41">
                  <c:v>1.1859701898844888E-2</c:v>
                </c:pt>
                <c:pt idx="42">
                  <c:v>-8.7970689278006331E-3</c:v>
                </c:pt>
                <c:pt idx="43">
                  <c:v>1.3685443241062689E-3</c:v>
                </c:pt>
                <c:pt idx="44">
                  <c:v>2.6442211760626222E-2</c:v>
                </c:pt>
                <c:pt idx="45">
                  <c:v>3.9847316610204242E-3</c:v>
                </c:pt>
                <c:pt idx="46">
                  <c:v>3.7802340365515885E-3</c:v>
                </c:pt>
                <c:pt idx="47">
                  <c:v>-6.6645355259802308E-3</c:v>
                </c:pt>
                <c:pt idx="48">
                  <c:v>-9.6412663115027497E-3</c:v>
                </c:pt>
                <c:pt idx="49">
                  <c:v>3.71620108604378E-2</c:v>
                </c:pt>
                <c:pt idx="50">
                  <c:v>9.6281101111699297E-3</c:v>
                </c:pt>
                <c:pt idx="51">
                  <c:v>1.2584327263406525E-2</c:v>
                </c:pt>
                <c:pt idx="52">
                  <c:v>1.1524314707792138E-2</c:v>
                </c:pt>
                <c:pt idx="53">
                  <c:v>-4.36570860219887E-3</c:v>
                </c:pt>
                <c:pt idx="54">
                  <c:v>3.8290542294351138E-2</c:v>
                </c:pt>
                <c:pt idx="55">
                  <c:v>2.2740468886941478E-2</c:v>
                </c:pt>
                <c:pt idx="56">
                  <c:v>-1.4802371382528934E-2</c:v>
                </c:pt>
                <c:pt idx="57">
                  <c:v>3.161885152581112E-2</c:v>
                </c:pt>
                <c:pt idx="58">
                  <c:v>1.4568464724657115E-2</c:v>
                </c:pt>
                <c:pt idx="59">
                  <c:v>1.0040111562830134E-2</c:v>
                </c:pt>
                <c:pt idx="60">
                  <c:v>3.8243462161536401E-2</c:v>
                </c:pt>
                <c:pt idx="61">
                  <c:v>5.5689520465596054E-3</c:v>
                </c:pt>
                <c:pt idx="62">
                  <c:v>3.4304167349391124E-2</c:v>
                </c:pt>
                <c:pt idx="63">
                  <c:v>2.126482128286411E-2</c:v>
                </c:pt>
                <c:pt idx="64">
                  <c:v>2.5119399421919431E-2</c:v>
                </c:pt>
                <c:pt idx="65">
                  <c:v>2.8814738996929323E-2</c:v>
                </c:pt>
                <c:pt idx="66">
                  <c:v>2.2735871127302021E-2</c:v>
                </c:pt>
                <c:pt idx="67">
                  <c:v>2.3348856390741801E-2</c:v>
                </c:pt>
                <c:pt idx="68">
                  <c:v>2.9297015865758169E-2</c:v>
                </c:pt>
                <c:pt idx="69">
                  <c:v>4.3546658854407116E-2</c:v>
                </c:pt>
                <c:pt idx="70">
                  <c:v>2.198249215197734E-2</c:v>
                </c:pt>
                <c:pt idx="71">
                  <c:v>4.0040869004086765E-2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65E-41C0-AB50-8A30514847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0738527"/>
        <c:axId val="280731327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Hoja1!$C$2</c15:sqref>
                        </c15:formulaRef>
                      </c:ext>
                    </c:extLst>
                    <c:strCache>
                      <c:ptCount val="1"/>
                      <c:pt idx="0">
                        <c:v>Original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Hoja1!$B$180:$B$251</c15:sqref>
                        </c15:formulaRef>
                      </c:ext>
                    </c:extLst>
                    <c:numCache>
                      <c:formatCode>mmm\-yy</c:formatCode>
                      <c:ptCount val="72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  <c:pt idx="64">
                        <c:v>45689</c:v>
                      </c:pt>
                      <c:pt idx="65">
                        <c:v>45717</c:v>
                      </c:pt>
                      <c:pt idx="66">
                        <c:v>45748</c:v>
                      </c:pt>
                      <c:pt idx="67">
                        <c:v>45778</c:v>
                      </c:pt>
                      <c:pt idx="68">
                        <c:v>45809</c:v>
                      </c:pt>
                      <c:pt idx="69">
                        <c:v>45839</c:v>
                      </c:pt>
                      <c:pt idx="70">
                        <c:v>45870</c:v>
                      </c:pt>
                      <c:pt idx="71">
                        <c:v>45901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Hoja1!$C$180:$C$251</c15:sqref>
                        </c15:formulaRef>
                      </c:ext>
                    </c:extLst>
                    <c:numCache>
                      <c:formatCode>0.0</c:formatCode>
                      <c:ptCount val="72"/>
                      <c:pt idx="0">
                        <c:v>110.28349963806082</c:v>
                      </c:pt>
                      <c:pt idx="1">
                        <c:v>115.2588127254717</c:v>
                      </c:pt>
                      <c:pt idx="2">
                        <c:v>122.58507790398691</c:v>
                      </c:pt>
                      <c:pt idx="3">
                        <c:v>103.1928699593504</c:v>
                      </c:pt>
                      <c:pt idx="4">
                        <c:v>107.69940764583221</c:v>
                      </c:pt>
                      <c:pt idx="5">
                        <c:v>100.59562635524692</c:v>
                      </c:pt>
                      <c:pt idx="6">
                        <c:v>83.104981335772607</c:v>
                      </c:pt>
                      <c:pt idx="7">
                        <c:v>89.778616865707022</c:v>
                      </c:pt>
                      <c:pt idx="8">
                        <c:v>95.300477935852626</c:v>
                      </c:pt>
                      <c:pt idx="9">
                        <c:v>99.962362388208476</c:v>
                      </c:pt>
                      <c:pt idx="10">
                        <c:v>100.20984129043245</c:v>
                      </c:pt>
                      <c:pt idx="11">
                        <c:v>101.87544919646085</c:v>
                      </c:pt>
                      <c:pt idx="12">
                        <c:v>105.1026551345194</c:v>
                      </c:pt>
                      <c:pt idx="13">
                        <c:v>111.01566708637307</c:v>
                      </c:pt>
                      <c:pt idx="14">
                        <c:v>119.94498160804793</c:v>
                      </c:pt>
                      <c:pt idx="15">
                        <c:v>99.679903631448994</c:v>
                      </c:pt>
                      <c:pt idx="16">
                        <c:v>104.26145331914344</c:v>
                      </c:pt>
                      <c:pt idx="17">
                        <c:v>111.85043175193528</c:v>
                      </c:pt>
                      <c:pt idx="18">
                        <c:v>104.25216887004333</c:v>
                      </c:pt>
                      <c:pt idx="19">
                        <c:v>101.66801233908329</c:v>
                      </c:pt>
                      <c:pt idx="20">
                        <c:v>109.94940185367497</c:v>
                      </c:pt>
                      <c:pt idx="21">
                        <c:v>113.1332666296599</c:v>
                      </c:pt>
                      <c:pt idx="22">
                        <c:v>111.92166182735063</c:v>
                      </c:pt>
                      <c:pt idx="23">
                        <c:v>115.57718279768572</c:v>
                      </c:pt>
                      <c:pt idx="24">
                        <c:v>115.82183129807922</c:v>
                      </c:pt>
                      <c:pt idx="25">
                        <c:v>122.76024986277518</c:v>
                      </c:pt>
                      <c:pt idx="26">
                        <c:v>132.3702132750679</c:v>
                      </c:pt>
                      <c:pt idx="27">
                        <c:v>107.8742824316205</c:v>
                      </c:pt>
                      <c:pt idx="28">
                        <c:v>111.30802001370866</c:v>
                      </c:pt>
                      <c:pt idx="29">
                        <c:v>119.70792246893292</c:v>
                      </c:pt>
                      <c:pt idx="30">
                        <c:v>114.87092568112938</c:v>
                      </c:pt>
                      <c:pt idx="31">
                        <c:v>118.67404104732992</c:v>
                      </c:pt>
                      <c:pt idx="32">
                        <c:v>118.38535140804889</c:v>
                      </c:pt>
                      <c:pt idx="33">
                        <c:v>120.00242062155957</c:v>
                      </c:pt>
                      <c:pt idx="34">
                        <c:v>121.73234723963272</c:v>
                      </c:pt>
                      <c:pt idx="35">
                        <c:v>120.52010714115239</c:v>
                      </c:pt>
                      <c:pt idx="36">
                        <c:v>120.52242425405737</c:v>
                      </c:pt>
                      <c:pt idx="37">
                        <c:v>122.89596306145584</c:v>
                      </c:pt>
                      <c:pt idx="38">
                        <c:v>132.92841892207164</c:v>
                      </c:pt>
                      <c:pt idx="39">
                        <c:v>112.22358371039836</c:v>
                      </c:pt>
                      <c:pt idx="40">
                        <c:v>113.92463106100632</c:v>
                      </c:pt>
                      <c:pt idx="41">
                        <c:v>121.28922176484413</c:v>
                      </c:pt>
                      <c:pt idx="42">
                        <c:v>114.17688189160739</c:v>
                      </c:pt>
                      <c:pt idx="43">
                        <c:v>118.92540148035893</c:v>
                      </c:pt>
                      <c:pt idx="44">
                        <c:v>121.18302782769423</c:v>
                      </c:pt>
                      <c:pt idx="45">
                        <c:v>120.52484174123587</c:v>
                      </c:pt>
                      <c:pt idx="46">
                        <c:v>122.24689205573344</c:v>
                      </c:pt>
                      <c:pt idx="47">
                        <c:v>119.58431071521005</c:v>
                      </c:pt>
                      <c:pt idx="48">
                        <c:v>119.35541520983325</c:v>
                      </c:pt>
                      <c:pt idx="49">
                        <c:v>127.18408898176341</c:v>
                      </c:pt>
                      <c:pt idx="50">
                        <c:v>134.22314342080267</c:v>
                      </c:pt>
                      <c:pt idx="51">
                        <c:v>113.74986310894776</c:v>
                      </c:pt>
                      <c:pt idx="52">
                        <c:v>116.40897260412923</c:v>
                      </c:pt>
                      <c:pt idx="53">
                        <c:v>118.77882635826296</c:v>
                      </c:pt>
                      <c:pt idx="54">
                        <c:v>120.33971141212652</c:v>
                      </c:pt>
                      <c:pt idx="55">
                        <c:v>121.41110760729458</c:v>
                      </c:pt>
                      <c:pt idx="56">
                        <c:v>118.99093388872079</c:v>
                      </c:pt>
                      <c:pt idx="57">
                        <c:v>124.27418521805455</c:v>
                      </c:pt>
                      <c:pt idx="58">
                        <c:v>123.98830749995413</c:v>
                      </c:pt>
                      <c:pt idx="59">
                        <c:v>120.52384891270766</c:v>
                      </c:pt>
                      <c:pt idx="60">
                        <c:v>123.76582199695525</c:v>
                      </c:pt>
                      <c:pt idx="61">
                        <c:v>127.66989476942581</c:v>
                      </c:pt>
                      <c:pt idx="62">
                        <c:v>138.86653133941579</c:v>
                      </c:pt>
                      <c:pt idx="63">
                        <c:v>116.33584258481346</c:v>
                      </c:pt>
                      <c:pt idx="64">
                        <c:v>117.886538189202</c:v>
                      </c:pt>
                      <c:pt idx="65">
                        <c:v>124.083089751166</c:v>
                      </c:pt>
                      <c:pt idx="66">
                        <c:v>121.42784478268072</c:v>
                      </c:pt>
                      <c:pt idx="67">
                        <c:v>124.33054444649534</c:v>
                      </c:pt>
                      <c:pt idx="68">
                        <c:v>122.51919441440357</c:v>
                      </c:pt>
                      <c:pt idx="69">
                        <c:v>129.94839781464873</c:v>
                      </c:pt>
                      <c:pt idx="70">
                        <c:v>126.91357089259847</c:v>
                      </c:pt>
                      <c:pt idx="71">
                        <c:v>125.38195827666702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9FFC-4333-B357-D978E02FC85C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Hoja1!$D$2</c15:sqref>
                        </c15:formulaRef>
                      </c:ext>
                    </c:extLst>
                    <c:strCache>
                      <c:ptCount val="1"/>
                      <c:pt idx="0">
                        <c:v>Ajustado por efecto estacional y calendario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Hoja1!$B$180:$B$251</c15:sqref>
                        </c15:formulaRef>
                      </c:ext>
                    </c:extLst>
                    <c:numCache>
                      <c:formatCode>mmm\-yy</c:formatCode>
                      <c:ptCount val="72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  <c:pt idx="64">
                        <c:v>45689</c:v>
                      </c:pt>
                      <c:pt idx="65">
                        <c:v>45717</c:v>
                      </c:pt>
                      <c:pt idx="66">
                        <c:v>45748</c:v>
                      </c:pt>
                      <c:pt idx="67">
                        <c:v>45778</c:v>
                      </c:pt>
                      <c:pt idx="68">
                        <c:v>45809</c:v>
                      </c:pt>
                      <c:pt idx="69">
                        <c:v>45839</c:v>
                      </c:pt>
                      <c:pt idx="70">
                        <c:v>45870</c:v>
                      </c:pt>
                      <c:pt idx="71">
                        <c:v>45901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Hoja1!$D$180:$D$251</c15:sqref>
                        </c15:formulaRef>
                      </c:ext>
                    </c:extLst>
                    <c:numCache>
                      <c:formatCode>0.0</c:formatCode>
                      <c:ptCount val="72"/>
                      <c:pt idx="0">
                        <c:v>110.55414944773956</c:v>
                      </c:pt>
                      <c:pt idx="1">
                        <c:v>110.06103679044219</c:v>
                      </c:pt>
                      <c:pt idx="2">
                        <c:v>110.375104545523</c:v>
                      </c:pt>
                      <c:pt idx="3">
                        <c:v>111.58932465303207</c:v>
                      </c:pt>
                      <c:pt idx="4">
                        <c:v>111.74997228089242</c:v>
                      </c:pt>
                      <c:pt idx="5">
                        <c:v>100.7116076671736</c:v>
                      </c:pt>
                      <c:pt idx="6">
                        <c:v>86.893776273265217</c:v>
                      </c:pt>
                      <c:pt idx="7">
                        <c:v>90.928035721374371</c:v>
                      </c:pt>
                      <c:pt idx="8">
                        <c:v>95.562999029489021</c:v>
                      </c:pt>
                      <c:pt idx="9">
                        <c:v>98.861367503350252</c:v>
                      </c:pt>
                      <c:pt idx="10">
                        <c:v>99.269721289506577</c:v>
                      </c:pt>
                      <c:pt idx="11">
                        <c:v>102.77867285019498</c:v>
                      </c:pt>
                      <c:pt idx="12">
                        <c:v>105.35823353313904</c:v>
                      </c:pt>
                      <c:pt idx="13">
                        <c:v>106.07835541508166</c:v>
                      </c:pt>
                      <c:pt idx="14">
                        <c:v>108.00087058530434</c:v>
                      </c:pt>
                      <c:pt idx="15">
                        <c:v>107.67546879512911</c:v>
                      </c:pt>
                      <c:pt idx="16">
                        <c:v>109.87000080761844</c:v>
                      </c:pt>
                      <c:pt idx="17">
                        <c:v>111.84705075539701</c:v>
                      </c:pt>
                      <c:pt idx="18">
                        <c:v>108.74661724224308</c:v>
                      </c:pt>
                      <c:pt idx="19">
                        <c:v>102.81990245611826</c:v>
                      </c:pt>
                      <c:pt idx="20">
                        <c:v>110.60145672465551</c:v>
                      </c:pt>
                      <c:pt idx="21">
                        <c:v>111.92326803487269</c:v>
                      </c:pt>
                      <c:pt idx="22">
                        <c:v>110.9533045967178</c:v>
                      </c:pt>
                      <c:pt idx="23">
                        <c:v>116.73349823350576</c:v>
                      </c:pt>
                      <c:pt idx="24">
                        <c:v>115.87851776007709</c:v>
                      </c:pt>
                      <c:pt idx="25">
                        <c:v>117.24451538102481</c:v>
                      </c:pt>
                      <c:pt idx="26">
                        <c:v>118.9521766685876</c:v>
                      </c:pt>
                      <c:pt idx="27">
                        <c:v>116.15267000026009</c:v>
                      </c:pt>
                      <c:pt idx="28">
                        <c:v>117.45608403612108</c:v>
                      </c:pt>
                      <c:pt idx="29">
                        <c:v>119.47337802155383</c:v>
                      </c:pt>
                      <c:pt idx="30">
                        <c:v>119.39059028695094</c:v>
                      </c:pt>
                      <c:pt idx="31">
                        <c:v>119.78629594698738</c:v>
                      </c:pt>
                      <c:pt idx="32">
                        <c:v>119.36529403471114</c:v>
                      </c:pt>
                      <c:pt idx="33">
                        <c:v>118.55647100855118</c:v>
                      </c:pt>
                      <c:pt idx="34">
                        <c:v>120.53779175216242</c:v>
                      </c:pt>
                      <c:pt idx="35">
                        <c:v>121.7812503849876</c:v>
                      </c:pt>
                      <c:pt idx="36">
                        <c:v>120.4027688992982</c:v>
                      </c:pt>
                      <c:pt idx="37">
                        <c:v>117.3680399374164</c:v>
                      </c:pt>
                      <c:pt idx="38">
                        <c:v>119.15126145894219</c:v>
                      </c:pt>
                      <c:pt idx="39">
                        <c:v>120.47783634912659</c:v>
                      </c:pt>
                      <c:pt idx="40">
                        <c:v>120.39899088760005</c:v>
                      </c:pt>
                      <c:pt idx="41">
                        <c:v>120.89029666973745</c:v>
                      </c:pt>
                      <c:pt idx="42">
                        <c:v>118.34030303486583</c:v>
                      </c:pt>
                      <c:pt idx="43">
                        <c:v>119.95022880241135</c:v>
                      </c:pt>
                      <c:pt idx="44">
                        <c:v>122.52157641644639</c:v>
                      </c:pt>
                      <c:pt idx="45">
                        <c:v>119.02888673219782</c:v>
                      </c:pt>
                      <c:pt idx="46">
                        <c:v>120.9934528152347</c:v>
                      </c:pt>
                      <c:pt idx="47">
                        <c:v>120.96963491539856</c:v>
                      </c:pt>
                      <c:pt idx="48">
                        <c:v>119.24193373969774</c:v>
                      </c:pt>
                      <c:pt idx="49">
                        <c:v>121.72967231223896</c:v>
                      </c:pt>
                      <c:pt idx="50">
                        <c:v>120.29846292415367</c:v>
                      </c:pt>
                      <c:pt idx="51">
                        <c:v>121.99396886973113</c:v>
                      </c:pt>
                      <c:pt idx="52">
                        <c:v>121.78650674908936</c:v>
                      </c:pt>
                      <c:pt idx="53">
                        <c:v>120.362524861644</c:v>
                      </c:pt>
                      <c:pt idx="54">
                        <c:v>122.87161741334869</c:v>
                      </c:pt>
                      <c:pt idx="55">
                        <c:v>122.67795324847408</c:v>
                      </c:pt>
                      <c:pt idx="56">
                        <c:v>120.70796653995725</c:v>
                      </c:pt>
                      <c:pt idx="57">
                        <c:v>122.79244342906577</c:v>
                      </c:pt>
                      <c:pt idx="58">
                        <c:v>122.75614166448791</c:v>
                      </c:pt>
                      <c:pt idx="59">
                        <c:v>122.18418354566398</c:v>
                      </c:pt>
                      <c:pt idx="60">
                        <c:v>123.80215812074032</c:v>
                      </c:pt>
                      <c:pt idx="61">
                        <c:v>122.40757901998924</c:v>
                      </c:pt>
                      <c:pt idx="62">
                        <c:v>124.42520152817835</c:v>
                      </c:pt>
                      <c:pt idx="63">
                        <c:v>124.58814881533324</c:v>
                      </c:pt>
                      <c:pt idx="64">
                        <c:v>124.84571065632002</c:v>
                      </c:pt>
                      <c:pt idx="65">
                        <c:v>123.83073960054369</c:v>
                      </c:pt>
                      <c:pt idx="66">
                        <c:v>125.66521067206173</c:v>
                      </c:pt>
                      <c:pt idx="67">
                        <c:v>125.54234316118283</c:v>
                      </c:pt>
                      <c:pt idx="68">
                        <c:v>124.24434975080179</c:v>
                      </c:pt>
                      <c:pt idx="69">
                        <c:v>128.13964407297038</c:v>
                      </c:pt>
                      <c:pt idx="70">
                        <c:v>125.45462758523453</c:v>
                      </c:pt>
                      <c:pt idx="71">
                        <c:v>127.07654443338721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9FFC-4333-B357-D978E02FC85C}"/>
                  </c:ext>
                </c:extLst>
              </c15:ser>
            </c15:filteredLineSeries>
          </c:ext>
        </c:extLst>
      </c:lineChart>
      <c:dateAx>
        <c:axId val="280738527"/>
        <c:scaling>
          <c:orientation val="minMax"/>
          <c:max val="45901"/>
          <c:min val="4407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1327"/>
        <c:crosses val="autoZero"/>
        <c:auto val="1"/>
        <c:lblOffset val="100"/>
        <c:baseTimeUnit val="months"/>
        <c:majorUnit val="3"/>
        <c:majorTimeUnit val="months"/>
      </c:dateAx>
      <c:valAx>
        <c:axId val="280731327"/>
        <c:scaling>
          <c:orientation val="minMax"/>
          <c:max val="0.25"/>
          <c:min val="-0.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8527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14552521862924547"/>
          <c:y val="0"/>
          <c:w val="0.65729204799674601"/>
          <c:h val="6.06193236714975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0079203703703703"/>
          <c:y val="0.11276908212560387"/>
          <c:w val="0.55997314814814814"/>
          <c:h val="0.813474637681159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Hoja1!$X$2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Hoja1!$W$3:$W$14</c:f>
              <c:strCache>
                <c:ptCount val="12"/>
                <c:pt idx="0">
                  <c:v>Minería</c:v>
                </c:pt>
                <c:pt idx="1">
                  <c:v>Construcción</c:v>
                </c:pt>
                <c:pt idx="2">
                  <c:v>Actividades profesionales</c:v>
                </c:pt>
                <c:pt idx="3">
                  <c:v>Servicios públicos</c:v>
                </c:pt>
                <c:pt idx="4">
                  <c:v>Actividades inmobiliarias</c:v>
                </c:pt>
                <c:pt idx="5">
                  <c:v>Información y comunicaciones</c:v>
                </c:pt>
                <c:pt idx="6">
                  <c:v>Actividades financieras</c:v>
                </c:pt>
                <c:pt idx="7">
                  <c:v>Agricultura</c:v>
                </c:pt>
                <c:pt idx="8">
                  <c:v>Comercio</c:v>
                </c:pt>
                <c:pt idx="9">
                  <c:v>Manufacturas</c:v>
                </c:pt>
                <c:pt idx="10">
                  <c:v>Administración pública</c:v>
                </c:pt>
                <c:pt idx="11">
                  <c:v>Actividades artísticas</c:v>
                </c:pt>
              </c:strCache>
            </c:strRef>
          </c:cat>
          <c:val>
            <c:numRef>
              <c:f>Hoja1!$X$3:$X$14</c:f>
              <c:numCache>
                <c:formatCode>0.0%</c:formatCode>
                <c:ptCount val="12"/>
                <c:pt idx="0">
                  <c:v>-4.0835040975789404E-2</c:v>
                </c:pt>
                <c:pt idx="1">
                  <c:v>5.515501725483314E-3</c:v>
                </c:pt>
                <c:pt idx="2">
                  <c:v>9.7864956336109685E-3</c:v>
                </c:pt>
                <c:pt idx="3">
                  <c:v>1.7601254061168799E-2</c:v>
                </c:pt>
                <c:pt idx="4">
                  <c:v>1.9771333785211054E-2</c:v>
                </c:pt>
                <c:pt idx="5">
                  <c:v>2.3817298385216543E-2</c:v>
                </c:pt>
                <c:pt idx="6">
                  <c:v>4.5681771955759586E-2</c:v>
                </c:pt>
                <c:pt idx="7">
                  <c:v>4.7220770774210892E-2</c:v>
                </c:pt>
                <c:pt idx="8">
                  <c:v>4.8008228504983694E-2</c:v>
                </c:pt>
                <c:pt idx="9">
                  <c:v>4.944699631205051E-2</c:v>
                </c:pt>
                <c:pt idx="10">
                  <c:v>6.7678121536801056E-2</c:v>
                </c:pt>
                <c:pt idx="11">
                  <c:v>9.1812738960933532E-2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CC-471A-AE2E-AD86C6E8ABEF}"/>
            </c:ext>
          </c:extLst>
        </c:ser>
        <c:ser>
          <c:idx val="1"/>
          <c:order val="1"/>
          <c:tx>
            <c:strRef>
              <c:f>Hoja1!$Y$2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Hoja1!$W$3:$W$14</c:f>
              <c:strCache>
                <c:ptCount val="12"/>
                <c:pt idx="0">
                  <c:v>Minería</c:v>
                </c:pt>
                <c:pt idx="1">
                  <c:v>Construcción</c:v>
                </c:pt>
                <c:pt idx="2">
                  <c:v>Actividades profesionales</c:v>
                </c:pt>
                <c:pt idx="3">
                  <c:v>Servicios públicos</c:v>
                </c:pt>
                <c:pt idx="4">
                  <c:v>Actividades inmobiliarias</c:v>
                </c:pt>
                <c:pt idx="5">
                  <c:v>Información y comunicaciones</c:v>
                </c:pt>
                <c:pt idx="6">
                  <c:v>Actividades financieras</c:v>
                </c:pt>
                <c:pt idx="7">
                  <c:v>Agricultura</c:v>
                </c:pt>
                <c:pt idx="8">
                  <c:v>Comercio</c:v>
                </c:pt>
                <c:pt idx="9">
                  <c:v>Manufacturas</c:v>
                </c:pt>
                <c:pt idx="10">
                  <c:v>Administración pública</c:v>
                </c:pt>
                <c:pt idx="11">
                  <c:v>Actividades artísticas</c:v>
                </c:pt>
              </c:strCache>
            </c:strRef>
          </c:cat>
          <c:val>
            <c:numRef>
              <c:f>Hoja1!$Y$3:$Y$14</c:f>
              <c:numCache>
                <c:formatCode>0.0%</c:formatCode>
                <c:ptCount val="12"/>
                <c:pt idx="0">
                  <c:v>-4.4866206156528775E-2</c:v>
                </c:pt>
                <c:pt idx="1">
                  <c:v>2.8054425585635691E-3</c:v>
                </c:pt>
                <c:pt idx="2">
                  <c:v>1.0013615759811058E-2</c:v>
                </c:pt>
                <c:pt idx="3">
                  <c:v>1.6188373804268026E-2</c:v>
                </c:pt>
                <c:pt idx="4">
                  <c:v>2.0114202010064055E-2</c:v>
                </c:pt>
                <c:pt idx="5">
                  <c:v>2.1100633791930633E-2</c:v>
                </c:pt>
                <c:pt idx="6">
                  <c:v>4.4308490915832437E-2</c:v>
                </c:pt>
                <c:pt idx="7">
                  <c:v>4.8079647856724507E-2</c:v>
                </c:pt>
                <c:pt idx="8">
                  <c:v>4.8498893481982448E-2</c:v>
                </c:pt>
                <c:pt idx="9">
                  <c:v>4.9102073664134743E-2</c:v>
                </c:pt>
                <c:pt idx="10">
                  <c:v>6.8643345037686973E-2</c:v>
                </c:pt>
                <c:pt idx="11">
                  <c:v>9.2932989547811068E-2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CC-471A-AE2E-AD86C6E8AB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25286559"/>
        <c:axId val="325292799"/>
      </c:barChart>
      <c:catAx>
        <c:axId val="325286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92799"/>
        <c:crosses val="autoZero"/>
        <c:auto val="1"/>
        <c:lblAlgn val="ctr"/>
        <c:lblOffset val="100"/>
        <c:noMultiLvlLbl val="0"/>
      </c:catAx>
      <c:valAx>
        <c:axId val="325292799"/>
        <c:scaling>
          <c:orientation val="minMax"/>
          <c:max val="0.11000000000000001"/>
          <c:min val="-6.0000000000000012E-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86559"/>
        <c:crosses val="autoZero"/>
        <c:crossBetween val="between"/>
        <c:majorUnit val="2.5000000000000005E-2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1754444444444449E-2"/>
          <c:y val="0.10511618357487923"/>
          <c:w val="0.82417148148148134"/>
          <c:h val="0.7782572463768116"/>
        </c:manualLayout>
      </c:layout>
      <c:lineChart>
        <c:grouping val="standard"/>
        <c:varyColors val="0"/>
        <c:ser>
          <c:idx val="2"/>
          <c:order val="2"/>
          <c:tx>
            <c:strRef>
              <c:f>Hoja1!$E$2</c:f>
              <c:strCache>
                <c:ptCount val="1"/>
                <c:pt idx="0">
                  <c:v>Original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70"/>
              <c:layout>
                <c:manualLayout>
                  <c:x val="-8.6095857907938448E-3"/>
                  <c:y val="-2.45410628019324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C8F-4E3F-91D2-BD23390CEA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Hoja1!$B$180:$B$250</c:f>
              <c:numCache>
                <c:formatCode>mmm\-yy</c:formatCode>
                <c:ptCount val="71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  <c:pt idx="64">
                  <c:v>45689</c:v>
                </c:pt>
                <c:pt idx="65">
                  <c:v>45717</c:v>
                </c:pt>
                <c:pt idx="66">
                  <c:v>45748</c:v>
                </c:pt>
                <c:pt idx="67">
                  <c:v>45778</c:v>
                </c:pt>
                <c:pt idx="68">
                  <c:v>45809</c:v>
                </c:pt>
                <c:pt idx="69">
                  <c:v>45839</c:v>
                </c:pt>
                <c:pt idx="70">
                  <c:v>45870</c:v>
                </c:pt>
              </c:numCache>
            </c:numRef>
          </c:cat>
          <c:val>
            <c:numRef>
              <c:f>Hoja1!$E$180:$E$250</c:f>
              <c:numCache>
                <c:formatCode>0.0%</c:formatCode>
                <c:ptCount val="71"/>
                <c:pt idx="0">
                  <c:v>3.2004173677465664E-2</c:v>
                </c:pt>
                <c:pt idx="1">
                  <c:v>2.3611829640896032E-2</c:v>
                </c:pt>
                <c:pt idx="2">
                  <c:v>3.0022268633633553E-2</c:v>
                </c:pt>
                <c:pt idx="3">
                  <c:v>3.4150692108852132E-2</c:v>
                </c:pt>
                <c:pt idx="4">
                  <c:v>3.6011059434470916E-2</c:v>
                </c:pt>
                <c:pt idx="5">
                  <c:v>-6.3001384894987633E-2</c:v>
                </c:pt>
                <c:pt idx="6">
                  <c:v>-0.20190991036407346</c:v>
                </c:pt>
                <c:pt idx="7">
                  <c:v>-0.17414925997336073</c:v>
                </c:pt>
                <c:pt idx="8">
                  <c:v>-0.12521509440544387</c:v>
                </c:pt>
                <c:pt idx="9">
                  <c:v>-0.10628781400228393</c:v>
                </c:pt>
                <c:pt idx="10">
                  <c:v>-0.10396396272813047</c:v>
                </c:pt>
                <c:pt idx="11">
                  <c:v>-6.4630946190851857E-2</c:v>
                </c:pt>
                <c:pt idx="12">
                  <c:v>-4.6971390834117277E-2</c:v>
                </c:pt>
                <c:pt idx="13">
                  <c:v>-3.6826657876507851E-2</c:v>
                </c:pt>
                <c:pt idx="14">
                  <c:v>-2.1595982326661378E-2</c:v>
                </c:pt>
                <c:pt idx="15">
                  <c:v>-3.4095483493358447E-2</c:v>
                </c:pt>
                <c:pt idx="16">
                  <c:v>-3.2016738766417085E-2</c:v>
                </c:pt>
                <c:pt idx="17">
                  <c:v>0.11183204609546138</c:v>
                </c:pt>
                <c:pt idx="18">
                  <c:v>0.25442580841996287</c:v>
                </c:pt>
                <c:pt idx="19">
                  <c:v>0.13239466978708525</c:v>
                </c:pt>
                <c:pt idx="20">
                  <c:v>0.15367815670434881</c:v>
                </c:pt>
                <c:pt idx="21">
                  <c:v>0.13168172383314047</c:v>
                </c:pt>
                <c:pt idx="22">
                  <c:v>0.11686766661792558</c:v>
                </c:pt>
                <c:pt idx="23">
                  <c:v>0.13464767142616618</c:v>
                </c:pt>
                <c:pt idx="24">
                  <c:v>0.10201492502484455</c:v>
                </c:pt>
                <c:pt idx="25">
                  <c:v>0.10584744248842237</c:v>
                </c:pt>
                <c:pt idx="26">
                  <c:v>0.10369466308837927</c:v>
                </c:pt>
                <c:pt idx="27">
                  <c:v>8.2285416411588042E-2</c:v>
                </c:pt>
                <c:pt idx="28">
                  <c:v>6.7844449197206558E-2</c:v>
                </c:pt>
                <c:pt idx="29">
                  <c:v>7.0407918519849844E-2</c:v>
                </c:pt>
                <c:pt idx="30">
                  <c:v>0.10189476297177613</c:v>
                </c:pt>
                <c:pt idx="31">
                  <c:v>0.16735273431208486</c:v>
                </c:pt>
                <c:pt idx="32">
                  <c:v>7.6803428478820601E-2</c:v>
                </c:pt>
                <c:pt idx="33">
                  <c:v>6.0795532360299109E-2</c:v>
                </c:pt>
                <c:pt idx="34">
                  <c:v>8.7662344332490871E-2</c:v>
                </c:pt>
                <c:pt idx="35">
                  <c:v>4.263570318991583E-2</c:v>
                </c:pt>
                <c:pt idx="36">
                  <c:v>4.0450053129320374E-2</c:v>
                </c:pt>
                <c:pt idx="37">
                  <c:v>8.7682625483154197E-4</c:v>
                </c:pt>
                <c:pt idx="38">
                  <c:v>4.0549835241745491E-3</c:v>
                </c:pt>
                <c:pt idx="39">
                  <c:v>4.0191694211892726E-2</c:v>
                </c:pt>
                <c:pt idx="40">
                  <c:v>2.3332512696593533E-2</c:v>
                </c:pt>
                <c:pt idx="41">
                  <c:v>1.3001039905035316E-2</c:v>
                </c:pt>
                <c:pt idx="42">
                  <c:v>-6.1349568479185379E-3</c:v>
                </c:pt>
                <c:pt idx="43">
                  <c:v>2.0255882772328704E-3</c:v>
                </c:pt>
                <c:pt idx="44">
                  <c:v>2.3460351747542685E-2</c:v>
                </c:pt>
                <c:pt idx="45">
                  <c:v>4.3204369621125949E-3</c:v>
                </c:pt>
                <c:pt idx="46">
                  <c:v>4.2615864775437107E-3</c:v>
                </c:pt>
                <c:pt idx="47">
                  <c:v>-7.6895138472126146E-3</c:v>
                </c:pt>
                <c:pt idx="48">
                  <c:v>-9.4685912647163306E-3</c:v>
                </c:pt>
                <c:pt idx="49">
                  <c:v>3.5182614326667583E-2</c:v>
                </c:pt>
                <c:pt idx="50">
                  <c:v>9.961455394130958E-3</c:v>
                </c:pt>
                <c:pt idx="51">
                  <c:v>1.3653212582469543E-2</c:v>
                </c:pt>
                <c:pt idx="52">
                  <c:v>2.1867689406378732E-2</c:v>
                </c:pt>
                <c:pt idx="53">
                  <c:v>-2.0658515437446567E-2</c:v>
                </c:pt>
                <c:pt idx="54">
                  <c:v>5.4470578922354296E-2</c:v>
                </c:pt>
                <c:pt idx="55">
                  <c:v>2.1215246641308472E-2</c:v>
                </c:pt>
                <c:pt idx="56">
                  <c:v>-1.779398625575912E-2</c:v>
                </c:pt>
                <c:pt idx="57">
                  <c:v>3.1141467842132009E-2</c:v>
                </c:pt>
                <c:pt idx="58">
                  <c:v>1.4464801125487314E-2</c:v>
                </c:pt>
                <c:pt idx="59">
                  <c:v>7.6286695204930144E-3</c:v>
                </c:pt>
                <c:pt idx="60">
                  <c:v>3.6291852298834026E-2</c:v>
                </c:pt>
                <c:pt idx="61">
                  <c:v>3.7226335396702837E-3</c:v>
                </c:pt>
                <c:pt idx="62">
                  <c:v>3.4141126649622988E-2</c:v>
                </c:pt>
                <c:pt idx="63">
                  <c:v>2.3428594091282395E-2</c:v>
                </c:pt>
                <c:pt idx="64">
                  <c:v>1.3225928574107648E-2</c:v>
                </c:pt>
                <c:pt idx="65">
                  <c:v>4.540465219263945E-2</c:v>
                </c:pt>
                <c:pt idx="66">
                  <c:v>9.0183761424111886E-3</c:v>
                </c:pt>
                <c:pt idx="67">
                  <c:v>2.4236231543010245E-2</c:v>
                </c:pt>
                <c:pt idx="68">
                  <c:v>2.9700616461225904E-2</c:v>
                </c:pt>
                <c:pt idx="69">
                  <c:v>4.3342474477521709E-2</c:v>
                </c:pt>
                <c:pt idx="70">
                  <c:v>1.9766315620347363E-2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FFC-4333-B357-D978E02FC85C}"/>
            </c:ext>
          </c:extLst>
        </c:ser>
        <c:ser>
          <c:idx val="3"/>
          <c:order val="3"/>
          <c:tx>
            <c:strRef>
              <c:f>Hoja1!$F$2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DA-41B4-AEB1-429CF1F71698}"/>
                </c:ext>
              </c:extLst>
            </c:dLbl>
            <c:dLbl>
              <c:idx val="70"/>
              <c:layout>
                <c:manualLayout>
                  <c:x val="-8.6095857907938448E-3"/>
                  <c:y val="1.53381642512077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C8F-4E3F-91D2-BD23390CEA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Hoja1!$B$180:$B$250</c:f>
              <c:numCache>
                <c:formatCode>mmm\-yy</c:formatCode>
                <c:ptCount val="71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  <c:pt idx="64">
                  <c:v>45689</c:v>
                </c:pt>
                <c:pt idx="65">
                  <c:v>45717</c:v>
                </c:pt>
                <c:pt idx="66">
                  <c:v>45748</c:v>
                </c:pt>
                <c:pt idx="67">
                  <c:v>45778</c:v>
                </c:pt>
                <c:pt idx="68">
                  <c:v>45809</c:v>
                </c:pt>
                <c:pt idx="69">
                  <c:v>45839</c:v>
                </c:pt>
                <c:pt idx="70">
                  <c:v>45870</c:v>
                </c:pt>
              </c:numCache>
            </c:numRef>
          </c:cat>
          <c:val>
            <c:numRef>
              <c:f>Hoja1!$F$180:$F$250</c:f>
              <c:numCache>
                <c:formatCode>0.0%</c:formatCode>
                <c:ptCount val="71"/>
                <c:pt idx="0">
                  <c:v>3.0753097065686186E-2</c:v>
                </c:pt>
                <c:pt idx="1">
                  <c:v>2.3315981960269516E-2</c:v>
                </c:pt>
                <c:pt idx="2">
                  <c:v>2.9261680811401902E-2</c:v>
                </c:pt>
                <c:pt idx="3">
                  <c:v>3.4227947070975207E-2</c:v>
                </c:pt>
                <c:pt idx="4">
                  <c:v>2.6461910032412606E-2</c:v>
                </c:pt>
                <c:pt idx="5">
                  <c:v>-6.3180322102323272E-2</c:v>
                </c:pt>
                <c:pt idx="6">
                  <c:v>-0.20277075117850685</c:v>
                </c:pt>
                <c:pt idx="7">
                  <c:v>-0.17366039637000252</c:v>
                </c:pt>
                <c:pt idx="8">
                  <c:v>-0.12221727783996805</c:v>
                </c:pt>
                <c:pt idx="9">
                  <c:v>-0.1051986757582043</c:v>
                </c:pt>
                <c:pt idx="10">
                  <c:v>-0.10125969948240976</c:v>
                </c:pt>
                <c:pt idx="11">
                  <c:v>-6.150451032105464E-2</c:v>
                </c:pt>
                <c:pt idx="12">
                  <c:v>-4.7009926567276539E-2</c:v>
                </c:pt>
                <c:pt idx="13">
                  <c:v>-3.6215429410315969E-2</c:v>
                </c:pt>
                <c:pt idx="14">
                  <c:v>-2.1547619248137639E-2</c:v>
                </c:pt>
                <c:pt idx="15">
                  <c:v>-3.5157633653860043E-2</c:v>
                </c:pt>
                <c:pt idx="16">
                  <c:v>-1.6985717442992154E-2</c:v>
                </c:pt>
                <c:pt idx="17">
                  <c:v>0.11069524361993643</c:v>
                </c:pt>
                <c:pt idx="18">
                  <c:v>0.25138392494123196</c:v>
                </c:pt>
                <c:pt idx="19">
                  <c:v>0.13072130666957715</c:v>
                </c:pt>
                <c:pt idx="20">
                  <c:v>0.15735596889534165</c:v>
                </c:pt>
                <c:pt idx="21">
                  <c:v>0.13209205086165876</c:v>
                </c:pt>
                <c:pt idx="22">
                  <c:v>0.11771599039342395</c:v>
                </c:pt>
                <c:pt idx="23">
                  <c:v>0.13581879991440093</c:v>
                </c:pt>
                <c:pt idx="24">
                  <c:v>9.9971212286218636E-2</c:v>
                </c:pt>
                <c:pt idx="25">
                  <c:v>0.10531285997192263</c:v>
                </c:pt>
                <c:pt idx="26">
                  <c:v>0.10150324508822628</c:v>
                </c:pt>
                <c:pt idx="27">
                  <c:v>7.8767880294882353E-2</c:v>
                </c:pt>
                <c:pt idx="28">
                  <c:v>6.9310478721733126E-2</c:v>
                </c:pt>
                <c:pt idx="29">
                  <c:v>6.8341066396899741E-2</c:v>
                </c:pt>
                <c:pt idx="30">
                  <c:v>9.7948833971776672E-2</c:v>
                </c:pt>
                <c:pt idx="31">
                  <c:v>0.16506423255482794</c:v>
                </c:pt>
                <c:pt idx="32">
                  <c:v>7.9276407617722366E-2</c:v>
                </c:pt>
                <c:pt idx="33">
                  <c:v>5.9174258932492396E-2</c:v>
                </c:pt>
                <c:pt idx="34">
                  <c:v>8.6658703037763463E-2</c:v>
                </c:pt>
                <c:pt idx="35">
                  <c:v>4.2926567894006062E-2</c:v>
                </c:pt>
                <c:pt idx="36">
                  <c:v>3.8944255434376851E-2</c:v>
                </c:pt>
                <c:pt idx="37">
                  <c:v>8.7098706910238022E-4</c:v>
                </c:pt>
                <c:pt idx="38">
                  <c:v>1.5316721896154739E-3</c:v>
                </c:pt>
                <c:pt idx="39">
                  <c:v>3.7036799095800044E-2</c:v>
                </c:pt>
                <c:pt idx="40">
                  <c:v>2.4863549060028411E-2</c:v>
                </c:pt>
                <c:pt idx="41">
                  <c:v>1.171490770795991E-2</c:v>
                </c:pt>
                <c:pt idx="42">
                  <c:v>-8.9266188189737194E-3</c:v>
                </c:pt>
                <c:pt idx="43">
                  <c:v>1.2520385681027424E-3</c:v>
                </c:pt>
                <c:pt idx="44">
                  <c:v>2.635333251167582E-2</c:v>
                </c:pt>
                <c:pt idx="45">
                  <c:v>3.882070515730085E-3</c:v>
                </c:pt>
                <c:pt idx="46">
                  <c:v>4.1040603786630658E-3</c:v>
                </c:pt>
                <c:pt idx="47">
                  <c:v>-6.9374666707224808E-3</c:v>
                </c:pt>
                <c:pt idx="48">
                  <c:v>-9.3102948240240124E-3</c:v>
                </c:pt>
                <c:pt idx="49">
                  <c:v>3.7469467682782032E-2</c:v>
                </c:pt>
                <c:pt idx="50">
                  <c:v>9.9105686210745336E-3</c:v>
                </c:pt>
                <c:pt idx="51">
                  <c:v>1.2596059811903482E-2</c:v>
                </c:pt>
                <c:pt idx="52">
                  <c:v>1.1561495502758756E-2</c:v>
                </c:pt>
                <c:pt idx="53">
                  <c:v>-4.2991993715428833E-3</c:v>
                </c:pt>
                <c:pt idx="54">
                  <c:v>3.870402458510025E-2</c:v>
                </c:pt>
                <c:pt idx="55">
                  <c:v>2.3013424151439033E-2</c:v>
                </c:pt>
                <c:pt idx="56">
                  <c:v>-1.4342294297607805E-2</c:v>
                </c:pt>
                <c:pt idx="57">
                  <c:v>3.1446420429142918E-2</c:v>
                </c:pt>
                <c:pt idx="58">
                  <c:v>1.5160951025059655E-2</c:v>
                </c:pt>
                <c:pt idx="59">
                  <c:v>9.3569340619856778E-3</c:v>
                </c:pt>
                <c:pt idx="60">
                  <c:v>3.769306345459178E-2</c:v>
                </c:pt>
                <c:pt idx="61">
                  <c:v>5.3813761631928969E-3</c:v>
                </c:pt>
                <c:pt idx="62">
                  <c:v>3.4015595578398727E-2</c:v>
                </c:pt>
                <c:pt idx="63">
                  <c:v>2.19572794858931E-2</c:v>
                </c:pt>
                <c:pt idx="64">
                  <c:v>2.5733421294293235E-2</c:v>
                </c:pt>
                <c:pt idx="65">
                  <c:v>2.9529320958302741E-2</c:v>
                </c:pt>
                <c:pt idx="66">
                  <c:v>2.2911160261708474E-2</c:v>
                </c:pt>
                <c:pt idx="67">
                  <c:v>2.3774570591682975E-2</c:v>
                </c:pt>
                <c:pt idx="68">
                  <c:v>2.8973823612405525E-2</c:v>
                </c:pt>
                <c:pt idx="69">
                  <c:v>4.162002090928052E-2</c:v>
                </c:pt>
                <c:pt idx="70">
                  <c:v>1.8449151684353904E-2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65E-41C0-AB50-8A30514847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0738527"/>
        <c:axId val="280731327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Hoja1!$C$2</c15:sqref>
                        </c15:formulaRef>
                      </c:ext>
                    </c:extLst>
                    <c:strCache>
                      <c:ptCount val="1"/>
                      <c:pt idx="0">
                        <c:v>Original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Hoja1!$B$180:$B$250</c15:sqref>
                        </c15:formulaRef>
                      </c:ext>
                    </c:extLst>
                    <c:numCache>
                      <c:formatCode>mmm\-yy</c:formatCode>
                      <c:ptCount val="71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  <c:pt idx="64">
                        <c:v>45689</c:v>
                      </c:pt>
                      <c:pt idx="65">
                        <c:v>45717</c:v>
                      </c:pt>
                      <c:pt idx="66">
                        <c:v>45748</c:v>
                      </c:pt>
                      <c:pt idx="67">
                        <c:v>45778</c:v>
                      </c:pt>
                      <c:pt idx="68">
                        <c:v>45809</c:v>
                      </c:pt>
                      <c:pt idx="69">
                        <c:v>45839</c:v>
                      </c:pt>
                      <c:pt idx="70">
                        <c:v>45870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Hoja1!$C$180:$C$250</c15:sqref>
                        </c15:formulaRef>
                      </c:ext>
                    </c:extLst>
                    <c:numCache>
                      <c:formatCode>0.0</c:formatCode>
                      <c:ptCount val="71"/>
                      <c:pt idx="0">
                        <c:v>110.28124454707738</c:v>
                      </c:pt>
                      <c:pt idx="1">
                        <c:v>115.25790536725206</c:v>
                      </c:pt>
                      <c:pt idx="2">
                        <c:v>122.6057381904744</c:v>
                      </c:pt>
                      <c:pt idx="3">
                        <c:v>103.19243214836482</c:v>
                      </c:pt>
                      <c:pt idx="4">
                        <c:v>107.6902888682727</c:v>
                      </c:pt>
                      <c:pt idx="5">
                        <c:v>100.59645268928566</c:v>
                      </c:pt>
                      <c:pt idx="6">
                        <c:v>83.107063819368037</c:v>
                      </c:pt>
                      <c:pt idx="7">
                        <c:v>89.779964822362629</c:v>
                      </c:pt>
                      <c:pt idx="8">
                        <c:v>95.300073816004257</c:v>
                      </c:pt>
                      <c:pt idx="9">
                        <c:v>99.963721514105401</c:v>
                      </c:pt>
                      <c:pt idx="10">
                        <c:v>100.20892969201478</c:v>
                      </c:pt>
                      <c:pt idx="11">
                        <c:v>101.87153957014685</c:v>
                      </c:pt>
                      <c:pt idx="12">
                        <c:v>105.10118110778375</c:v>
                      </c:pt>
                      <c:pt idx="13">
                        <c:v>111.01334191872935</c:v>
                      </c:pt>
                      <c:pt idx="14">
                        <c:v>119.95794683536565</c:v>
                      </c:pt>
                      <c:pt idx="15">
                        <c:v>99.674036281410736</c:v>
                      </c:pt>
                      <c:pt idx="16">
                        <c:v>104.24239702189722</c:v>
                      </c:pt>
                      <c:pt idx="17">
                        <c:v>111.84635982347375</c:v>
                      </c:pt>
                      <c:pt idx="18">
                        <c:v>104.2516457170202</c:v>
                      </c:pt>
                      <c:pt idx="19">
                        <c:v>101.66635361851546</c:v>
                      </c:pt>
                      <c:pt idx="20">
                        <c:v>109.94561349383618</c:v>
                      </c:pt>
                      <c:pt idx="21">
                        <c:v>113.1271166838588</c:v>
                      </c:pt>
                      <c:pt idx="22">
                        <c:v>111.92011347940031</c:v>
                      </c:pt>
                      <c:pt idx="23">
                        <c:v>115.58830515786566</c:v>
                      </c:pt>
                      <c:pt idx="24">
                        <c:v>115.8230702185169</c:v>
                      </c:pt>
                      <c:pt idx="25">
                        <c:v>122.76382024291964</c:v>
                      </c:pt>
                      <c:pt idx="26">
                        <c:v>132.3969457172326</c:v>
                      </c:pt>
                      <c:pt idx="27">
                        <c:v>107.87575586225036</c:v>
                      </c:pt>
                      <c:pt idx="28">
                        <c:v>111.31466503084435</c:v>
                      </c:pt>
                      <c:pt idx="29">
                        <c:v>119.7212292126667</c:v>
                      </c:pt>
                      <c:pt idx="30">
                        <c:v>114.87434244677355</c:v>
                      </c:pt>
                      <c:pt idx="31">
                        <c:v>118.68049588411334</c:v>
                      </c:pt>
                      <c:pt idx="32">
                        <c:v>118.38981355637009</c:v>
                      </c:pt>
                      <c:pt idx="33">
                        <c:v>120.00473996703967</c:v>
                      </c:pt>
                      <c:pt idx="34">
                        <c:v>121.73129300496295</c:v>
                      </c:pt>
                      <c:pt idx="35">
                        <c:v>120.51649382880183</c:v>
                      </c:pt>
                      <c:pt idx="36">
                        <c:v>120.50811956245691</c:v>
                      </c:pt>
                      <c:pt idx="37">
                        <c:v>122.87146278365204</c:v>
                      </c:pt>
                      <c:pt idx="38">
                        <c:v>132.93381315076701</c:v>
                      </c:pt>
                      <c:pt idx="39">
                        <c:v>112.21146525474272</c:v>
                      </c:pt>
                      <c:pt idx="40">
                        <c:v>113.91191586599359</c:v>
                      </c:pt>
                      <c:pt idx="41">
                        <c:v>121.27772969114045</c:v>
                      </c:pt>
                      <c:pt idx="42">
                        <c:v>114.16959331292958</c:v>
                      </c:pt>
                      <c:pt idx="43">
                        <c:v>118.92089370531238</c:v>
                      </c:pt>
                      <c:pt idx="44">
                        <c:v>121.16728022572853</c:v>
                      </c:pt>
                      <c:pt idx="45">
                        <c:v>120.52321288122198</c:v>
                      </c:pt>
                      <c:pt idx="46">
                        <c:v>122.25006143712682</c:v>
                      </c:pt>
                      <c:pt idx="47">
                        <c:v>119.58978058068774</c:v>
                      </c:pt>
                      <c:pt idx="48">
                        <c:v>119.36707743424044</c:v>
                      </c:pt>
                      <c:pt idx="49">
                        <c:v>127.19440207052276</c:v>
                      </c:pt>
                      <c:pt idx="50">
                        <c:v>134.25802740084012</c:v>
                      </c:pt>
                      <c:pt idx="51">
                        <c:v>113.74351224405612</c:v>
                      </c:pt>
                      <c:pt idx="52">
                        <c:v>116.40290626183669</c:v>
                      </c:pt>
                      <c:pt idx="53">
                        <c:v>118.77231184009756</c:v>
                      </c:pt>
                      <c:pt idx="54">
                        <c:v>120.3884771560146</c:v>
                      </c:pt>
                      <c:pt idx="55">
                        <c:v>121.44382979607542</c:v>
                      </c:pt>
                      <c:pt idx="56">
                        <c:v>119.01123130674421</c:v>
                      </c:pt>
                      <c:pt idx="57">
                        <c:v>124.276482639393</c:v>
                      </c:pt>
                      <c:pt idx="58">
                        <c:v>124.01838426339347</c:v>
                      </c:pt>
                      <c:pt idx="59">
                        <c:v>120.50209149476608</c:v>
                      </c:pt>
                      <c:pt idx="60">
                        <c:v>123.69912977782738</c:v>
                      </c:pt>
                      <c:pt idx="61">
                        <c:v>127.66790021772879</c:v>
                      </c:pt>
                      <c:pt idx="62">
                        <c:v>138.84174771806076</c:v>
                      </c:pt>
                      <c:pt idx="63">
                        <c:v>116.40836282293891</c:v>
                      </c:pt>
                      <c:pt idx="64">
                        <c:v>117.94244278587429</c:v>
                      </c:pt>
                      <c:pt idx="65">
                        <c:v>124.16512734931291</c:v>
                      </c:pt>
                      <c:pt idx="66">
                        <c:v>121.47418572621962</c:v>
                      </c:pt>
                      <c:pt idx="67">
                        <c:v>124.38717057448304</c:v>
                      </c:pt>
                      <c:pt idx="68">
                        <c:v>122.54593824236406</c:v>
                      </c:pt>
                      <c:pt idx="69">
                        <c:v>129.66293291634705</c:v>
                      </c:pt>
                      <c:pt idx="70">
                        <c:v>126.46977078946924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9FFC-4333-B357-D978E02FC85C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Hoja1!$D$2</c15:sqref>
                        </c15:formulaRef>
                      </c:ext>
                    </c:extLst>
                    <c:strCache>
                      <c:ptCount val="1"/>
                      <c:pt idx="0">
                        <c:v>Ajustado por efecto estacional y calendario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Hoja1!$B$180:$B$250</c15:sqref>
                        </c15:formulaRef>
                      </c:ext>
                    </c:extLst>
                    <c:numCache>
                      <c:formatCode>mmm\-yy</c:formatCode>
                      <c:ptCount val="71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  <c:pt idx="64">
                        <c:v>45689</c:v>
                      </c:pt>
                      <c:pt idx="65">
                        <c:v>45717</c:v>
                      </c:pt>
                      <c:pt idx="66">
                        <c:v>45748</c:v>
                      </c:pt>
                      <c:pt idx="67">
                        <c:v>45778</c:v>
                      </c:pt>
                      <c:pt idx="68">
                        <c:v>45809</c:v>
                      </c:pt>
                      <c:pt idx="69">
                        <c:v>45839</c:v>
                      </c:pt>
                      <c:pt idx="70">
                        <c:v>45870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Hoja1!$D$180:$D$250</c15:sqref>
                        </c15:formulaRef>
                      </c:ext>
                    </c:extLst>
                    <c:numCache>
                      <c:formatCode>0.0</c:formatCode>
                      <c:ptCount val="71"/>
                      <c:pt idx="0">
                        <c:v>110.55637514502136</c:v>
                      </c:pt>
                      <c:pt idx="1">
                        <c:v>110.05471861436853</c:v>
                      </c:pt>
                      <c:pt idx="2">
                        <c:v>110.38637012137566</c:v>
                      </c:pt>
                      <c:pt idx="3">
                        <c:v>111.6000687359391</c:v>
                      </c:pt>
                      <c:pt idx="4">
                        <c:v>111.75922375217031</c:v>
                      </c:pt>
                      <c:pt idx="5">
                        <c:v>100.68146064854169</c:v>
                      </c:pt>
                      <c:pt idx="6">
                        <c:v>86.90232661999795</c:v>
                      </c:pt>
                      <c:pt idx="7">
                        <c:v>90.931087337923643</c:v>
                      </c:pt>
                      <c:pt idx="8">
                        <c:v>95.555612041068628</c:v>
                      </c:pt>
                      <c:pt idx="9">
                        <c:v>98.862935832539577</c:v>
                      </c:pt>
                      <c:pt idx="10">
                        <c:v>99.275615452408189</c:v>
                      </c:pt>
                      <c:pt idx="11">
                        <c:v>102.77863194437052</c:v>
                      </c:pt>
                      <c:pt idx="12">
                        <c:v>105.35912806790964</c:v>
                      </c:pt>
                      <c:pt idx="13">
                        <c:v>106.06903972111768</c:v>
                      </c:pt>
                      <c:pt idx="14">
                        <c:v>108.00780664781627</c:v>
                      </c:pt>
                      <c:pt idx="15">
                        <c:v>107.67647440357536</c:v>
                      </c:pt>
                      <c:pt idx="16">
                        <c:v>109.86091315586781</c:v>
                      </c:pt>
                      <c:pt idx="17">
                        <c:v>111.82641946304305</c:v>
                      </c:pt>
                      <c:pt idx="18">
                        <c:v>108.74817457225794</c:v>
                      </c:pt>
                      <c:pt idx="19">
                        <c:v>102.81771789162246</c:v>
                      </c:pt>
                      <c:pt idx="20">
                        <c:v>110.59185795717835</c:v>
                      </c:pt>
                      <c:pt idx="21">
                        <c:v>111.92194378086431</c:v>
                      </c:pt>
                      <c:pt idx="22">
                        <c:v>110.96194284730512</c:v>
                      </c:pt>
                      <c:pt idx="23">
                        <c:v>116.73790239189883</c:v>
                      </c:pt>
                      <c:pt idx="24">
                        <c:v>115.89200782627753</c:v>
                      </c:pt>
                      <c:pt idx="25">
                        <c:v>117.23947364862404</c:v>
                      </c:pt>
                      <c:pt idx="26">
                        <c:v>118.97094951743131</c:v>
                      </c:pt>
                      <c:pt idx="27">
                        <c:v>116.15792204997113</c:v>
                      </c:pt>
                      <c:pt idx="28">
                        <c:v>117.47542563950775</c:v>
                      </c:pt>
                      <c:pt idx="29">
                        <c:v>119.46875622049443</c:v>
                      </c:pt>
                      <c:pt idx="30">
                        <c:v>119.39993146816983</c:v>
                      </c:pt>
                      <c:pt idx="31">
                        <c:v>119.78924558844193</c:v>
                      </c:pt>
                      <c:pt idx="32">
                        <c:v>119.35918316779288</c:v>
                      </c:pt>
                      <c:pt idx="33">
                        <c:v>118.54484186238103</c:v>
                      </c:pt>
                      <c:pt idx="34">
                        <c:v>120.57776090100303</c:v>
                      </c:pt>
                      <c:pt idx="35">
                        <c:v>121.74905988472852</c:v>
                      </c:pt>
                      <c:pt idx="36">
                        <c:v>120.4053357818669</c:v>
                      </c:pt>
                      <c:pt idx="37">
                        <c:v>117.34158771416037</c:v>
                      </c:pt>
                      <c:pt idx="38">
                        <c:v>119.15317401217931</c:v>
                      </c:pt>
                      <c:pt idx="39">
                        <c:v>120.46003967232153</c:v>
                      </c:pt>
                      <c:pt idx="40">
                        <c:v>120.39628164824336</c:v>
                      </c:pt>
                      <c:pt idx="41">
                        <c:v>120.86832167360228</c:v>
                      </c:pt>
                      <c:pt idx="42">
                        <c:v>118.33409379294189</c:v>
                      </c:pt>
                      <c:pt idx="43">
                        <c:v>119.93922634396259</c:v>
                      </c:pt>
                      <c:pt idx="44">
                        <c:v>122.50469541013574</c:v>
                      </c:pt>
                      <c:pt idx="45">
                        <c:v>119.00504129776688</c:v>
                      </c:pt>
                      <c:pt idx="46">
                        <c:v>121.07261931206475</c:v>
                      </c:pt>
                      <c:pt idx="47">
                        <c:v>120.90442983958643</c:v>
                      </c:pt>
                      <c:pt idx="48">
                        <c:v>119.28432660735211</c:v>
                      </c:pt>
                      <c:pt idx="49">
                        <c:v>121.73831454286244</c:v>
                      </c:pt>
                      <c:pt idx="50">
                        <c:v>120.33404971964583</c:v>
                      </c:pt>
                      <c:pt idx="51">
                        <c:v>121.97736153697835</c:v>
                      </c:pt>
                      <c:pt idx="52">
                        <c:v>121.78824271706841</c:v>
                      </c:pt>
                      <c:pt idx="53">
                        <c:v>120.34868466102368</c:v>
                      </c:pt>
                      <c:pt idx="54">
                        <c:v>122.91409946835947</c:v>
                      </c:pt>
                      <c:pt idx="55">
                        <c:v>122.69943863221164</c:v>
                      </c:pt>
                      <c:pt idx="56">
                        <c:v>120.74769701572477</c:v>
                      </c:pt>
                      <c:pt idx="57">
                        <c:v>122.74732385960397</c:v>
                      </c:pt>
                      <c:pt idx="58">
                        <c:v>122.90819536393064</c:v>
                      </c:pt>
                      <c:pt idx="59">
                        <c:v>122.03572461739741</c:v>
                      </c:pt>
                      <c:pt idx="60">
                        <c:v>123.78051829930128</c:v>
                      </c:pt>
                      <c:pt idx="61">
                        <c:v>122.39343420689069</c:v>
                      </c:pt>
                      <c:pt idx="62">
                        <c:v>124.42728408922024</c:v>
                      </c:pt>
                      <c:pt idx="63">
                        <c:v>124.65565255519762</c:v>
                      </c:pt>
                      <c:pt idx="64">
                        <c:v>124.92227087559837</c:v>
                      </c:pt>
                      <c:pt idx="65">
                        <c:v>123.90249959728862</c:v>
                      </c:pt>
                      <c:pt idx="66">
                        <c:v>125.73020409970263</c:v>
                      </c:pt>
                      <c:pt idx="67">
                        <c:v>125.61656509753303</c:v>
                      </c:pt>
                      <c:pt idx="68">
                        <c:v>124.24621949066257</c:v>
                      </c:pt>
                      <c:pt idx="69">
                        <c:v>127.8560700451989</c:v>
                      </c:pt>
                      <c:pt idx="70">
                        <c:v>125.17574730345001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9FFC-4333-B357-D978E02FC85C}"/>
                  </c:ext>
                </c:extLst>
              </c15:ser>
            </c15:filteredLineSeries>
          </c:ext>
        </c:extLst>
      </c:lineChart>
      <c:dateAx>
        <c:axId val="280738527"/>
        <c:scaling>
          <c:orientation val="minMax"/>
          <c:max val="45870"/>
          <c:min val="44044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1327"/>
        <c:crosses val="autoZero"/>
        <c:auto val="1"/>
        <c:lblOffset val="100"/>
        <c:baseTimeUnit val="months"/>
        <c:majorUnit val="3"/>
        <c:majorTimeUnit val="months"/>
      </c:dateAx>
      <c:valAx>
        <c:axId val="280731327"/>
        <c:scaling>
          <c:orientation val="minMax"/>
          <c:max val="0.25"/>
          <c:min val="-0.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8527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14552521862924547"/>
          <c:y val="0"/>
          <c:w val="0.65729204799674601"/>
          <c:h val="6.06193236714975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0079203703703703"/>
          <c:y val="0.11276908212560387"/>
          <c:w val="0.55997314814814814"/>
          <c:h val="0.813474637681159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Hoja1!$X$2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Hoja1!$W$3:$W$11</c:f>
              <c:strCache>
                <c:ptCount val="9"/>
                <c:pt idx="0">
                  <c:v>Agricultura y Minas</c:v>
                </c:pt>
                <c:pt idx="1">
                  <c:v>Manufacturas y Construcción</c:v>
                </c:pt>
                <c:pt idx="2">
                  <c:v>Información y comunicaciones</c:v>
                </c:pt>
                <c:pt idx="3">
                  <c:v>Actividades profesionales</c:v>
                </c:pt>
                <c:pt idx="4">
                  <c:v>Inmobiliario</c:v>
                </c:pt>
                <c:pt idx="5">
                  <c:v>Actividades Financieras</c:v>
                </c:pt>
                <c:pt idx="6">
                  <c:v>Servicios públicos</c:v>
                </c:pt>
                <c:pt idx="7">
                  <c:v>Administración pública</c:v>
                </c:pt>
                <c:pt idx="8">
                  <c:v>Comercio</c:v>
                </c:pt>
              </c:strCache>
            </c:strRef>
          </c:cat>
          <c:val>
            <c:numRef>
              <c:f>Hoja1!$X$3:$X$11</c:f>
              <c:numCache>
                <c:formatCode>0.0%</c:formatCode>
                <c:ptCount val="9"/>
                <c:pt idx="0">
                  <c:v>-2.0423612719778994E-2</c:v>
                </c:pt>
                <c:pt idx="1">
                  <c:v>-5.7038873934381895E-3</c:v>
                </c:pt>
                <c:pt idx="2">
                  <c:v>-2.2471077286672081E-3</c:v>
                </c:pt>
                <c:pt idx="3">
                  <c:v>7.8132139296975822E-3</c:v>
                </c:pt>
                <c:pt idx="4">
                  <c:v>1.7873716144363172E-2</c:v>
                </c:pt>
                <c:pt idx="5">
                  <c:v>1.9652929212840009E-2</c:v>
                </c:pt>
                <c:pt idx="6">
                  <c:v>2.0532458715859514E-2</c:v>
                </c:pt>
                <c:pt idx="7">
                  <c:v>3.2153272398054433E-2</c:v>
                </c:pt>
                <c:pt idx="8">
                  <c:v>5.8220199842366593E-2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CC-471A-AE2E-AD86C6E8ABEF}"/>
            </c:ext>
          </c:extLst>
        </c:ser>
        <c:ser>
          <c:idx val="1"/>
          <c:order val="1"/>
          <c:tx>
            <c:strRef>
              <c:f>Hoja1!$Y$2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Hoja1!$W$3:$W$11</c:f>
              <c:strCache>
                <c:ptCount val="9"/>
                <c:pt idx="0">
                  <c:v>Agricultura y Minas</c:v>
                </c:pt>
                <c:pt idx="1">
                  <c:v>Manufacturas y Construcción</c:v>
                </c:pt>
                <c:pt idx="2">
                  <c:v>Información y comunicaciones</c:v>
                </c:pt>
                <c:pt idx="3">
                  <c:v>Actividades profesionales</c:v>
                </c:pt>
                <c:pt idx="4">
                  <c:v>Inmobiliario</c:v>
                </c:pt>
                <c:pt idx="5">
                  <c:v>Actividades Financieras</c:v>
                </c:pt>
                <c:pt idx="6">
                  <c:v>Servicios públicos</c:v>
                </c:pt>
                <c:pt idx="7">
                  <c:v>Administración pública</c:v>
                </c:pt>
                <c:pt idx="8">
                  <c:v>Comercio</c:v>
                </c:pt>
              </c:strCache>
            </c:strRef>
          </c:cat>
          <c:val>
            <c:numRef>
              <c:f>Hoja1!$Y$3:$Y$11</c:f>
              <c:numCache>
                <c:formatCode>0.0%</c:formatCode>
                <c:ptCount val="9"/>
                <c:pt idx="0">
                  <c:v>-2.2173133254684729E-2</c:v>
                </c:pt>
                <c:pt idx="1">
                  <c:v>-8.3043250979772942E-3</c:v>
                </c:pt>
                <c:pt idx="2">
                  <c:v>-5.2270149468335303E-3</c:v>
                </c:pt>
                <c:pt idx="3">
                  <c:v>8.8195730566864583E-3</c:v>
                </c:pt>
                <c:pt idx="4">
                  <c:v>1.8284402375497777E-2</c:v>
                </c:pt>
                <c:pt idx="5">
                  <c:v>1.9136594643597515E-2</c:v>
                </c:pt>
                <c:pt idx="6">
                  <c:v>1.7455479414164365E-2</c:v>
                </c:pt>
                <c:pt idx="7">
                  <c:v>3.7245082350779501E-2</c:v>
                </c:pt>
                <c:pt idx="8">
                  <c:v>5.3085428793083311E-2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CC-471A-AE2E-AD86C6E8AB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25286559"/>
        <c:axId val="325292799"/>
      </c:barChart>
      <c:catAx>
        <c:axId val="325286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92799"/>
        <c:crosses val="autoZero"/>
        <c:auto val="1"/>
        <c:lblAlgn val="ctr"/>
        <c:lblOffset val="100"/>
        <c:noMultiLvlLbl val="0"/>
      </c:catAx>
      <c:valAx>
        <c:axId val="325292799"/>
        <c:scaling>
          <c:orientation val="minMax"/>
          <c:max val="0.11000000000000001"/>
          <c:min val="-6.0000000000000012E-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86559"/>
        <c:crosses val="autoZero"/>
        <c:crossBetween val="between"/>
        <c:majorUnit val="2.5000000000000005E-2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1754444444444449E-2"/>
          <c:y val="0.10511618357487923"/>
          <c:w val="0.82417148148148134"/>
          <c:h val="0.7782572463768116"/>
        </c:manualLayout>
      </c:layout>
      <c:lineChart>
        <c:grouping val="standard"/>
        <c:varyColors val="0"/>
        <c:ser>
          <c:idx val="2"/>
          <c:order val="2"/>
          <c:tx>
            <c:strRef>
              <c:f>Hoja1!$E$2</c:f>
              <c:strCache>
                <c:ptCount val="1"/>
                <c:pt idx="0">
                  <c:v>Original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45"/>
              <c:layout>
                <c:manualLayout>
                  <c:x val="-1.721917158158769E-2"/>
                  <c:y val="-4.90821256038647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EEE-424E-A682-45674ECBDA9E}"/>
                </c:ext>
              </c:extLst>
            </c:dLbl>
            <c:dLbl>
              <c:idx val="57"/>
              <c:layout>
                <c:manualLayout>
                  <c:x val="-1.0761982238492306E-2"/>
                  <c:y val="-3.37439613526570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EE-424E-A682-45674ECBDA9E}"/>
                </c:ext>
              </c:extLst>
            </c:dLbl>
            <c:dLbl>
              <c:idx val="69"/>
              <c:layout>
                <c:manualLayout>
                  <c:x val="-8.6095857907938448E-3"/>
                  <c:y val="-4.90821256038647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EE-424E-A682-45674ECBDA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Hoja1!$B$180:$B$249</c:f>
              <c:numCache>
                <c:formatCode>mmm\-yy</c:formatCode>
                <c:ptCount val="70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  <c:pt idx="64">
                  <c:v>45689</c:v>
                </c:pt>
                <c:pt idx="65">
                  <c:v>45717</c:v>
                </c:pt>
                <c:pt idx="66">
                  <c:v>45748</c:v>
                </c:pt>
                <c:pt idx="67">
                  <c:v>45778</c:v>
                </c:pt>
                <c:pt idx="68">
                  <c:v>45809</c:v>
                </c:pt>
                <c:pt idx="69">
                  <c:v>45839</c:v>
                </c:pt>
              </c:numCache>
            </c:numRef>
          </c:cat>
          <c:val>
            <c:numRef>
              <c:f>Hoja1!$E$180:$E$249</c:f>
              <c:numCache>
                <c:formatCode>0.0%</c:formatCode>
                <c:ptCount val="70"/>
                <c:pt idx="0">
                  <c:v>3.2004173677465664E-2</c:v>
                </c:pt>
                <c:pt idx="1">
                  <c:v>2.3611829640896032E-2</c:v>
                </c:pt>
                <c:pt idx="2">
                  <c:v>3.0022268633633553E-2</c:v>
                </c:pt>
                <c:pt idx="3">
                  <c:v>3.4150692108852132E-2</c:v>
                </c:pt>
                <c:pt idx="4">
                  <c:v>3.6011059434470916E-2</c:v>
                </c:pt>
                <c:pt idx="5">
                  <c:v>-6.3001384894987633E-2</c:v>
                </c:pt>
                <c:pt idx="6">
                  <c:v>-0.20190991036407346</c:v>
                </c:pt>
                <c:pt idx="7">
                  <c:v>-0.17414925997336073</c:v>
                </c:pt>
                <c:pt idx="8">
                  <c:v>-0.12521509440544387</c:v>
                </c:pt>
                <c:pt idx="9">
                  <c:v>-0.10628781400228393</c:v>
                </c:pt>
                <c:pt idx="10">
                  <c:v>-0.10396396272813047</c:v>
                </c:pt>
                <c:pt idx="11">
                  <c:v>-6.4630946190851857E-2</c:v>
                </c:pt>
                <c:pt idx="12">
                  <c:v>-4.6971390834117277E-2</c:v>
                </c:pt>
                <c:pt idx="13">
                  <c:v>-3.6826657876507851E-2</c:v>
                </c:pt>
                <c:pt idx="14">
                  <c:v>-2.1595982326661378E-2</c:v>
                </c:pt>
                <c:pt idx="15">
                  <c:v>-3.4095483493358447E-2</c:v>
                </c:pt>
                <c:pt idx="16">
                  <c:v>-3.2016738766417085E-2</c:v>
                </c:pt>
                <c:pt idx="17">
                  <c:v>0.11183204609546138</c:v>
                </c:pt>
                <c:pt idx="18">
                  <c:v>0.25442580841996287</c:v>
                </c:pt>
                <c:pt idx="19">
                  <c:v>0.13239466978708525</c:v>
                </c:pt>
                <c:pt idx="20">
                  <c:v>0.15367815670434881</c:v>
                </c:pt>
                <c:pt idx="21">
                  <c:v>0.13168172383314047</c:v>
                </c:pt>
                <c:pt idx="22">
                  <c:v>0.11686766661792558</c:v>
                </c:pt>
                <c:pt idx="23">
                  <c:v>0.13464767142616618</c:v>
                </c:pt>
                <c:pt idx="24">
                  <c:v>0.10201492502484455</c:v>
                </c:pt>
                <c:pt idx="25">
                  <c:v>0.10584744248842237</c:v>
                </c:pt>
                <c:pt idx="26">
                  <c:v>0.10369466308837927</c:v>
                </c:pt>
                <c:pt idx="27">
                  <c:v>8.2285416411588042E-2</c:v>
                </c:pt>
                <c:pt idx="28">
                  <c:v>6.7844449197206558E-2</c:v>
                </c:pt>
                <c:pt idx="29">
                  <c:v>7.0407918519849844E-2</c:v>
                </c:pt>
                <c:pt idx="30">
                  <c:v>0.10189476297177613</c:v>
                </c:pt>
                <c:pt idx="31">
                  <c:v>0.16735273431208486</c:v>
                </c:pt>
                <c:pt idx="32">
                  <c:v>7.6803428478820601E-2</c:v>
                </c:pt>
                <c:pt idx="33">
                  <c:v>6.0795532360299109E-2</c:v>
                </c:pt>
                <c:pt idx="34">
                  <c:v>8.7662344332490871E-2</c:v>
                </c:pt>
                <c:pt idx="35">
                  <c:v>4.263570318991583E-2</c:v>
                </c:pt>
                <c:pt idx="36">
                  <c:v>4.0450053129320374E-2</c:v>
                </c:pt>
                <c:pt idx="37">
                  <c:v>8.7682625483154197E-4</c:v>
                </c:pt>
                <c:pt idx="38">
                  <c:v>4.0549835241745491E-3</c:v>
                </c:pt>
                <c:pt idx="39">
                  <c:v>4.0191694211892726E-2</c:v>
                </c:pt>
                <c:pt idx="40">
                  <c:v>2.3332512696593533E-2</c:v>
                </c:pt>
                <c:pt idx="41">
                  <c:v>1.3001039905035316E-2</c:v>
                </c:pt>
                <c:pt idx="42">
                  <c:v>-6.1349568479185379E-3</c:v>
                </c:pt>
                <c:pt idx="43">
                  <c:v>2.0255882772328704E-3</c:v>
                </c:pt>
                <c:pt idx="44">
                  <c:v>2.3460351747542685E-2</c:v>
                </c:pt>
                <c:pt idx="45">
                  <c:v>4.3204369621125949E-3</c:v>
                </c:pt>
                <c:pt idx="46">
                  <c:v>4.2615864775437107E-3</c:v>
                </c:pt>
                <c:pt idx="47">
                  <c:v>-7.6895138472126146E-3</c:v>
                </c:pt>
                <c:pt idx="48">
                  <c:v>-9.4685912647163306E-3</c:v>
                </c:pt>
                <c:pt idx="49">
                  <c:v>3.5182614326667583E-2</c:v>
                </c:pt>
                <c:pt idx="50">
                  <c:v>9.961455394130958E-3</c:v>
                </c:pt>
                <c:pt idx="51">
                  <c:v>1.3653212582469543E-2</c:v>
                </c:pt>
                <c:pt idx="52">
                  <c:v>2.1867689406378732E-2</c:v>
                </c:pt>
                <c:pt idx="53">
                  <c:v>-2.0658515437446567E-2</c:v>
                </c:pt>
                <c:pt idx="54">
                  <c:v>5.4470578922354296E-2</c:v>
                </c:pt>
                <c:pt idx="55">
                  <c:v>2.1215246641308472E-2</c:v>
                </c:pt>
                <c:pt idx="56">
                  <c:v>-1.779398625575912E-2</c:v>
                </c:pt>
                <c:pt idx="57">
                  <c:v>3.1141467842132009E-2</c:v>
                </c:pt>
                <c:pt idx="58">
                  <c:v>1.4464801125487314E-2</c:v>
                </c:pt>
                <c:pt idx="59">
                  <c:v>7.6286695204930144E-3</c:v>
                </c:pt>
                <c:pt idx="60">
                  <c:v>3.6291852298834026E-2</c:v>
                </c:pt>
                <c:pt idx="61">
                  <c:v>3.7226335396702837E-3</c:v>
                </c:pt>
                <c:pt idx="62">
                  <c:v>3.4141126649622988E-2</c:v>
                </c:pt>
                <c:pt idx="63">
                  <c:v>2.3428594091282395E-2</c:v>
                </c:pt>
                <c:pt idx="64">
                  <c:v>1.3225928574107648E-2</c:v>
                </c:pt>
                <c:pt idx="65">
                  <c:v>4.540465219263945E-2</c:v>
                </c:pt>
                <c:pt idx="66">
                  <c:v>9.0183761424111886E-3</c:v>
                </c:pt>
                <c:pt idx="67">
                  <c:v>2.4236231543010245E-2</c:v>
                </c:pt>
                <c:pt idx="68">
                  <c:v>2.9700616461225904E-2</c:v>
                </c:pt>
                <c:pt idx="69">
                  <c:v>4.3342474477521709E-2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FFC-4333-B357-D978E02FC85C}"/>
            </c:ext>
          </c:extLst>
        </c:ser>
        <c:ser>
          <c:idx val="3"/>
          <c:order val="3"/>
          <c:tx>
            <c:strRef>
              <c:f>Hoja1!$F$2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DA-41B4-AEB1-429CF1F71698}"/>
                </c:ext>
              </c:extLst>
            </c:dLbl>
            <c:dLbl>
              <c:idx val="45"/>
              <c:layout>
                <c:manualLayout>
                  <c:x val="-6.4571893430953833E-2"/>
                  <c:y val="-7.36231884057970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EEE-424E-A682-45674ECBDA9E}"/>
                </c:ext>
              </c:extLst>
            </c:dLbl>
            <c:dLbl>
              <c:idx val="57"/>
              <c:layout>
                <c:manualLayout>
                  <c:x val="-3.2285946715477076E-2"/>
                  <c:y val="-9.20289855072464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EE-424E-A682-45674ECBDA9E}"/>
                </c:ext>
              </c:extLst>
            </c:dLbl>
            <c:dLbl>
              <c:idx val="69"/>
              <c:layout>
                <c:manualLayout>
                  <c:x val="8.6095857907938448E-3"/>
                  <c:y val="2.76086956521739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EEE-424E-A682-45674ECBDA9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Hoja1!$B$180:$B$249</c:f>
              <c:numCache>
                <c:formatCode>mmm\-yy</c:formatCode>
                <c:ptCount val="70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  <c:pt idx="64">
                  <c:v>45689</c:v>
                </c:pt>
                <c:pt idx="65">
                  <c:v>45717</c:v>
                </c:pt>
                <c:pt idx="66">
                  <c:v>45748</c:v>
                </c:pt>
                <c:pt idx="67">
                  <c:v>45778</c:v>
                </c:pt>
                <c:pt idx="68">
                  <c:v>45809</c:v>
                </c:pt>
                <c:pt idx="69">
                  <c:v>45839</c:v>
                </c:pt>
              </c:numCache>
            </c:numRef>
          </c:cat>
          <c:val>
            <c:numRef>
              <c:f>Hoja1!$F$180:$F$249</c:f>
              <c:numCache>
                <c:formatCode>0.0%</c:formatCode>
                <c:ptCount val="70"/>
                <c:pt idx="0">
                  <c:v>3.0738118535488912E-2</c:v>
                </c:pt>
                <c:pt idx="1">
                  <c:v>2.330926528773869E-2</c:v>
                </c:pt>
                <c:pt idx="2">
                  <c:v>2.9308436184939168E-2</c:v>
                </c:pt>
                <c:pt idx="3">
                  <c:v>3.4331024626784723E-2</c:v>
                </c:pt>
                <c:pt idx="4">
                  <c:v>2.6470282342164086E-2</c:v>
                </c:pt>
                <c:pt idx="5">
                  <c:v>-6.3321088798241387E-2</c:v>
                </c:pt>
                <c:pt idx="6">
                  <c:v>-0.20272095625257236</c:v>
                </c:pt>
                <c:pt idx="7">
                  <c:v>-0.17365278267251072</c:v>
                </c:pt>
                <c:pt idx="8">
                  <c:v>-0.12222454168976993</c:v>
                </c:pt>
                <c:pt idx="9">
                  <c:v>-0.10517199797754728</c:v>
                </c:pt>
                <c:pt idx="10">
                  <c:v>-0.10127809312511782</c:v>
                </c:pt>
                <c:pt idx="11">
                  <c:v>-6.150793287824774E-2</c:v>
                </c:pt>
                <c:pt idx="12">
                  <c:v>-4.7032404876732992E-2</c:v>
                </c:pt>
                <c:pt idx="13">
                  <c:v>-3.620257958225126E-2</c:v>
                </c:pt>
                <c:pt idx="14">
                  <c:v>-2.1551407618806584E-2</c:v>
                </c:pt>
                <c:pt idx="15">
                  <c:v>-3.5052009970458431E-2</c:v>
                </c:pt>
                <c:pt idx="16">
                  <c:v>-1.6970419736849984E-2</c:v>
                </c:pt>
                <c:pt idx="17">
                  <c:v>0.11053173476905154</c:v>
                </c:pt>
                <c:pt idx="18">
                  <c:v>0.25145037420844396</c:v>
                </c:pt>
                <c:pt idx="19">
                  <c:v>0.13076199621741069</c:v>
                </c:pt>
                <c:pt idx="20">
                  <c:v>0.15735852523114846</c:v>
                </c:pt>
                <c:pt idx="21">
                  <c:v>0.13204921505054679</c:v>
                </c:pt>
                <c:pt idx="22">
                  <c:v>0.11766985050564283</c:v>
                </c:pt>
                <c:pt idx="23">
                  <c:v>0.13590106541339519</c:v>
                </c:pt>
                <c:pt idx="24">
                  <c:v>9.9857928508057414E-2</c:v>
                </c:pt>
                <c:pt idx="25">
                  <c:v>0.10529431327138594</c:v>
                </c:pt>
                <c:pt idx="26">
                  <c:v>0.10155635582420208</c:v>
                </c:pt>
                <c:pt idx="27">
                  <c:v>7.8833367926088194E-2</c:v>
                </c:pt>
                <c:pt idx="28">
                  <c:v>6.9277860761325361E-2</c:v>
                </c:pt>
                <c:pt idx="29">
                  <c:v>6.8348021818753768E-2</c:v>
                </c:pt>
                <c:pt idx="30">
                  <c:v>9.7918723300539412E-2</c:v>
                </c:pt>
                <c:pt idx="31">
                  <c:v>0.16513762464031845</c:v>
                </c:pt>
                <c:pt idx="32">
                  <c:v>7.9411083598504684E-2</c:v>
                </c:pt>
                <c:pt idx="33">
                  <c:v>5.9319386130854523E-2</c:v>
                </c:pt>
                <c:pt idx="34">
                  <c:v>8.6458748793231344E-2</c:v>
                </c:pt>
                <c:pt idx="35">
                  <c:v>4.2844447900925564E-2</c:v>
                </c:pt>
                <c:pt idx="36">
                  <c:v>3.889745699020164E-2</c:v>
                </c:pt>
                <c:pt idx="37">
                  <c:v>8.1104316573954449E-4</c:v>
                </c:pt>
                <c:pt idx="38">
                  <c:v>1.5634705887943579E-3</c:v>
                </c:pt>
                <c:pt idx="39">
                  <c:v>3.7113776071975302E-2</c:v>
                </c:pt>
                <c:pt idx="40">
                  <c:v>2.4892090948190226E-2</c:v>
                </c:pt>
                <c:pt idx="41">
                  <c:v>1.1699398275275774E-2</c:v>
                </c:pt>
                <c:pt idx="42">
                  <c:v>-8.8379116814057967E-3</c:v>
                </c:pt>
                <c:pt idx="43">
                  <c:v>1.3537176381164251E-3</c:v>
                </c:pt>
                <c:pt idx="44">
                  <c:v>2.6381540357700795E-2</c:v>
                </c:pt>
                <c:pt idx="45">
                  <c:v>4.0099029003948239E-3</c:v>
                </c:pt>
                <c:pt idx="46">
                  <c:v>3.823837165879862E-3</c:v>
                </c:pt>
                <c:pt idx="47">
                  <c:v>-7.0163476306031036E-3</c:v>
                </c:pt>
                <c:pt idx="48">
                  <c:v>-9.3973758602805546E-3</c:v>
                </c:pt>
                <c:pt idx="49">
                  <c:v>3.744838784417448E-2</c:v>
                </c:pt>
                <c:pt idx="50">
                  <c:v>9.9396097135253658E-3</c:v>
                </c:pt>
                <c:pt idx="51">
                  <c:v>1.2611703644880068E-2</c:v>
                </c:pt>
                <c:pt idx="52">
                  <c:v>1.1627387302088676E-2</c:v>
                </c:pt>
                <c:pt idx="53">
                  <c:v>-4.2715826042798444E-3</c:v>
                </c:pt>
                <c:pt idx="54">
                  <c:v>3.8779898041792382E-2</c:v>
                </c:pt>
                <c:pt idx="55">
                  <c:v>2.3124064267938893E-2</c:v>
                </c:pt>
                <c:pt idx="56">
                  <c:v>-1.4388469891071565E-2</c:v>
                </c:pt>
                <c:pt idx="57">
                  <c:v>3.1705602202738437E-2</c:v>
                </c:pt>
                <c:pt idx="58">
                  <c:v>1.4860453019050146E-2</c:v>
                </c:pt>
                <c:pt idx="59">
                  <c:v>9.1784487866735098E-3</c:v>
                </c:pt>
                <c:pt idx="60">
                  <c:v>3.7617294267514811E-2</c:v>
                </c:pt>
                <c:pt idx="61">
                  <c:v>5.5051506394827587E-3</c:v>
                </c:pt>
                <c:pt idx="62">
                  <c:v>3.3948188437019189E-2</c:v>
                </c:pt>
                <c:pt idx="63">
                  <c:v>2.1986662724099881E-2</c:v>
                </c:pt>
                <c:pt idx="64">
                  <c:v>2.5710443422973794E-2</c:v>
                </c:pt>
                <c:pt idx="65">
                  <c:v>2.9640006511356232E-2</c:v>
                </c:pt>
                <c:pt idx="66">
                  <c:v>2.2882753681290113E-2</c:v>
                </c:pt>
                <c:pt idx="67">
                  <c:v>2.3682512135889455E-2</c:v>
                </c:pt>
                <c:pt idx="68">
                  <c:v>2.9502274321842492E-2</c:v>
                </c:pt>
                <c:pt idx="69">
                  <c:v>4.1414746598973595E-2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65E-41C0-AB50-8A30514847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0738527"/>
        <c:axId val="280731327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Hoja1!$C$2</c15:sqref>
                        </c15:formulaRef>
                      </c:ext>
                    </c:extLst>
                    <c:strCache>
                      <c:ptCount val="1"/>
                      <c:pt idx="0">
                        <c:v>Original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Hoja1!$B$180:$B$249</c15:sqref>
                        </c15:formulaRef>
                      </c:ext>
                    </c:extLst>
                    <c:numCache>
                      <c:formatCode>mmm\-yy</c:formatCode>
                      <c:ptCount val="70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  <c:pt idx="64">
                        <c:v>45689</c:v>
                      </c:pt>
                      <c:pt idx="65">
                        <c:v>45717</c:v>
                      </c:pt>
                      <c:pt idx="66">
                        <c:v>45748</c:v>
                      </c:pt>
                      <c:pt idx="67">
                        <c:v>45778</c:v>
                      </c:pt>
                      <c:pt idx="68">
                        <c:v>45809</c:v>
                      </c:pt>
                      <c:pt idx="69">
                        <c:v>45839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Hoja1!$C$180:$C$249</c15:sqref>
                        </c15:formulaRef>
                      </c:ext>
                    </c:extLst>
                    <c:numCache>
                      <c:formatCode>0.0</c:formatCode>
                      <c:ptCount val="70"/>
                      <c:pt idx="0">
                        <c:v>110.28124454707738</c:v>
                      </c:pt>
                      <c:pt idx="1">
                        <c:v>115.25790536725206</c:v>
                      </c:pt>
                      <c:pt idx="2">
                        <c:v>122.6057381904744</c:v>
                      </c:pt>
                      <c:pt idx="3">
                        <c:v>103.19243214836482</c:v>
                      </c:pt>
                      <c:pt idx="4">
                        <c:v>107.6902888682727</c:v>
                      </c:pt>
                      <c:pt idx="5">
                        <c:v>100.59645268928566</c:v>
                      </c:pt>
                      <c:pt idx="6">
                        <c:v>83.107063819368037</c:v>
                      </c:pt>
                      <c:pt idx="7">
                        <c:v>89.779964822362629</c:v>
                      </c:pt>
                      <c:pt idx="8">
                        <c:v>95.300073816004257</c:v>
                      </c:pt>
                      <c:pt idx="9">
                        <c:v>99.963721514105401</c:v>
                      </c:pt>
                      <c:pt idx="10">
                        <c:v>100.20892969201478</c:v>
                      </c:pt>
                      <c:pt idx="11">
                        <c:v>101.87153957014685</c:v>
                      </c:pt>
                      <c:pt idx="12">
                        <c:v>105.10118110778375</c:v>
                      </c:pt>
                      <c:pt idx="13">
                        <c:v>111.01334191872935</c:v>
                      </c:pt>
                      <c:pt idx="14">
                        <c:v>119.95794683536565</c:v>
                      </c:pt>
                      <c:pt idx="15">
                        <c:v>99.674036281410736</c:v>
                      </c:pt>
                      <c:pt idx="16">
                        <c:v>104.24239702189722</c:v>
                      </c:pt>
                      <c:pt idx="17">
                        <c:v>111.84635982347375</c:v>
                      </c:pt>
                      <c:pt idx="18">
                        <c:v>104.2516457170202</c:v>
                      </c:pt>
                      <c:pt idx="19">
                        <c:v>101.66635361851546</c:v>
                      </c:pt>
                      <c:pt idx="20">
                        <c:v>109.94561349383618</c:v>
                      </c:pt>
                      <c:pt idx="21">
                        <c:v>113.1271166838588</c:v>
                      </c:pt>
                      <c:pt idx="22">
                        <c:v>111.92011347940031</c:v>
                      </c:pt>
                      <c:pt idx="23">
                        <c:v>115.58830515786566</c:v>
                      </c:pt>
                      <c:pt idx="24">
                        <c:v>115.8230702185169</c:v>
                      </c:pt>
                      <c:pt idx="25">
                        <c:v>122.76382024291964</c:v>
                      </c:pt>
                      <c:pt idx="26">
                        <c:v>132.3969457172326</c:v>
                      </c:pt>
                      <c:pt idx="27">
                        <c:v>107.87575586225036</c:v>
                      </c:pt>
                      <c:pt idx="28">
                        <c:v>111.31466503084435</c:v>
                      </c:pt>
                      <c:pt idx="29">
                        <c:v>119.7212292126667</c:v>
                      </c:pt>
                      <c:pt idx="30">
                        <c:v>114.87434244677355</c:v>
                      </c:pt>
                      <c:pt idx="31">
                        <c:v>118.68049588411334</c:v>
                      </c:pt>
                      <c:pt idx="32">
                        <c:v>118.38981355637009</c:v>
                      </c:pt>
                      <c:pt idx="33">
                        <c:v>120.00473996703967</c:v>
                      </c:pt>
                      <c:pt idx="34">
                        <c:v>121.73129300496295</c:v>
                      </c:pt>
                      <c:pt idx="35">
                        <c:v>120.51649382880183</c:v>
                      </c:pt>
                      <c:pt idx="36">
                        <c:v>120.50811956245691</c:v>
                      </c:pt>
                      <c:pt idx="37">
                        <c:v>122.87146278365204</c:v>
                      </c:pt>
                      <c:pt idx="38">
                        <c:v>132.93381315076701</c:v>
                      </c:pt>
                      <c:pt idx="39">
                        <c:v>112.21146525474272</c:v>
                      </c:pt>
                      <c:pt idx="40">
                        <c:v>113.91191586599359</c:v>
                      </c:pt>
                      <c:pt idx="41">
                        <c:v>121.27772969114045</c:v>
                      </c:pt>
                      <c:pt idx="42">
                        <c:v>114.16959331292958</c:v>
                      </c:pt>
                      <c:pt idx="43">
                        <c:v>118.92089370531238</c:v>
                      </c:pt>
                      <c:pt idx="44">
                        <c:v>121.16728022572853</c:v>
                      </c:pt>
                      <c:pt idx="45">
                        <c:v>120.52321288122198</c:v>
                      </c:pt>
                      <c:pt idx="46">
                        <c:v>122.25006143712682</c:v>
                      </c:pt>
                      <c:pt idx="47">
                        <c:v>119.58978058068774</c:v>
                      </c:pt>
                      <c:pt idx="48">
                        <c:v>119.36707743424044</c:v>
                      </c:pt>
                      <c:pt idx="49">
                        <c:v>127.19440207052276</c:v>
                      </c:pt>
                      <c:pt idx="50">
                        <c:v>134.25802740084012</c:v>
                      </c:pt>
                      <c:pt idx="51">
                        <c:v>113.74351224405612</c:v>
                      </c:pt>
                      <c:pt idx="52">
                        <c:v>116.40290626183669</c:v>
                      </c:pt>
                      <c:pt idx="53">
                        <c:v>118.77231184009756</c:v>
                      </c:pt>
                      <c:pt idx="54">
                        <c:v>120.3884771560146</c:v>
                      </c:pt>
                      <c:pt idx="55">
                        <c:v>121.44382979607542</c:v>
                      </c:pt>
                      <c:pt idx="56">
                        <c:v>119.01123130674421</c:v>
                      </c:pt>
                      <c:pt idx="57">
                        <c:v>124.276482639393</c:v>
                      </c:pt>
                      <c:pt idx="58">
                        <c:v>124.01838426339347</c:v>
                      </c:pt>
                      <c:pt idx="59">
                        <c:v>120.50209149476608</c:v>
                      </c:pt>
                      <c:pt idx="60">
                        <c:v>123.69912977782738</c:v>
                      </c:pt>
                      <c:pt idx="61">
                        <c:v>127.66790021772879</c:v>
                      </c:pt>
                      <c:pt idx="62">
                        <c:v>138.84174771806076</c:v>
                      </c:pt>
                      <c:pt idx="63">
                        <c:v>116.40836282293891</c:v>
                      </c:pt>
                      <c:pt idx="64">
                        <c:v>117.94244278587429</c:v>
                      </c:pt>
                      <c:pt idx="65">
                        <c:v>124.16512734931291</c:v>
                      </c:pt>
                      <c:pt idx="66">
                        <c:v>121.47418572621962</c:v>
                      </c:pt>
                      <c:pt idx="67">
                        <c:v>124.38717057448304</c:v>
                      </c:pt>
                      <c:pt idx="68">
                        <c:v>122.54593824236406</c:v>
                      </c:pt>
                      <c:pt idx="69">
                        <c:v>129.66293291634705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9FFC-4333-B357-D978E02FC85C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Hoja1!$D$2</c15:sqref>
                        </c15:formulaRef>
                      </c:ext>
                    </c:extLst>
                    <c:strCache>
                      <c:ptCount val="1"/>
                      <c:pt idx="0">
                        <c:v>Ajustado por efecto estacional y calendario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Hoja1!$B$180:$B$249</c15:sqref>
                        </c15:formulaRef>
                      </c:ext>
                    </c:extLst>
                    <c:numCache>
                      <c:formatCode>mmm\-yy</c:formatCode>
                      <c:ptCount val="70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  <c:pt idx="64">
                        <c:v>45689</c:v>
                      </c:pt>
                      <c:pt idx="65">
                        <c:v>45717</c:v>
                      </c:pt>
                      <c:pt idx="66">
                        <c:v>45748</c:v>
                      </c:pt>
                      <c:pt idx="67">
                        <c:v>45778</c:v>
                      </c:pt>
                      <c:pt idx="68">
                        <c:v>45809</c:v>
                      </c:pt>
                      <c:pt idx="69">
                        <c:v>45839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Hoja1!$D$180:$D$249</c15:sqref>
                        </c15:formulaRef>
                      </c:ext>
                    </c:extLst>
                    <c:numCache>
                      <c:formatCode>0.0</c:formatCode>
                      <c:ptCount val="70"/>
                      <c:pt idx="0">
                        <c:v>110.55189338584684</c:v>
                      </c:pt>
                      <c:pt idx="1">
                        <c:v>110.05740044316255</c:v>
                      </c:pt>
                      <c:pt idx="2">
                        <c:v>110.38128534714393</c:v>
                      </c:pt>
                      <c:pt idx="3">
                        <c:v>111.59460286587152</c:v>
                      </c:pt>
                      <c:pt idx="4">
                        <c:v>111.75431671974098</c:v>
                      </c:pt>
                      <c:pt idx="5">
                        <c:v>100.70759307814328</c:v>
                      </c:pt>
                      <c:pt idx="6">
                        <c:v>86.903932189740203</c:v>
                      </c:pt>
                      <c:pt idx="7">
                        <c:v>90.929606974159356</c:v>
                      </c:pt>
                      <c:pt idx="8">
                        <c:v>95.561539832279308</c:v>
                      </c:pt>
                      <c:pt idx="9">
                        <c:v>98.86293860029653</c:v>
                      </c:pt>
                      <c:pt idx="10">
                        <c:v>99.268780354353268</c:v>
                      </c:pt>
                      <c:pt idx="11">
                        <c:v>102.77180229284164</c:v>
                      </c:pt>
                      <c:pt idx="12">
                        <c:v>105.35237197623427</c:v>
                      </c:pt>
                      <c:pt idx="13">
                        <c:v>106.07303864500327</c:v>
                      </c:pt>
                      <c:pt idx="14">
                        <c:v>108.00241327313982</c:v>
                      </c:pt>
                      <c:pt idx="15">
                        <c:v>107.68298773356764</c:v>
                      </c:pt>
                      <c:pt idx="16">
                        <c:v>109.85779905760211</c:v>
                      </c:pt>
                      <c:pt idx="17">
                        <c:v>111.83897804548619</c:v>
                      </c:pt>
                      <c:pt idx="18">
                        <c:v>108.75595845903561</c:v>
                      </c:pt>
                      <c:pt idx="19">
                        <c:v>102.81974389736503</c:v>
                      </c:pt>
                      <c:pt idx="20">
                        <c:v>110.59896280910444</c:v>
                      </c:pt>
                      <c:pt idx="21">
                        <c:v>111.91771204005609</c:v>
                      </c:pt>
                      <c:pt idx="22">
                        <c:v>110.94972289852751</c:v>
                      </c:pt>
                      <c:pt idx="23">
                        <c:v>116.73859971889362</c:v>
                      </c:pt>
                      <c:pt idx="24">
                        <c:v>115.87264160519133</c:v>
                      </c:pt>
                      <c:pt idx="25">
                        <c:v>117.24192640573806</c:v>
                      </c:pt>
                      <c:pt idx="26">
                        <c:v>118.97074478537934</c:v>
                      </c:pt>
                      <c:pt idx="27">
                        <c:v>116.17200032494841</c:v>
                      </c:pt>
                      <c:pt idx="28">
                        <c:v>117.46851236426032</c:v>
                      </c:pt>
                      <c:pt idx="29">
                        <c:v>119.48295095712621</c:v>
                      </c:pt>
                      <c:pt idx="30">
                        <c:v>119.40520306267088</c:v>
                      </c:pt>
                      <c:pt idx="31">
                        <c:v>119.79915217070176</c:v>
                      </c:pt>
                      <c:pt idx="32">
                        <c:v>119.38174629064613</c:v>
                      </c:pt>
                      <c:pt idx="33">
                        <c:v>118.55660201544195</c:v>
                      </c:pt>
                      <c:pt idx="34">
                        <c:v>120.54229711928993</c:v>
                      </c:pt>
                      <c:pt idx="35">
                        <c:v>121.74020057257675</c:v>
                      </c:pt>
                      <c:pt idx="36">
                        <c:v>120.37979269837031</c:v>
                      </c:pt>
                      <c:pt idx="37">
                        <c:v>117.33701466888758</c:v>
                      </c:pt>
                      <c:pt idx="38">
                        <c:v>119.15675204577825</c:v>
                      </c:pt>
                      <c:pt idx="39">
                        <c:v>120.48358193084199</c:v>
                      </c:pt>
                      <c:pt idx="40">
                        <c:v>120.3925492575801</c:v>
                      </c:pt>
                      <c:pt idx="41">
                        <c:v>120.88082958747886</c:v>
                      </c:pt>
                      <c:pt idx="42">
                        <c:v>118.34991042370267</c:v>
                      </c:pt>
                      <c:pt idx="43">
                        <c:v>119.96132639602664</c:v>
                      </c:pt>
                      <c:pt idx="44">
                        <c:v>122.53122064838561</c:v>
                      </c:pt>
                      <c:pt idx="45">
                        <c:v>119.03200247772463</c:v>
                      </c:pt>
                      <c:pt idx="46">
                        <c:v>121.00323123507519</c:v>
                      </c:pt>
                      <c:pt idx="47">
                        <c:v>120.88602900474021</c:v>
                      </c:pt>
                      <c:pt idx="48">
                        <c:v>119.24853854040107</c:v>
                      </c:pt>
                      <c:pt idx="49">
                        <c:v>121.73109670268568</c:v>
                      </c:pt>
                      <c:pt idx="50">
                        <c:v>120.34112365584461</c:v>
                      </c:pt>
                      <c:pt idx="51">
                        <c:v>122.0030851602274</c:v>
                      </c:pt>
                      <c:pt idx="52">
                        <c:v>121.79240005608378</c:v>
                      </c:pt>
                      <c:pt idx="53">
                        <c:v>120.36447713862206</c:v>
                      </c:pt>
                      <c:pt idx="54">
                        <c:v>122.93950788318911</c:v>
                      </c:pt>
                      <c:pt idx="55">
                        <c:v>122.73531981727555</c:v>
                      </c:pt>
                      <c:pt idx="56">
                        <c:v>120.76818386937008</c:v>
                      </c:pt>
                      <c:pt idx="57">
                        <c:v>122.80598379767873</c:v>
                      </c:pt>
                      <c:pt idx="58">
                        <c:v>122.80139406799728</c:v>
                      </c:pt>
                      <c:pt idx="59">
                        <c:v>121.99557523098454</c:v>
                      </c:pt>
                      <c:pt idx="60">
                        <c:v>123.73434590564642</c:v>
                      </c:pt>
                      <c:pt idx="61">
                        <c:v>122.40124472754341</c:v>
                      </c:pt>
                      <c:pt idx="62">
                        <c:v>124.42648679843586</c:v>
                      </c:pt>
                      <c:pt idx="63">
                        <c:v>124.68552584494495</c:v>
                      </c:pt>
                      <c:pt idx="64">
                        <c:v>124.92373666707391</c:v>
                      </c:pt>
                      <c:pt idx="65">
                        <c:v>123.93208102474682</c:v>
                      </c:pt>
                      <c:pt idx="66">
                        <c:v>125.75270235977914</c:v>
                      </c:pt>
                      <c:pt idx="67">
                        <c:v>125.64200051835044</c:v>
                      </c:pt>
                      <c:pt idx="68">
                        <c:v>124.33111995923494</c:v>
                      </c:pt>
                      <c:pt idx="69">
                        <c:v>127.89196249749726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9FFC-4333-B357-D978E02FC85C}"/>
                  </c:ext>
                </c:extLst>
              </c15:ser>
            </c15:filteredLineSeries>
          </c:ext>
        </c:extLst>
      </c:lineChart>
      <c:dateAx>
        <c:axId val="280738527"/>
        <c:scaling>
          <c:orientation val="minMax"/>
          <c:max val="45839"/>
          <c:min val="4401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1327"/>
        <c:crosses val="autoZero"/>
        <c:auto val="1"/>
        <c:lblOffset val="100"/>
        <c:baseTimeUnit val="months"/>
        <c:majorUnit val="3"/>
        <c:majorTimeUnit val="months"/>
      </c:dateAx>
      <c:valAx>
        <c:axId val="280731327"/>
        <c:scaling>
          <c:orientation val="minMax"/>
          <c:max val="0.25"/>
          <c:min val="-0.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8527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14552521862924547"/>
          <c:y val="0"/>
          <c:w val="0.65729204799674601"/>
          <c:h val="6.06193236714975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0079203703703703"/>
          <c:y val="0.11276908212560387"/>
          <c:w val="0.55997314814814814"/>
          <c:h val="0.813474637681159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Hoja1!$X$2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Hoja1!$W$4:$W$12</c:f>
              <c:strCache>
                <c:ptCount val="9"/>
                <c:pt idx="0">
                  <c:v>Administración pública</c:v>
                </c:pt>
                <c:pt idx="1">
                  <c:v>Comercio</c:v>
                </c:pt>
                <c:pt idx="2">
                  <c:v>Actividades Financieras</c:v>
                </c:pt>
                <c:pt idx="3">
                  <c:v>Manufacturas y Construcción</c:v>
                </c:pt>
                <c:pt idx="4">
                  <c:v>Información y comunicaciones</c:v>
                </c:pt>
                <c:pt idx="5">
                  <c:v>Servicios públicos</c:v>
                </c:pt>
                <c:pt idx="6">
                  <c:v>Actividades profesionales</c:v>
                </c:pt>
                <c:pt idx="7">
                  <c:v>Inmobiliario</c:v>
                </c:pt>
                <c:pt idx="8">
                  <c:v>Agricultura y Minas</c:v>
                </c:pt>
              </c:strCache>
            </c:strRef>
          </c:cat>
          <c:val>
            <c:numRef>
              <c:f>Hoja1!$X$4:$X$12</c:f>
              <c:numCache>
                <c:formatCode>0.0%</c:formatCode>
                <c:ptCount val="9"/>
                <c:pt idx="0">
                  <c:v>7.0386440631959285E-2</c:v>
                </c:pt>
                <c:pt idx="1">
                  <c:v>6.692703197749425E-2</c:v>
                </c:pt>
                <c:pt idx="2">
                  <c:v>6.58168092717063E-2</c:v>
                </c:pt>
                <c:pt idx="3">
                  <c:v>4.3223403700363996E-2</c:v>
                </c:pt>
                <c:pt idx="4">
                  <c:v>3.9636921994075008E-2</c:v>
                </c:pt>
                <c:pt idx="5">
                  <c:v>3.894835445345507E-2</c:v>
                </c:pt>
                <c:pt idx="6">
                  <c:v>1.93328973777026E-2</c:v>
                </c:pt>
                <c:pt idx="7">
                  <c:v>1.7910899940051465E-2</c:v>
                </c:pt>
                <c:pt idx="8">
                  <c:v>-1.620418972432618E-2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CC-471A-AE2E-AD86C6E8ABEF}"/>
            </c:ext>
          </c:extLst>
        </c:ser>
        <c:ser>
          <c:idx val="1"/>
          <c:order val="1"/>
          <c:tx>
            <c:strRef>
              <c:f>Hoja1!$Y$2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Hoja1!$W$4:$W$12</c:f>
              <c:strCache>
                <c:ptCount val="9"/>
                <c:pt idx="0">
                  <c:v>Administración pública</c:v>
                </c:pt>
                <c:pt idx="1">
                  <c:v>Comercio</c:v>
                </c:pt>
                <c:pt idx="2">
                  <c:v>Actividades Financieras</c:v>
                </c:pt>
                <c:pt idx="3">
                  <c:v>Manufacturas y Construcción</c:v>
                </c:pt>
                <c:pt idx="4">
                  <c:v>Información y comunicaciones</c:v>
                </c:pt>
                <c:pt idx="5">
                  <c:v>Servicios públicos</c:v>
                </c:pt>
                <c:pt idx="6">
                  <c:v>Actividades profesionales</c:v>
                </c:pt>
                <c:pt idx="7">
                  <c:v>Inmobiliario</c:v>
                </c:pt>
                <c:pt idx="8">
                  <c:v>Agricultura y Minas</c:v>
                </c:pt>
              </c:strCache>
            </c:strRef>
          </c:cat>
          <c:val>
            <c:numRef>
              <c:f>Hoja1!$Y$4:$Y$12</c:f>
              <c:numCache>
                <c:formatCode>0.0%</c:formatCode>
                <c:ptCount val="9"/>
                <c:pt idx="0">
                  <c:v>6.7544849789603512E-2</c:v>
                </c:pt>
                <c:pt idx="1">
                  <c:v>6.5659571059991442E-2</c:v>
                </c:pt>
                <c:pt idx="2">
                  <c:v>6.3228441535210386E-2</c:v>
                </c:pt>
                <c:pt idx="3">
                  <c:v>4.0656416608993412E-2</c:v>
                </c:pt>
                <c:pt idx="4">
                  <c:v>3.7574324180269396E-2</c:v>
                </c:pt>
                <c:pt idx="5">
                  <c:v>3.7449296186619949E-2</c:v>
                </c:pt>
                <c:pt idx="6">
                  <c:v>1.8550158652217152E-2</c:v>
                </c:pt>
                <c:pt idx="7">
                  <c:v>1.8174122373850733E-2</c:v>
                </c:pt>
                <c:pt idx="8">
                  <c:v>-2.0455612811279895E-2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CC-471A-AE2E-AD86C6E8AB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325286559"/>
        <c:axId val="325292799"/>
      </c:barChart>
      <c:catAx>
        <c:axId val="325286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92799"/>
        <c:crosses val="autoZero"/>
        <c:auto val="1"/>
        <c:lblAlgn val="ctr"/>
        <c:lblOffset val="100"/>
        <c:noMultiLvlLbl val="0"/>
      </c:catAx>
      <c:valAx>
        <c:axId val="325292799"/>
        <c:scaling>
          <c:orientation val="minMax"/>
          <c:max val="0.11000000000000001"/>
          <c:min val="-6.0000000000000012E-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86559"/>
        <c:crosses val="autoZero"/>
        <c:crossBetween val="between"/>
        <c:majorUnit val="2.5000000000000005E-2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1754444444444449E-2"/>
          <c:y val="0.10511618357487923"/>
          <c:w val="0.82417148148148134"/>
          <c:h val="0.7782572463768116"/>
        </c:manualLayout>
      </c:layout>
      <c:lineChart>
        <c:grouping val="standard"/>
        <c:varyColors val="0"/>
        <c:ser>
          <c:idx val="2"/>
          <c:order val="2"/>
          <c:tx>
            <c:strRef>
              <c:f>Hoja1!$E$2</c:f>
              <c:strCache>
                <c:ptCount val="1"/>
                <c:pt idx="0">
                  <c:v>Original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44"/>
              <c:layout>
                <c:manualLayout>
                  <c:x val="-5.1657514744763149E-2"/>
                  <c:y val="-2.14734299516908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37F-4B07-B023-8EEB87A4691C}"/>
                </c:ext>
              </c:extLst>
            </c:dLbl>
            <c:dLbl>
              <c:idx val="56"/>
              <c:layout>
                <c:manualLayout>
                  <c:x val="-4.9505118297064762E-2"/>
                  <c:y val="2.76086956521739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B2D-4A4B-BAFC-472553341C77}"/>
                </c:ext>
              </c:extLst>
            </c:dLbl>
            <c:dLbl>
              <c:idx val="6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37F-4B07-B023-8EEB87A469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Hoja1!$B$180:$B$248</c:f>
              <c:numCache>
                <c:formatCode>mmm\-yy</c:formatCode>
                <c:ptCount val="69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  <c:pt idx="64">
                  <c:v>45689</c:v>
                </c:pt>
                <c:pt idx="65">
                  <c:v>45717</c:v>
                </c:pt>
                <c:pt idx="66">
                  <c:v>45748</c:v>
                </c:pt>
                <c:pt idx="67">
                  <c:v>45778</c:v>
                </c:pt>
                <c:pt idx="68">
                  <c:v>45809</c:v>
                </c:pt>
              </c:numCache>
            </c:numRef>
          </c:cat>
          <c:val>
            <c:numRef>
              <c:f>Hoja1!$E$180:$E$248</c:f>
              <c:numCache>
                <c:formatCode>0.0%</c:formatCode>
                <c:ptCount val="69"/>
                <c:pt idx="0">
                  <c:v>3.200413942419944E-2</c:v>
                </c:pt>
                <c:pt idx="1">
                  <c:v>2.3611811331916366E-2</c:v>
                </c:pt>
                <c:pt idx="2">
                  <c:v>3.0022316701498353E-2</c:v>
                </c:pt>
                <c:pt idx="3">
                  <c:v>3.4150641581112584E-2</c:v>
                </c:pt>
                <c:pt idx="4">
                  <c:v>3.6011104306042485E-2</c:v>
                </c:pt>
                <c:pt idx="5">
                  <c:v>-6.3001382114757032E-2</c:v>
                </c:pt>
                <c:pt idx="6">
                  <c:v>-0.20190995173872928</c:v>
                </c:pt>
                <c:pt idx="7">
                  <c:v>-0.17414926990465773</c:v>
                </c:pt>
                <c:pt idx="8">
                  <c:v>-0.12521504594199051</c:v>
                </c:pt>
                <c:pt idx="9">
                  <c:v>-0.10628780730721199</c:v>
                </c:pt>
                <c:pt idx="10">
                  <c:v>-0.10396396306545475</c:v>
                </c:pt>
                <c:pt idx="11">
                  <c:v>-6.4630952126762953E-2</c:v>
                </c:pt>
                <c:pt idx="12">
                  <c:v>-4.6971369659122852E-2</c:v>
                </c:pt>
                <c:pt idx="13">
                  <c:v>-3.682664825074411E-2</c:v>
                </c:pt>
                <c:pt idx="14">
                  <c:v>-2.1596011409023452E-2</c:v>
                </c:pt>
                <c:pt idx="15">
                  <c:v>-3.4095337128484227E-2</c:v>
                </c:pt>
                <c:pt idx="16">
                  <c:v>-3.2016783918483949E-2</c:v>
                </c:pt>
                <c:pt idx="17">
                  <c:v>0.11183194489230885</c:v>
                </c:pt>
                <c:pt idx="18">
                  <c:v>0.25442582766673172</c:v>
                </c:pt>
                <c:pt idx="19">
                  <c:v>0.13239464611864249</c:v>
                </c:pt>
                <c:pt idx="20">
                  <c:v>0.15367816809705848</c:v>
                </c:pt>
                <c:pt idx="21">
                  <c:v>0.13168173228097757</c:v>
                </c:pt>
                <c:pt idx="22">
                  <c:v>0.11686766477345323</c:v>
                </c:pt>
                <c:pt idx="23">
                  <c:v>0.13464766504959358</c:v>
                </c:pt>
                <c:pt idx="24">
                  <c:v>0.10201485581388736</c:v>
                </c:pt>
                <c:pt idx="25">
                  <c:v>0.10584741276423615</c:v>
                </c:pt>
                <c:pt idx="26">
                  <c:v>0.10369475123687999</c:v>
                </c:pt>
                <c:pt idx="27">
                  <c:v>8.2285275141916525E-2</c:v>
                </c:pt>
                <c:pt idx="28">
                  <c:v>6.7844522586413936E-2</c:v>
                </c:pt>
                <c:pt idx="29">
                  <c:v>7.0407974765554382E-2</c:v>
                </c:pt>
                <c:pt idx="30">
                  <c:v>0.10189466280108084</c:v>
                </c:pt>
                <c:pt idx="31">
                  <c:v>0.16735269538469377</c:v>
                </c:pt>
                <c:pt idx="32">
                  <c:v>7.6803563083880366E-2</c:v>
                </c:pt>
                <c:pt idx="33">
                  <c:v>6.0795817612648184E-2</c:v>
                </c:pt>
                <c:pt idx="34">
                  <c:v>8.7662621244451788E-2</c:v>
                </c:pt>
                <c:pt idx="35">
                  <c:v>4.2635155384777024E-2</c:v>
                </c:pt>
                <c:pt idx="36">
                  <c:v>4.0446955815241603E-2</c:v>
                </c:pt>
                <c:pt idx="37">
                  <c:v>8.7446819629222183E-4</c:v>
                </c:pt>
                <c:pt idx="38">
                  <c:v>4.0598818011361448E-3</c:v>
                </c:pt>
                <c:pt idx="39">
                  <c:v>4.0180737652400822E-2</c:v>
                </c:pt>
                <c:pt idx="40">
                  <c:v>2.3332409031092238E-2</c:v>
                </c:pt>
                <c:pt idx="41">
                  <c:v>1.3011008557600734E-2</c:v>
                </c:pt>
                <c:pt idx="42">
                  <c:v>-6.1387377642114771E-3</c:v>
                </c:pt>
                <c:pt idx="43">
                  <c:v>2.0234932229830083E-3</c:v>
                </c:pt>
                <c:pt idx="44">
                  <c:v>2.3466115128192966E-2</c:v>
                </c:pt>
                <c:pt idx="45">
                  <c:v>4.3408097187047634E-3</c:v>
                </c:pt>
                <c:pt idx="46">
                  <c:v>4.2334046493117672E-3</c:v>
                </c:pt>
                <c:pt idx="47">
                  <c:v>-7.6813408007287975E-3</c:v>
                </c:pt>
                <c:pt idx="48">
                  <c:v>-9.4706985567331037E-3</c:v>
                </c:pt>
                <c:pt idx="49">
                  <c:v>3.5171375653179737E-2</c:v>
                </c:pt>
                <c:pt idx="50">
                  <c:v>9.9737556105663483E-3</c:v>
                </c:pt>
                <c:pt idx="51">
                  <c:v>1.3629708169907495E-2</c:v>
                </c:pt>
                <c:pt idx="52">
                  <c:v>2.1893964554516199E-2</c:v>
                </c:pt>
                <c:pt idx="53">
                  <c:v>-2.0661111167711299E-2</c:v>
                </c:pt>
                <c:pt idx="54">
                  <c:v>5.4466489128908613E-2</c:v>
                </c:pt>
                <c:pt idx="55">
                  <c:v>2.1237720566905427E-2</c:v>
                </c:pt>
                <c:pt idx="56">
                  <c:v>-1.7811838534268265E-2</c:v>
                </c:pt>
                <c:pt idx="57">
                  <c:v>3.1152167858156554E-2</c:v>
                </c:pt>
                <c:pt idx="58">
                  <c:v>1.4477837054327924E-2</c:v>
                </c:pt>
                <c:pt idx="59">
                  <c:v>7.6042670567733062E-3</c:v>
                </c:pt>
                <c:pt idx="60">
                  <c:v>3.6314059184619607E-2</c:v>
                </c:pt>
                <c:pt idx="61">
                  <c:v>3.7532735737824119E-3</c:v>
                </c:pt>
                <c:pt idx="62">
                  <c:v>3.4091984264051245E-2</c:v>
                </c:pt>
                <c:pt idx="63">
                  <c:v>2.3467818783084571E-2</c:v>
                </c:pt>
                <c:pt idx="64">
                  <c:v>1.3276257145357739E-2</c:v>
                </c:pt>
                <c:pt idx="65">
                  <c:v>4.5317863963246108E-2</c:v>
                </c:pt>
                <c:pt idx="66">
                  <c:v>9.37061679434259E-3</c:v>
                </c:pt>
                <c:pt idx="67">
                  <c:v>2.4213682278120485E-2</c:v>
                </c:pt>
                <c:pt idx="68">
                  <c:v>2.9367255803001147E-2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FFC-4333-B357-D978E02FC85C}"/>
            </c:ext>
          </c:extLst>
        </c:ser>
        <c:ser>
          <c:idx val="3"/>
          <c:order val="3"/>
          <c:tx>
            <c:strRef>
              <c:f>Hoja1!$F$2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DA-41B4-AEB1-429CF1F71698}"/>
                </c:ext>
              </c:extLst>
            </c:dLbl>
            <c:dLbl>
              <c:idx val="44"/>
              <c:layout>
                <c:manualLayout>
                  <c:x val="-5.1657514744763149E-2"/>
                  <c:y val="-7.6690821256038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7F-4B07-B023-8EEB87A4691C}"/>
                </c:ext>
              </c:extLst>
            </c:dLbl>
            <c:dLbl>
              <c:idx val="5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2D-4A4B-BAFC-472553341C77}"/>
                </c:ext>
              </c:extLst>
            </c:dLbl>
            <c:dLbl>
              <c:idx val="68"/>
              <c:layout>
                <c:manualLayout>
                  <c:x val="4.3047928953967645E-3"/>
                  <c:y val="-3.98792270531401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37F-4B07-B023-8EEB87A469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Hoja1!$B$180:$B$248</c:f>
              <c:numCache>
                <c:formatCode>mmm\-yy</c:formatCode>
                <c:ptCount val="69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  <c:pt idx="64">
                  <c:v>45689</c:v>
                </c:pt>
                <c:pt idx="65">
                  <c:v>45717</c:v>
                </c:pt>
                <c:pt idx="66">
                  <c:v>45748</c:v>
                </c:pt>
                <c:pt idx="67">
                  <c:v>45778</c:v>
                </c:pt>
                <c:pt idx="68">
                  <c:v>45809</c:v>
                </c:pt>
              </c:numCache>
            </c:numRef>
          </c:cat>
          <c:val>
            <c:numRef>
              <c:f>Hoja1!$F$180:$F$248</c:f>
              <c:numCache>
                <c:formatCode>0.0%</c:formatCode>
                <c:ptCount val="69"/>
                <c:pt idx="0">
                  <c:v>3.0769974552149693E-2</c:v>
                </c:pt>
                <c:pt idx="1">
                  <c:v>2.3317600029461483E-2</c:v>
                </c:pt>
                <c:pt idx="2">
                  <c:v>2.9252149545471173E-2</c:v>
                </c:pt>
                <c:pt idx="3">
                  <c:v>3.4305612642442584E-2</c:v>
                </c:pt>
                <c:pt idx="4">
                  <c:v>2.6529938151691468E-2</c:v>
                </c:pt>
                <c:pt idx="5">
                  <c:v>-6.3364295594010689E-2</c:v>
                </c:pt>
                <c:pt idx="6">
                  <c:v>-0.20273746120318925</c:v>
                </c:pt>
                <c:pt idx="7">
                  <c:v>-0.1736667753627904</c:v>
                </c:pt>
                <c:pt idx="8">
                  <c:v>-0.12231685211188392</c:v>
                </c:pt>
                <c:pt idx="9">
                  <c:v>-0.10513806250549063</c:v>
                </c:pt>
                <c:pt idx="10">
                  <c:v>-0.1012485471854867</c:v>
                </c:pt>
                <c:pt idx="11">
                  <c:v>-6.1475686194443102E-2</c:v>
                </c:pt>
                <c:pt idx="12">
                  <c:v>-4.7017350891412457E-2</c:v>
                </c:pt>
                <c:pt idx="13">
                  <c:v>-3.6184316474462519E-2</c:v>
                </c:pt>
                <c:pt idx="14">
                  <c:v>-2.1560226087830814E-2</c:v>
                </c:pt>
                <c:pt idx="15">
                  <c:v>-3.5087503425817124E-2</c:v>
                </c:pt>
                <c:pt idx="16">
                  <c:v>-1.7085705302005372E-2</c:v>
                </c:pt>
                <c:pt idx="17">
                  <c:v>0.11042184818959511</c:v>
                </c:pt>
                <c:pt idx="18">
                  <c:v>0.25136532184907612</c:v>
                </c:pt>
                <c:pt idx="19">
                  <c:v>0.1307380065086341</c:v>
                </c:pt>
                <c:pt idx="20">
                  <c:v>0.15723949660391501</c:v>
                </c:pt>
                <c:pt idx="21">
                  <c:v>0.13214135324791121</c:v>
                </c:pt>
                <c:pt idx="22">
                  <c:v>0.11777697092203221</c:v>
                </c:pt>
                <c:pt idx="23">
                  <c:v>0.13602611885080473</c:v>
                </c:pt>
                <c:pt idx="24">
                  <c:v>9.9921486401764126E-2</c:v>
                </c:pt>
                <c:pt idx="25">
                  <c:v>0.10537386032264884</c:v>
                </c:pt>
                <c:pt idx="26">
                  <c:v>0.10157730921801078</c:v>
                </c:pt>
                <c:pt idx="27">
                  <c:v>7.8804021403016122E-2</c:v>
                </c:pt>
                <c:pt idx="28">
                  <c:v>6.9173183498517199E-2</c:v>
                </c:pt>
                <c:pt idx="29">
                  <c:v>6.8198343336395961E-2</c:v>
                </c:pt>
                <c:pt idx="30">
                  <c:v>9.7669695244176014E-2</c:v>
                </c:pt>
                <c:pt idx="31">
                  <c:v>0.16481180834258646</c:v>
                </c:pt>
                <c:pt idx="32">
                  <c:v>7.8956805334286617E-2</c:v>
                </c:pt>
                <c:pt idx="33">
                  <c:v>6.0192983795302801E-2</c:v>
                </c:pt>
                <c:pt idx="34">
                  <c:v>8.6623982477742167E-2</c:v>
                </c:pt>
                <c:pt idx="35">
                  <c:v>4.299197108104913E-2</c:v>
                </c:pt>
                <c:pt idx="36">
                  <c:v>3.8950588762983962E-2</c:v>
                </c:pt>
                <c:pt idx="37">
                  <c:v>8.4234172414454633E-4</c:v>
                </c:pt>
                <c:pt idx="38">
                  <c:v>1.5842651650552764E-3</c:v>
                </c:pt>
                <c:pt idx="39">
                  <c:v>3.7042017117860926E-2</c:v>
                </c:pt>
                <c:pt idx="40">
                  <c:v>2.4725210546800103E-2</c:v>
                </c:pt>
                <c:pt idx="41">
                  <c:v>1.1532103523072434E-2</c:v>
                </c:pt>
                <c:pt idx="42">
                  <c:v>-9.1451609668818934E-3</c:v>
                </c:pt>
                <c:pt idx="43">
                  <c:v>9.5374765198030786E-4</c:v>
                </c:pt>
                <c:pt idx="44">
                  <c:v>2.5901607427766926E-2</c:v>
                </c:pt>
                <c:pt idx="45">
                  <c:v>5.1992766811082003E-3</c:v>
                </c:pt>
                <c:pt idx="46">
                  <c:v>3.9693015392399111E-3</c:v>
                </c:pt>
                <c:pt idx="47">
                  <c:v>-6.8570304830800621E-3</c:v>
                </c:pt>
                <c:pt idx="48">
                  <c:v>-9.3410179542803284E-3</c:v>
                </c:pt>
                <c:pt idx="49">
                  <c:v>3.7478862224424647E-2</c:v>
                </c:pt>
                <c:pt idx="50">
                  <c:v>9.9644148232580498E-3</c:v>
                </c:pt>
                <c:pt idx="51">
                  <c:v>1.2543471460100486E-2</c:v>
                </c:pt>
                <c:pt idx="52">
                  <c:v>1.159115622217044E-2</c:v>
                </c:pt>
                <c:pt idx="53">
                  <c:v>-4.3724589290414784E-3</c:v>
                </c:pt>
                <c:pt idx="54">
                  <c:v>3.8434489825334373E-2</c:v>
                </c:pt>
                <c:pt idx="55">
                  <c:v>2.2692470872451409E-2</c:v>
                </c:pt>
                <c:pt idx="56">
                  <c:v>-1.4982469350005023E-2</c:v>
                </c:pt>
                <c:pt idx="57">
                  <c:v>3.3249332653650487E-2</c:v>
                </c:pt>
                <c:pt idx="58">
                  <c:v>1.5015426642098539E-2</c:v>
                </c:pt>
                <c:pt idx="59">
                  <c:v>9.2497124387378449E-3</c:v>
                </c:pt>
                <c:pt idx="60">
                  <c:v>3.7592186840314401E-2</c:v>
                </c:pt>
                <c:pt idx="61">
                  <c:v>5.4703277885357338E-3</c:v>
                </c:pt>
                <c:pt idx="62">
                  <c:v>3.3776921319216724E-2</c:v>
                </c:pt>
                <c:pt idx="63">
                  <c:v>2.1837569704076909E-2</c:v>
                </c:pt>
                <c:pt idx="64">
                  <c:v>2.5426416174312738E-2</c:v>
                </c:pt>
                <c:pt idx="65">
                  <c:v>2.9251646978453838E-2</c:v>
                </c:pt>
                <c:pt idx="66">
                  <c:v>2.2834712913823552E-2</c:v>
                </c:pt>
                <c:pt idx="67">
                  <c:v>2.3164919798569272E-2</c:v>
                </c:pt>
                <c:pt idx="68">
                  <c:v>2.8656268202650326E-2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65E-41C0-AB50-8A30514847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0738527"/>
        <c:axId val="280731327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Hoja1!$C$2</c15:sqref>
                        </c15:formulaRef>
                      </c:ext>
                    </c:extLst>
                    <c:strCache>
                      <c:ptCount val="1"/>
                      <c:pt idx="0">
                        <c:v>Original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Hoja1!$B$180:$B$248</c15:sqref>
                        </c15:formulaRef>
                      </c:ext>
                    </c:extLst>
                    <c:numCache>
                      <c:formatCode>mmm\-yy</c:formatCode>
                      <c:ptCount val="69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  <c:pt idx="64">
                        <c:v>45689</c:v>
                      </c:pt>
                      <c:pt idx="65">
                        <c:v>45717</c:v>
                      </c:pt>
                      <c:pt idx="66">
                        <c:v>45748</c:v>
                      </c:pt>
                      <c:pt idx="67">
                        <c:v>45778</c:v>
                      </c:pt>
                      <c:pt idx="68">
                        <c:v>45809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Hoja1!$C$180:$C$248</c15:sqref>
                        </c15:formulaRef>
                      </c:ext>
                    </c:extLst>
                    <c:numCache>
                      <c:formatCode>0.0</c:formatCode>
                      <c:ptCount val="69"/>
                      <c:pt idx="0">
                        <c:v>110.28124102008556</c:v>
                      </c:pt>
                      <c:pt idx="1">
                        <c:v>115.25790329805872</c:v>
                      </c:pt>
                      <c:pt idx="2">
                        <c:v>122.6057437866596</c:v>
                      </c:pt>
                      <c:pt idx="3">
                        <c:v>103.19242850019461</c:v>
                      </c:pt>
                      <c:pt idx="4">
                        <c:v>107.69029299064294</c:v>
                      </c:pt>
                      <c:pt idx="5">
                        <c:v>100.59645221508578</c:v>
                      </c:pt>
                      <c:pt idx="6">
                        <c:v>83.107058119749496</c:v>
                      </c:pt>
                      <c:pt idx="7">
                        <c:v>89.779964168982218</c:v>
                      </c:pt>
                      <c:pt idx="8">
                        <c:v>95.30008016900311</c:v>
                      </c:pt>
                      <c:pt idx="9">
                        <c:v>99.963723374164033</c:v>
                      </c:pt>
                      <c:pt idx="10">
                        <c:v>100.20892994717627</c:v>
                      </c:pt>
                      <c:pt idx="11">
                        <c:v>101.87153745492672</c:v>
                      </c:pt>
                      <c:pt idx="12">
                        <c:v>105.1011800816643</c:v>
                      </c:pt>
                      <c:pt idx="13">
                        <c:v>111.01334103518283</c:v>
                      </c:pt>
                      <c:pt idx="14">
                        <c:v>119.95794874503109</c:v>
                      </c:pt>
                      <c:pt idx="15">
                        <c:v>99.674047861373467</c:v>
                      </c:pt>
                      <c:pt idx="16">
                        <c:v>104.2423961498433</c:v>
                      </c:pt>
                      <c:pt idx="17">
                        <c:v>111.84634911556502</c:v>
                      </c:pt>
                      <c:pt idx="18">
                        <c:v>104.25164016681394</c:v>
                      </c:pt>
                      <c:pt idx="19">
                        <c:v>101.66635075367903</c:v>
                      </c:pt>
                      <c:pt idx="20">
                        <c:v>109.94562190887831</c:v>
                      </c:pt>
                      <c:pt idx="21">
                        <c:v>113.12711963333039</c:v>
                      </c:pt>
                      <c:pt idx="22">
                        <c:v>111.92011357954934</c:v>
                      </c:pt>
                      <c:pt idx="23">
                        <c:v>115.58830210824482</c:v>
                      </c:pt>
                      <c:pt idx="24">
                        <c:v>115.82306181356469</c:v>
                      </c:pt>
                      <c:pt idx="25">
                        <c:v>122.76381596607074</c:v>
                      </c:pt>
                      <c:pt idx="26">
                        <c:v>132.39695839903348</c:v>
                      </c:pt>
                      <c:pt idx="27">
                        <c:v>107.87575431415515</c:v>
                      </c:pt>
                      <c:pt idx="28">
                        <c:v>111.31467174989326</c:v>
                      </c:pt>
                      <c:pt idx="29">
                        <c:v>119.7212240417131</c:v>
                      </c:pt>
                      <c:pt idx="30">
                        <c:v>114.87432588807106</c:v>
                      </c:pt>
                      <c:pt idx="31">
                        <c:v>118.6804885822329</c:v>
                      </c:pt>
                      <c:pt idx="32">
                        <c:v>118.3898374169533</c:v>
                      </c:pt>
                      <c:pt idx="33">
                        <c:v>120.00477536560258</c:v>
                      </c:pt>
                      <c:pt idx="34">
                        <c:v>121.73132410590941</c:v>
                      </c:pt>
                      <c:pt idx="35">
                        <c:v>120.5164273292924</c:v>
                      </c:pt>
                      <c:pt idx="36">
                        <c:v>120.50775207712394</c:v>
                      </c:pt>
                      <c:pt idx="37">
                        <c:v>122.87116901878854</c:v>
                      </c:pt>
                      <c:pt idx="38">
                        <c:v>132.9344744009635</c:v>
                      </c:pt>
                      <c:pt idx="39">
                        <c:v>112.21028169730707</c:v>
                      </c:pt>
                      <c:pt idx="40">
                        <c:v>113.91191120232355</c:v>
                      </c:pt>
                      <c:pt idx="41">
                        <c:v>121.27891791224627</c:v>
                      </c:pt>
                      <c:pt idx="42">
                        <c:v>114.16914252560362</c:v>
                      </c:pt>
                      <c:pt idx="43">
                        <c:v>118.92063774657935</c:v>
                      </c:pt>
                      <c:pt idx="44">
                        <c:v>121.16798697178758</c:v>
                      </c:pt>
                      <c:pt idx="45">
                        <c:v>120.52569326080057</c:v>
                      </c:pt>
                      <c:pt idx="46">
                        <c:v>122.24666205934625</c:v>
                      </c:pt>
                      <c:pt idx="47">
                        <c:v>119.59069957888984</c:v>
                      </c:pt>
                      <c:pt idx="48">
                        <c:v>119.36645948345198</c:v>
                      </c:pt>
                      <c:pt idx="49">
                        <c:v>127.19271706129369</c:v>
                      </c:pt>
                      <c:pt idx="50">
                        <c:v>134.26033036085781</c:v>
                      </c:pt>
                      <c:pt idx="51">
                        <c:v>113.73967509050446</c:v>
                      </c:pt>
                      <c:pt idx="52">
                        <c:v>116.40589454852443</c:v>
                      </c:pt>
                      <c:pt idx="53">
                        <c:v>118.77316070696162</c:v>
                      </c:pt>
                      <c:pt idx="54">
                        <c:v>120.38753488583123</c:v>
                      </c:pt>
                      <c:pt idx="55">
                        <c:v>121.44624102067938</c:v>
                      </c:pt>
                      <c:pt idx="56">
                        <c:v>119.00976235232379</c:v>
                      </c:pt>
                      <c:pt idx="57">
                        <c:v>124.28032988848172</c:v>
                      </c:pt>
                      <c:pt idx="58">
                        <c:v>124.01652931307696</c:v>
                      </c:pt>
                      <c:pt idx="59">
                        <c:v>120.50009919599405</c:v>
                      </c:pt>
                      <c:pt idx="60">
                        <c:v>123.70114015779254</c:v>
                      </c:pt>
                      <c:pt idx="61">
                        <c:v>127.67010612501744</c:v>
                      </c:pt>
                      <c:pt idx="62">
                        <c:v>138.83753143080651</c:v>
                      </c:pt>
                      <c:pt idx="63">
                        <c:v>116.40889717397533</c:v>
                      </c:pt>
                      <c:pt idx="64">
                        <c:v>117.95132913778603</c:v>
                      </c:pt>
                      <c:pt idx="65">
                        <c:v>124.15570664636448</c:v>
                      </c:pt>
                      <c:pt idx="66">
                        <c:v>121.5156403420619</c:v>
                      </c:pt>
                      <c:pt idx="67">
                        <c:v>124.38690171462616</c:v>
                      </c:pt>
                      <c:pt idx="68">
                        <c:v>122.50475248637886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9FFC-4333-B357-D978E02FC85C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Hoja1!$D$2</c15:sqref>
                        </c15:formulaRef>
                      </c:ext>
                    </c:extLst>
                    <c:strCache>
                      <c:ptCount val="1"/>
                      <c:pt idx="0">
                        <c:v>Ajustado por efecto estacional y calendario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Hoja1!$B$180:$B$248</c15:sqref>
                        </c15:formulaRef>
                      </c:ext>
                    </c:extLst>
                    <c:numCache>
                      <c:formatCode>mmm\-yy</c:formatCode>
                      <c:ptCount val="69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  <c:pt idx="64">
                        <c:v>45689</c:v>
                      </c:pt>
                      <c:pt idx="65">
                        <c:v>45717</c:v>
                      </c:pt>
                      <c:pt idx="66">
                        <c:v>45748</c:v>
                      </c:pt>
                      <c:pt idx="67">
                        <c:v>45778</c:v>
                      </c:pt>
                      <c:pt idx="68">
                        <c:v>45809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Hoja1!$D$180:$D$248</c15:sqref>
                        </c15:formulaRef>
                      </c:ext>
                    </c:extLst>
                    <c:numCache>
                      <c:formatCode>0.0</c:formatCode>
                      <c:ptCount val="69"/>
                      <c:pt idx="0">
                        <c:v>110.55039069158224</c:v>
                      </c:pt>
                      <c:pt idx="1">
                        <c:v>110.06412654220816</c:v>
                      </c:pt>
                      <c:pt idx="2">
                        <c:v>110.38051995359828</c:v>
                      </c:pt>
                      <c:pt idx="3">
                        <c:v>111.5944391906073</c:v>
                      </c:pt>
                      <c:pt idx="4">
                        <c:v>111.75326977244684</c:v>
                      </c:pt>
                      <c:pt idx="5">
                        <c:v>100.70750122797121</c:v>
                      </c:pt>
                      <c:pt idx="6">
                        <c:v>86.895520466241464</c:v>
                      </c:pt>
                      <c:pt idx="7">
                        <c:v>90.922899063954574</c:v>
                      </c:pt>
                      <c:pt idx="8">
                        <c:v>95.55766976957328</c:v>
                      </c:pt>
                      <c:pt idx="9">
                        <c:v>98.868029083378545</c:v>
                      </c:pt>
                      <c:pt idx="10">
                        <c:v>99.273051087159132</c:v>
                      </c:pt>
                      <c:pt idx="11">
                        <c:v>102.77573061659184</c:v>
                      </c:pt>
                      <c:pt idx="12">
                        <c:v>105.35260418125338</c:v>
                      </c:pt>
                      <c:pt idx="13">
                        <c:v>106.0815313549196</c:v>
                      </c:pt>
                      <c:pt idx="14">
                        <c:v>108.00069098770638</c:v>
                      </c:pt>
                      <c:pt idx="15">
                        <c:v>107.67886892320473</c:v>
                      </c:pt>
                      <c:pt idx="16">
                        <c:v>109.84388633857931</c:v>
                      </c:pt>
                      <c:pt idx="17">
                        <c:v>111.82780964011971</c:v>
                      </c:pt>
                      <c:pt idx="18">
                        <c:v>108.73804093548122</c:v>
                      </c:pt>
                      <c:pt idx="19">
                        <c:v>102.80997763356174</c:v>
                      </c:pt>
                      <c:pt idx="20">
                        <c:v>110.58310966078413</c:v>
                      </c:pt>
                      <c:pt idx="21">
                        <c:v>111.93258423941002</c:v>
                      </c:pt>
                      <c:pt idx="22">
                        <c:v>110.96513033839288</c:v>
                      </c:pt>
                      <c:pt idx="23">
                        <c:v>116.75591436442265</c:v>
                      </c:pt>
                      <c:pt idx="24">
                        <c:v>115.87959298734094</c:v>
                      </c:pt>
                      <c:pt idx="25">
                        <c:v>117.25975182272559</c:v>
                      </c:pt>
                      <c:pt idx="26">
                        <c:v>118.97111057192345</c:v>
                      </c:pt>
                      <c:pt idx="27">
                        <c:v>116.16439681448153</c:v>
                      </c:pt>
                      <c:pt idx="28">
                        <c:v>117.44213764446812</c:v>
                      </c:pt>
                      <c:pt idx="29">
                        <c:v>119.45428099651372</c:v>
                      </c:pt>
                      <c:pt idx="30">
                        <c:v>119.3584522550984</c:v>
                      </c:pt>
                      <c:pt idx="31">
                        <c:v>119.75427596300992</c:v>
                      </c:pt>
                      <c:pt idx="32">
                        <c:v>119.31439872353073</c:v>
                      </c:pt>
                      <c:pt idx="33">
                        <c:v>118.67014046869919</c:v>
                      </c:pt>
                      <c:pt idx="34">
                        <c:v>120.5773718444662</c:v>
                      </c:pt>
                      <c:pt idx="35">
                        <c:v>121.77548125831935</c:v>
                      </c:pt>
                      <c:pt idx="36">
                        <c:v>120.39317135981283</c:v>
                      </c:pt>
                      <c:pt idx="37">
                        <c:v>117.35852460424871</c:v>
                      </c:pt>
                      <c:pt idx="38">
                        <c:v>119.15959235805047</c:v>
                      </c:pt>
                      <c:pt idx="39">
                        <c:v>120.46736038976955</c:v>
                      </c:pt>
                      <c:pt idx="40">
                        <c:v>120.34591922479387</c:v>
                      </c:pt>
                      <c:pt idx="41">
                        <c:v>120.83184013123969</c:v>
                      </c:pt>
                      <c:pt idx="42">
                        <c:v>118.26689999646764</c:v>
                      </c:pt>
                      <c:pt idx="43">
                        <c:v>119.86849132252424</c:v>
                      </c:pt>
                      <c:pt idx="44">
                        <c:v>122.40483343974769</c:v>
                      </c:pt>
                      <c:pt idx="45">
                        <c:v>119.28713936278193</c:v>
                      </c:pt>
                      <c:pt idx="46">
                        <c:v>121.05597979212594</c:v>
                      </c:pt>
                      <c:pt idx="47">
                        <c:v>120.94046307123931</c:v>
                      </c:pt>
                      <c:pt idx="48">
                        <c:v>119.26857658456807</c:v>
                      </c:pt>
                      <c:pt idx="49">
                        <c:v>121.75698857875309</c:v>
                      </c:pt>
                      <c:pt idx="50">
                        <c:v>120.34694796647642</c:v>
                      </c:pt>
                      <c:pt idx="51">
                        <c:v>121.97843928669228</c:v>
                      </c:pt>
                      <c:pt idx="52">
                        <c:v>121.74086757522917</c:v>
                      </c:pt>
                      <c:pt idx="53">
                        <c:v>120.30350787294533</c:v>
                      </c:pt>
                      <c:pt idx="54">
                        <c:v>122.81242796105572</c:v>
                      </c:pt>
                      <c:pt idx="55">
                        <c:v>122.58860357038532</c:v>
                      </c:pt>
                      <c:pt idx="56">
                        <c:v>120.5709067744442</c:v>
                      </c:pt>
                      <c:pt idx="57">
                        <c:v>123.25335714075743</c:v>
                      </c:pt>
                      <c:pt idx="58">
                        <c:v>122.87368697628196</c:v>
                      </c:pt>
                      <c:pt idx="59">
                        <c:v>122.05912757685607</c:v>
                      </c:pt>
                      <c:pt idx="60">
                        <c:v>123.75214319971349</c:v>
                      </c:pt>
                      <c:pt idx="61">
                        <c:v>122.42303921682387</c:v>
                      </c:pt>
                      <c:pt idx="62">
                        <c:v>124.41189735894795</c:v>
                      </c:pt>
                      <c:pt idx="63">
                        <c:v>124.64215195700994</c:v>
                      </c:pt>
                      <c:pt idx="64">
                        <c:v>124.83630153961886</c:v>
                      </c:pt>
                      <c:pt idx="65">
                        <c:v>123.82258361551438</c:v>
                      </c:pt>
                      <c:pt idx="66">
                        <c:v>125.61681449579606</c:v>
                      </c:pt>
                      <c:pt idx="67">
                        <c:v>125.42835874031191</c:v>
                      </c:pt>
                      <c:pt idx="68">
                        <c:v>124.02601901640942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9FFC-4333-B357-D978E02FC85C}"/>
                  </c:ext>
                </c:extLst>
              </c15:ser>
            </c15:filteredLineSeries>
          </c:ext>
        </c:extLst>
      </c:lineChart>
      <c:dateAx>
        <c:axId val="280738527"/>
        <c:scaling>
          <c:orientation val="minMax"/>
          <c:max val="45809"/>
          <c:min val="4398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1327"/>
        <c:crosses val="autoZero"/>
        <c:auto val="1"/>
        <c:lblOffset val="100"/>
        <c:baseTimeUnit val="months"/>
        <c:majorUnit val="3"/>
        <c:majorTimeUnit val="months"/>
      </c:dateAx>
      <c:valAx>
        <c:axId val="280731327"/>
        <c:scaling>
          <c:orientation val="minMax"/>
          <c:max val="0.25"/>
          <c:min val="-0.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8527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14552521862924547"/>
          <c:y val="0"/>
          <c:w val="0.65729204799674601"/>
          <c:h val="6.06193236714975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0079203703703703"/>
          <c:y val="0.11276908212560387"/>
          <c:w val="0.55997314814814814"/>
          <c:h val="0.813474637681159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Hoja1!$X$2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Hoja1!$W$4:$W$15</c:f>
              <c:strCache>
                <c:ptCount val="12"/>
                <c:pt idx="0">
                  <c:v>Agricultura</c:v>
                </c:pt>
                <c:pt idx="1">
                  <c:v>Adm Pública</c:v>
                </c:pt>
                <c:pt idx="2">
                  <c:v>Comercio</c:v>
                </c:pt>
                <c:pt idx="3">
                  <c:v>Información y comunicaciones</c:v>
                </c:pt>
                <c:pt idx="4">
                  <c:v>Actividades artisticas, entretenimiento</c:v>
                </c:pt>
                <c:pt idx="5">
                  <c:v>Industria</c:v>
                </c:pt>
                <c:pt idx="6">
                  <c:v>Servicios públicos</c:v>
                </c:pt>
                <c:pt idx="7">
                  <c:v>Construcción</c:v>
                </c:pt>
                <c:pt idx="8">
                  <c:v>Inmobiliario</c:v>
                </c:pt>
                <c:pt idx="9">
                  <c:v>Actividades profesionales</c:v>
                </c:pt>
                <c:pt idx="10">
                  <c:v>Actividades financieras y de seguros</c:v>
                </c:pt>
                <c:pt idx="11">
                  <c:v>Minas y canteras</c:v>
                </c:pt>
              </c:strCache>
            </c:strRef>
          </c:cat>
          <c:val>
            <c:numRef>
              <c:f>Hoja1!$X$4:$X$15</c:f>
              <c:numCache>
                <c:formatCode>0.0%</c:formatCode>
                <c:ptCount val="12"/>
                <c:pt idx="0">
                  <c:v>6.0162338932533865E-2</c:v>
                </c:pt>
                <c:pt idx="1">
                  <c:v>5.3811582008703285E-2</c:v>
                </c:pt>
                <c:pt idx="2">
                  <c:v>4.4581514454059556E-2</c:v>
                </c:pt>
                <c:pt idx="3">
                  <c:v>4.5308552738244856E-2</c:v>
                </c:pt>
                <c:pt idx="4">
                  <c:v>3.9094358145147723E-2</c:v>
                </c:pt>
                <c:pt idx="5">
                  <c:v>3.1150675510777992E-2</c:v>
                </c:pt>
                <c:pt idx="6">
                  <c:v>2.9282089026604563E-2</c:v>
                </c:pt>
                <c:pt idx="7">
                  <c:v>2.3220326992358542E-2</c:v>
                </c:pt>
                <c:pt idx="8">
                  <c:v>1.9385281016929046E-2</c:v>
                </c:pt>
                <c:pt idx="9">
                  <c:v>1.3299803299928303E-2</c:v>
                </c:pt>
                <c:pt idx="10">
                  <c:v>-3.542370841559972E-2</c:v>
                </c:pt>
                <c:pt idx="11">
                  <c:v>-4.4723963117807353E-2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CC-471A-AE2E-AD86C6E8ABEF}"/>
            </c:ext>
          </c:extLst>
        </c:ser>
        <c:ser>
          <c:idx val="1"/>
          <c:order val="1"/>
          <c:tx>
            <c:strRef>
              <c:f>Hoja1!$Y$2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Hoja1!$W$4:$W$15</c:f>
              <c:strCache>
                <c:ptCount val="12"/>
                <c:pt idx="0">
                  <c:v>Agricultura</c:v>
                </c:pt>
                <c:pt idx="1">
                  <c:v>Adm Pública</c:v>
                </c:pt>
                <c:pt idx="2">
                  <c:v>Comercio</c:v>
                </c:pt>
                <c:pt idx="3">
                  <c:v>Información y comunicaciones</c:v>
                </c:pt>
                <c:pt idx="4">
                  <c:v>Actividades artisticas, entretenimiento</c:v>
                </c:pt>
                <c:pt idx="5">
                  <c:v>Industria</c:v>
                </c:pt>
                <c:pt idx="6">
                  <c:v>Servicios públicos</c:v>
                </c:pt>
                <c:pt idx="7">
                  <c:v>Construcción</c:v>
                </c:pt>
                <c:pt idx="8">
                  <c:v>Inmobiliario</c:v>
                </c:pt>
                <c:pt idx="9">
                  <c:v>Actividades profesionales</c:v>
                </c:pt>
                <c:pt idx="10">
                  <c:v>Actividades financieras y de seguros</c:v>
                </c:pt>
                <c:pt idx="11">
                  <c:v>Minas y canteras</c:v>
                </c:pt>
              </c:strCache>
            </c:strRef>
          </c:cat>
          <c:val>
            <c:numRef>
              <c:f>Hoja1!$Y$4:$Y$15</c:f>
              <c:numCache>
                <c:formatCode>0.0%</c:formatCode>
                <c:ptCount val="12"/>
                <c:pt idx="0">
                  <c:v>6.0445142562467691E-2</c:v>
                </c:pt>
                <c:pt idx="1">
                  <c:v>5.9413197360142833E-2</c:v>
                </c:pt>
                <c:pt idx="2">
                  <c:v>4.4606993929831917E-2</c:v>
                </c:pt>
                <c:pt idx="3">
                  <c:v>4.3700901317234697E-2</c:v>
                </c:pt>
                <c:pt idx="4">
                  <c:v>4.0040557941604549E-2</c:v>
                </c:pt>
                <c:pt idx="5">
                  <c:v>2.716012585811467E-2</c:v>
                </c:pt>
                <c:pt idx="6">
                  <c:v>2.5532147694528051E-2</c:v>
                </c:pt>
                <c:pt idx="7">
                  <c:v>2.0525075068949183E-2</c:v>
                </c:pt>
                <c:pt idx="8">
                  <c:v>1.9443544013195257E-2</c:v>
                </c:pt>
                <c:pt idx="9">
                  <c:v>1.2986674280822896E-2</c:v>
                </c:pt>
                <c:pt idx="10">
                  <c:v>-3.4029215324997919E-2</c:v>
                </c:pt>
                <c:pt idx="11">
                  <c:v>-4.5058775819857733E-2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CC-471A-AE2E-AD86C6E8AB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30"/>
        <c:axId val="325286559"/>
        <c:axId val="325292799"/>
      </c:barChart>
      <c:catAx>
        <c:axId val="325286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92799"/>
        <c:crosses val="autoZero"/>
        <c:auto val="1"/>
        <c:lblAlgn val="ctr"/>
        <c:lblOffset val="100"/>
        <c:noMultiLvlLbl val="0"/>
      </c:catAx>
      <c:valAx>
        <c:axId val="325292799"/>
        <c:scaling>
          <c:orientation val="minMax"/>
          <c:max val="0.11000000000000001"/>
          <c:min val="-6.0000000000000012E-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86559"/>
        <c:crosses val="autoZero"/>
        <c:crossBetween val="between"/>
        <c:majorUnit val="2.5000000000000005E-2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1754444444444449E-2"/>
          <c:y val="0.10511618357487923"/>
          <c:w val="0.82417148148148134"/>
          <c:h val="0.7782572463768116"/>
        </c:manualLayout>
      </c:layout>
      <c:lineChart>
        <c:grouping val="standard"/>
        <c:varyColors val="0"/>
        <c:ser>
          <c:idx val="2"/>
          <c:order val="2"/>
          <c:tx>
            <c:strRef>
              <c:f>Hoja1!$E$2</c:f>
              <c:strCache>
                <c:ptCount val="1"/>
                <c:pt idx="0">
                  <c:v>Original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44"/>
              <c:layout>
                <c:manualLayout>
                  <c:x val="-5.1657514744763149E-2"/>
                  <c:y val="-2.14734299516908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37F-4B07-B023-8EEB87A4691C}"/>
                </c:ext>
              </c:extLst>
            </c:dLbl>
            <c:dLbl>
              <c:idx val="56"/>
              <c:layout>
                <c:manualLayout>
                  <c:x val="-4.9505118297064762E-2"/>
                  <c:y val="2.76086956521739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B2D-4A4B-BAFC-472553341C77}"/>
                </c:ext>
              </c:extLst>
            </c:dLbl>
            <c:dLbl>
              <c:idx val="68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37F-4B07-B023-8EEB87A469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Hoja1!$B$180:$B$248</c:f>
              <c:numCache>
                <c:formatCode>mmm\-yy</c:formatCode>
                <c:ptCount val="69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  <c:pt idx="64">
                  <c:v>45689</c:v>
                </c:pt>
                <c:pt idx="65">
                  <c:v>45717</c:v>
                </c:pt>
                <c:pt idx="66">
                  <c:v>45748</c:v>
                </c:pt>
                <c:pt idx="67">
                  <c:v>45778</c:v>
                </c:pt>
                <c:pt idx="68">
                  <c:v>45809</c:v>
                </c:pt>
              </c:numCache>
            </c:numRef>
          </c:cat>
          <c:val>
            <c:numRef>
              <c:f>Hoja1!$E$180:$E$248</c:f>
              <c:numCache>
                <c:formatCode>0.0%</c:formatCode>
                <c:ptCount val="69"/>
                <c:pt idx="0">
                  <c:v>3.200413942419944E-2</c:v>
                </c:pt>
                <c:pt idx="1">
                  <c:v>2.3611811331916366E-2</c:v>
                </c:pt>
                <c:pt idx="2">
                  <c:v>3.0022316701498353E-2</c:v>
                </c:pt>
                <c:pt idx="3">
                  <c:v>3.4150641581112584E-2</c:v>
                </c:pt>
                <c:pt idx="4">
                  <c:v>3.6011104306042485E-2</c:v>
                </c:pt>
                <c:pt idx="5">
                  <c:v>-6.3001382114757032E-2</c:v>
                </c:pt>
                <c:pt idx="6">
                  <c:v>-0.20190995173872928</c:v>
                </c:pt>
                <c:pt idx="7">
                  <c:v>-0.17414926990465773</c:v>
                </c:pt>
                <c:pt idx="8">
                  <c:v>-0.12521504594199051</c:v>
                </c:pt>
                <c:pt idx="9">
                  <c:v>-0.10628780730721199</c:v>
                </c:pt>
                <c:pt idx="10">
                  <c:v>-0.10396396306545475</c:v>
                </c:pt>
                <c:pt idx="11">
                  <c:v>-6.4630952126762953E-2</c:v>
                </c:pt>
                <c:pt idx="12">
                  <c:v>-4.6971369659122852E-2</c:v>
                </c:pt>
                <c:pt idx="13">
                  <c:v>-3.682664825074411E-2</c:v>
                </c:pt>
                <c:pt idx="14">
                  <c:v>-2.1596011409023452E-2</c:v>
                </c:pt>
                <c:pt idx="15">
                  <c:v>-3.4095337128484227E-2</c:v>
                </c:pt>
                <c:pt idx="16">
                  <c:v>-3.2016783918483949E-2</c:v>
                </c:pt>
                <c:pt idx="17">
                  <c:v>0.11183194489230885</c:v>
                </c:pt>
                <c:pt idx="18">
                  <c:v>0.25442582766673172</c:v>
                </c:pt>
                <c:pt idx="19">
                  <c:v>0.13239464611864249</c:v>
                </c:pt>
                <c:pt idx="20">
                  <c:v>0.15367816809705848</c:v>
                </c:pt>
                <c:pt idx="21">
                  <c:v>0.13168173228097757</c:v>
                </c:pt>
                <c:pt idx="22">
                  <c:v>0.11686766477345323</c:v>
                </c:pt>
                <c:pt idx="23">
                  <c:v>0.13464766504959358</c:v>
                </c:pt>
                <c:pt idx="24">
                  <c:v>0.10201485581388736</c:v>
                </c:pt>
                <c:pt idx="25">
                  <c:v>0.10584741276423615</c:v>
                </c:pt>
                <c:pt idx="26">
                  <c:v>0.10369475123687999</c:v>
                </c:pt>
                <c:pt idx="27">
                  <c:v>8.2285275141916525E-2</c:v>
                </c:pt>
                <c:pt idx="28">
                  <c:v>6.7844522586413936E-2</c:v>
                </c:pt>
                <c:pt idx="29">
                  <c:v>7.0407974765554382E-2</c:v>
                </c:pt>
                <c:pt idx="30">
                  <c:v>0.10189466280108084</c:v>
                </c:pt>
                <c:pt idx="31">
                  <c:v>0.16735269538469377</c:v>
                </c:pt>
                <c:pt idx="32">
                  <c:v>7.6803563083880366E-2</c:v>
                </c:pt>
                <c:pt idx="33">
                  <c:v>6.0795817612648184E-2</c:v>
                </c:pt>
                <c:pt idx="34">
                  <c:v>8.7662621244451788E-2</c:v>
                </c:pt>
                <c:pt idx="35">
                  <c:v>4.2635155384777024E-2</c:v>
                </c:pt>
                <c:pt idx="36">
                  <c:v>4.0446955815241603E-2</c:v>
                </c:pt>
                <c:pt idx="37">
                  <c:v>8.7446819629222183E-4</c:v>
                </c:pt>
                <c:pt idx="38">
                  <c:v>4.0598818011361448E-3</c:v>
                </c:pt>
                <c:pt idx="39">
                  <c:v>4.0180737652400822E-2</c:v>
                </c:pt>
                <c:pt idx="40">
                  <c:v>2.3332409031092238E-2</c:v>
                </c:pt>
                <c:pt idx="41">
                  <c:v>1.3011008557600734E-2</c:v>
                </c:pt>
                <c:pt idx="42">
                  <c:v>-6.1387377642114771E-3</c:v>
                </c:pt>
                <c:pt idx="43">
                  <c:v>2.0234932229830083E-3</c:v>
                </c:pt>
                <c:pt idx="44">
                  <c:v>2.3466115128192966E-2</c:v>
                </c:pt>
                <c:pt idx="45">
                  <c:v>4.3408097187047634E-3</c:v>
                </c:pt>
                <c:pt idx="46">
                  <c:v>4.2334046493117672E-3</c:v>
                </c:pt>
                <c:pt idx="47">
                  <c:v>-7.6813408007287975E-3</c:v>
                </c:pt>
                <c:pt idx="48">
                  <c:v>-9.4706985567331037E-3</c:v>
                </c:pt>
                <c:pt idx="49">
                  <c:v>3.5171375653179737E-2</c:v>
                </c:pt>
                <c:pt idx="50">
                  <c:v>9.9737556105663483E-3</c:v>
                </c:pt>
                <c:pt idx="51">
                  <c:v>1.3629708169907495E-2</c:v>
                </c:pt>
                <c:pt idx="52">
                  <c:v>2.1893964554516199E-2</c:v>
                </c:pt>
                <c:pt idx="53">
                  <c:v>-2.0661111167711299E-2</c:v>
                </c:pt>
                <c:pt idx="54">
                  <c:v>5.4466489128908613E-2</c:v>
                </c:pt>
                <c:pt idx="55">
                  <c:v>2.1237720566905427E-2</c:v>
                </c:pt>
                <c:pt idx="56">
                  <c:v>-1.7811838534268265E-2</c:v>
                </c:pt>
                <c:pt idx="57">
                  <c:v>3.1152167858156554E-2</c:v>
                </c:pt>
                <c:pt idx="58">
                  <c:v>1.4477837054327924E-2</c:v>
                </c:pt>
                <c:pt idx="59">
                  <c:v>7.6042670567733062E-3</c:v>
                </c:pt>
                <c:pt idx="60">
                  <c:v>3.6314059184619607E-2</c:v>
                </c:pt>
                <c:pt idx="61">
                  <c:v>3.7532735737824119E-3</c:v>
                </c:pt>
                <c:pt idx="62">
                  <c:v>3.4091984264051245E-2</c:v>
                </c:pt>
                <c:pt idx="63">
                  <c:v>2.3467818783084571E-2</c:v>
                </c:pt>
                <c:pt idx="64">
                  <c:v>1.3276257145357739E-2</c:v>
                </c:pt>
                <c:pt idx="65">
                  <c:v>4.5317863963246108E-2</c:v>
                </c:pt>
                <c:pt idx="66">
                  <c:v>9.37061679434259E-3</c:v>
                </c:pt>
                <c:pt idx="67">
                  <c:v>2.4213682278120485E-2</c:v>
                </c:pt>
                <c:pt idx="68">
                  <c:v>2.9367255803001147E-2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FFC-4333-B357-D978E02FC85C}"/>
            </c:ext>
          </c:extLst>
        </c:ser>
        <c:ser>
          <c:idx val="3"/>
          <c:order val="3"/>
          <c:tx>
            <c:strRef>
              <c:f>Hoja1!$F$2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DA-41B4-AEB1-429CF1F71698}"/>
                </c:ext>
              </c:extLst>
            </c:dLbl>
            <c:dLbl>
              <c:idx val="44"/>
              <c:layout>
                <c:manualLayout>
                  <c:x val="-5.1657514744763149E-2"/>
                  <c:y val="-7.6690821256038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7F-4B07-B023-8EEB87A4691C}"/>
                </c:ext>
              </c:extLst>
            </c:dLbl>
            <c:dLbl>
              <c:idx val="5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2D-4A4B-BAFC-472553341C77}"/>
                </c:ext>
              </c:extLst>
            </c:dLbl>
            <c:dLbl>
              <c:idx val="68"/>
              <c:layout>
                <c:manualLayout>
                  <c:x val="4.3047928953967645E-3"/>
                  <c:y val="-3.98792270531401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37F-4B07-B023-8EEB87A469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Hoja1!$B$180:$B$248</c:f>
              <c:numCache>
                <c:formatCode>mmm\-yy</c:formatCode>
                <c:ptCount val="69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  <c:pt idx="64">
                  <c:v>45689</c:v>
                </c:pt>
                <c:pt idx="65">
                  <c:v>45717</c:v>
                </c:pt>
                <c:pt idx="66">
                  <c:v>45748</c:v>
                </c:pt>
                <c:pt idx="67">
                  <c:v>45778</c:v>
                </c:pt>
                <c:pt idx="68">
                  <c:v>45809</c:v>
                </c:pt>
              </c:numCache>
            </c:numRef>
          </c:cat>
          <c:val>
            <c:numRef>
              <c:f>Hoja1!$F$180:$F$248</c:f>
              <c:numCache>
                <c:formatCode>0.0%</c:formatCode>
                <c:ptCount val="69"/>
                <c:pt idx="0">
                  <c:v>3.0769974552149693E-2</c:v>
                </c:pt>
                <c:pt idx="1">
                  <c:v>2.3317600029461483E-2</c:v>
                </c:pt>
                <c:pt idx="2">
                  <c:v>2.9252149545471173E-2</c:v>
                </c:pt>
                <c:pt idx="3">
                  <c:v>3.4305612642442584E-2</c:v>
                </c:pt>
                <c:pt idx="4">
                  <c:v>2.6529938151691468E-2</c:v>
                </c:pt>
                <c:pt idx="5">
                  <c:v>-6.3364295594010689E-2</c:v>
                </c:pt>
                <c:pt idx="6">
                  <c:v>-0.20273746120318925</c:v>
                </c:pt>
                <c:pt idx="7">
                  <c:v>-0.1736667753627904</c:v>
                </c:pt>
                <c:pt idx="8">
                  <c:v>-0.12231685211188392</c:v>
                </c:pt>
                <c:pt idx="9">
                  <c:v>-0.10513806250549063</c:v>
                </c:pt>
                <c:pt idx="10">
                  <c:v>-0.1012485471854867</c:v>
                </c:pt>
                <c:pt idx="11">
                  <c:v>-6.1475686194443102E-2</c:v>
                </c:pt>
                <c:pt idx="12">
                  <c:v>-4.7017350891412457E-2</c:v>
                </c:pt>
                <c:pt idx="13">
                  <c:v>-3.6184316474462519E-2</c:v>
                </c:pt>
                <c:pt idx="14">
                  <c:v>-2.1560226087830814E-2</c:v>
                </c:pt>
                <c:pt idx="15">
                  <c:v>-3.5087503425817124E-2</c:v>
                </c:pt>
                <c:pt idx="16">
                  <c:v>-1.7085705302005372E-2</c:v>
                </c:pt>
                <c:pt idx="17">
                  <c:v>0.11042184818959511</c:v>
                </c:pt>
                <c:pt idx="18">
                  <c:v>0.25136532184907612</c:v>
                </c:pt>
                <c:pt idx="19">
                  <c:v>0.1307380065086341</c:v>
                </c:pt>
                <c:pt idx="20">
                  <c:v>0.15723949660391501</c:v>
                </c:pt>
                <c:pt idx="21">
                  <c:v>0.13214135324791121</c:v>
                </c:pt>
                <c:pt idx="22">
                  <c:v>0.11777697092203221</c:v>
                </c:pt>
                <c:pt idx="23">
                  <c:v>0.13602611885080473</c:v>
                </c:pt>
                <c:pt idx="24">
                  <c:v>9.9921486401764126E-2</c:v>
                </c:pt>
                <c:pt idx="25">
                  <c:v>0.10537386032264884</c:v>
                </c:pt>
                <c:pt idx="26">
                  <c:v>0.10157730921801078</c:v>
                </c:pt>
                <c:pt idx="27">
                  <c:v>7.8804021403016122E-2</c:v>
                </c:pt>
                <c:pt idx="28">
                  <c:v>6.9173183498517199E-2</c:v>
                </c:pt>
                <c:pt idx="29">
                  <c:v>6.8198343336395961E-2</c:v>
                </c:pt>
                <c:pt idx="30">
                  <c:v>9.7669695244176014E-2</c:v>
                </c:pt>
                <c:pt idx="31">
                  <c:v>0.16481180834258646</c:v>
                </c:pt>
                <c:pt idx="32">
                  <c:v>7.8956805334286617E-2</c:v>
                </c:pt>
                <c:pt idx="33">
                  <c:v>6.0192983795302801E-2</c:v>
                </c:pt>
                <c:pt idx="34">
                  <c:v>8.6623982477742167E-2</c:v>
                </c:pt>
                <c:pt idx="35">
                  <c:v>4.299197108104913E-2</c:v>
                </c:pt>
                <c:pt idx="36">
                  <c:v>3.8950588762983962E-2</c:v>
                </c:pt>
                <c:pt idx="37">
                  <c:v>8.4234172414454633E-4</c:v>
                </c:pt>
                <c:pt idx="38">
                  <c:v>1.5842651650552764E-3</c:v>
                </c:pt>
                <c:pt idx="39">
                  <c:v>3.7042017117860926E-2</c:v>
                </c:pt>
                <c:pt idx="40">
                  <c:v>2.4725210546800103E-2</c:v>
                </c:pt>
                <c:pt idx="41">
                  <c:v>1.1532103523072434E-2</c:v>
                </c:pt>
                <c:pt idx="42">
                  <c:v>-9.1451609668818934E-3</c:v>
                </c:pt>
                <c:pt idx="43">
                  <c:v>9.5374765198030786E-4</c:v>
                </c:pt>
                <c:pt idx="44">
                  <c:v>2.5901607427766926E-2</c:v>
                </c:pt>
                <c:pt idx="45">
                  <c:v>5.1992766811082003E-3</c:v>
                </c:pt>
                <c:pt idx="46">
                  <c:v>3.9693015392399111E-3</c:v>
                </c:pt>
                <c:pt idx="47">
                  <c:v>-6.8570304830800621E-3</c:v>
                </c:pt>
                <c:pt idx="48">
                  <c:v>-9.3410179542803284E-3</c:v>
                </c:pt>
                <c:pt idx="49">
                  <c:v>3.7478862224424647E-2</c:v>
                </c:pt>
                <c:pt idx="50">
                  <c:v>9.9644148232580498E-3</c:v>
                </c:pt>
                <c:pt idx="51">
                  <c:v>1.2543471460100486E-2</c:v>
                </c:pt>
                <c:pt idx="52">
                  <c:v>1.159115622217044E-2</c:v>
                </c:pt>
                <c:pt idx="53">
                  <c:v>-4.3724589290414784E-3</c:v>
                </c:pt>
                <c:pt idx="54">
                  <c:v>3.8434489825334373E-2</c:v>
                </c:pt>
                <c:pt idx="55">
                  <c:v>2.2692470872451409E-2</c:v>
                </c:pt>
                <c:pt idx="56">
                  <c:v>-1.4982469350005023E-2</c:v>
                </c:pt>
                <c:pt idx="57">
                  <c:v>3.3249332653650487E-2</c:v>
                </c:pt>
                <c:pt idx="58">
                  <c:v>1.5015426642098539E-2</c:v>
                </c:pt>
                <c:pt idx="59">
                  <c:v>9.2497124387378449E-3</c:v>
                </c:pt>
                <c:pt idx="60">
                  <c:v>3.7592186840314401E-2</c:v>
                </c:pt>
                <c:pt idx="61">
                  <c:v>5.4703277885357338E-3</c:v>
                </c:pt>
                <c:pt idx="62">
                  <c:v>3.3776921319216724E-2</c:v>
                </c:pt>
                <c:pt idx="63">
                  <c:v>2.1837569704076909E-2</c:v>
                </c:pt>
                <c:pt idx="64">
                  <c:v>2.5426416174312738E-2</c:v>
                </c:pt>
                <c:pt idx="65">
                  <c:v>2.9251646978453838E-2</c:v>
                </c:pt>
                <c:pt idx="66">
                  <c:v>2.2834712913823552E-2</c:v>
                </c:pt>
                <c:pt idx="67">
                  <c:v>2.3164919798569272E-2</c:v>
                </c:pt>
                <c:pt idx="68">
                  <c:v>2.8656268202650326E-2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65E-41C0-AB50-8A30514847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0738527"/>
        <c:axId val="280731327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Hoja1!$C$2</c15:sqref>
                        </c15:formulaRef>
                      </c:ext>
                    </c:extLst>
                    <c:strCache>
                      <c:ptCount val="1"/>
                      <c:pt idx="0">
                        <c:v>Original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Hoja1!$B$180:$B$248</c15:sqref>
                        </c15:formulaRef>
                      </c:ext>
                    </c:extLst>
                    <c:numCache>
                      <c:formatCode>mmm\-yy</c:formatCode>
                      <c:ptCount val="69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  <c:pt idx="64">
                        <c:v>45689</c:v>
                      </c:pt>
                      <c:pt idx="65">
                        <c:v>45717</c:v>
                      </c:pt>
                      <c:pt idx="66">
                        <c:v>45748</c:v>
                      </c:pt>
                      <c:pt idx="67">
                        <c:v>45778</c:v>
                      </c:pt>
                      <c:pt idx="68">
                        <c:v>45809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Hoja1!$C$180:$C$248</c15:sqref>
                        </c15:formulaRef>
                      </c:ext>
                    </c:extLst>
                    <c:numCache>
                      <c:formatCode>0.0</c:formatCode>
                      <c:ptCount val="69"/>
                      <c:pt idx="0">
                        <c:v>110.28124102008556</c:v>
                      </c:pt>
                      <c:pt idx="1">
                        <c:v>115.25790329805872</c:v>
                      </c:pt>
                      <c:pt idx="2">
                        <c:v>122.6057437866596</c:v>
                      </c:pt>
                      <c:pt idx="3">
                        <c:v>103.19242850019461</c:v>
                      </c:pt>
                      <c:pt idx="4">
                        <c:v>107.69029299064294</c:v>
                      </c:pt>
                      <c:pt idx="5">
                        <c:v>100.59645221508578</c:v>
                      </c:pt>
                      <c:pt idx="6">
                        <c:v>83.107058119749496</c:v>
                      </c:pt>
                      <c:pt idx="7">
                        <c:v>89.779964168982218</c:v>
                      </c:pt>
                      <c:pt idx="8">
                        <c:v>95.30008016900311</c:v>
                      </c:pt>
                      <c:pt idx="9">
                        <c:v>99.963723374164033</c:v>
                      </c:pt>
                      <c:pt idx="10">
                        <c:v>100.20892994717627</c:v>
                      </c:pt>
                      <c:pt idx="11">
                        <c:v>101.87153745492672</c:v>
                      </c:pt>
                      <c:pt idx="12">
                        <c:v>105.1011800816643</c:v>
                      </c:pt>
                      <c:pt idx="13">
                        <c:v>111.01334103518283</c:v>
                      </c:pt>
                      <c:pt idx="14">
                        <c:v>119.95794874503109</c:v>
                      </c:pt>
                      <c:pt idx="15">
                        <c:v>99.674047861373467</c:v>
                      </c:pt>
                      <c:pt idx="16">
                        <c:v>104.2423961498433</c:v>
                      </c:pt>
                      <c:pt idx="17">
                        <c:v>111.84634911556502</c:v>
                      </c:pt>
                      <c:pt idx="18">
                        <c:v>104.25164016681394</c:v>
                      </c:pt>
                      <c:pt idx="19">
                        <c:v>101.66635075367903</c:v>
                      </c:pt>
                      <c:pt idx="20">
                        <c:v>109.94562190887831</c:v>
                      </c:pt>
                      <c:pt idx="21">
                        <c:v>113.12711963333039</c:v>
                      </c:pt>
                      <c:pt idx="22">
                        <c:v>111.92011357954934</c:v>
                      </c:pt>
                      <c:pt idx="23">
                        <c:v>115.58830210824482</c:v>
                      </c:pt>
                      <c:pt idx="24">
                        <c:v>115.82306181356469</c:v>
                      </c:pt>
                      <c:pt idx="25">
                        <c:v>122.76381596607074</c:v>
                      </c:pt>
                      <c:pt idx="26">
                        <c:v>132.39695839903348</c:v>
                      </c:pt>
                      <c:pt idx="27">
                        <c:v>107.87575431415515</c:v>
                      </c:pt>
                      <c:pt idx="28">
                        <c:v>111.31467174989326</c:v>
                      </c:pt>
                      <c:pt idx="29">
                        <c:v>119.7212240417131</c:v>
                      </c:pt>
                      <c:pt idx="30">
                        <c:v>114.87432588807106</c:v>
                      </c:pt>
                      <c:pt idx="31">
                        <c:v>118.6804885822329</c:v>
                      </c:pt>
                      <c:pt idx="32">
                        <c:v>118.3898374169533</c:v>
                      </c:pt>
                      <c:pt idx="33">
                        <c:v>120.00477536560258</c:v>
                      </c:pt>
                      <c:pt idx="34">
                        <c:v>121.73132410590941</c:v>
                      </c:pt>
                      <c:pt idx="35">
                        <c:v>120.5164273292924</c:v>
                      </c:pt>
                      <c:pt idx="36">
                        <c:v>120.50775207712394</c:v>
                      </c:pt>
                      <c:pt idx="37">
                        <c:v>122.87116901878854</c:v>
                      </c:pt>
                      <c:pt idx="38">
                        <c:v>132.9344744009635</c:v>
                      </c:pt>
                      <c:pt idx="39">
                        <c:v>112.21028169730707</c:v>
                      </c:pt>
                      <c:pt idx="40">
                        <c:v>113.91191120232355</c:v>
                      </c:pt>
                      <c:pt idx="41">
                        <c:v>121.27891791224627</c:v>
                      </c:pt>
                      <c:pt idx="42">
                        <c:v>114.16914252560362</c:v>
                      </c:pt>
                      <c:pt idx="43">
                        <c:v>118.92063774657935</c:v>
                      </c:pt>
                      <c:pt idx="44">
                        <c:v>121.16798697178758</c:v>
                      </c:pt>
                      <c:pt idx="45">
                        <c:v>120.52569326080057</c:v>
                      </c:pt>
                      <c:pt idx="46">
                        <c:v>122.24666205934625</c:v>
                      </c:pt>
                      <c:pt idx="47">
                        <c:v>119.59069957888984</c:v>
                      </c:pt>
                      <c:pt idx="48">
                        <c:v>119.36645948345198</c:v>
                      </c:pt>
                      <c:pt idx="49">
                        <c:v>127.19271706129369</c:v>
                      </c:pt>
                      <c:pt idx="50">
                        <c:v>134.26033036085781</c:v>
                      </c:pt>
                      <c:pt idx="51">
                        <c:v>113.73967509050446</c:v>
                      </c:pt>
                      <c:pt idx="52">
                        <c:v>116.40589454852443</c:v>
                      </c:pt>
                      <c:pt idx="53">
                        <c:v>118.77316070696162</c:v>
                      </c:pt>
                      <c:pt idx="54">
                        <c:v>120.38753488583123</c:v>
                      </c:pt>
                      <c:pt idx="55">
                        <c:v>121.44624102067938</c:v>
                      </c:pt>
                      <c:pt idx="56">
                        <c:v>119.00976235232379</c:v>
                      </c:pt>
                      <c:pt idx="57">
                        <c:v>124.28032988848172</c:v>
                      </c:pt>
                      <c:pt idx="58">
                        <c:v>124.01652931307696</c:v>
                      </c:pt>
                      <c:pt idx="59">
                        <c:v>120.50009919599405</c:v>
                      </c:pt>
                      <c:pt idx="60">
                        <c:v>123.70114015779254</c:v>
                      </c:pt>
                      <c:pt idx="61">
                        <c:v>127.67010612501744</c:v>
                      </c:pt>
                      <c:pt idx="62">
                        <c:v>138.83753143080651</c:v>
                      </c:pt>
                      <c:pt idx="63">
                        <c:v>116.40889717397533</c:v>
                      </c:pt>
                      <c:pt idx="64">
                        <c:v>117.95132913778603</c:v>
                      </c:pt>
                      <c:pt idx="65">
                        <c:v>124.15570664636448</c:v>
                      </c:pt>
                      <c:pt idx="66">
                        <c:v>121.5156403420619</c:v>
                      </c:pt>
                      <c:pt idx="67">
                        <c:v>124.38690171462616</c:v>
                      </c:pt>
                      <c:pt idx="68">
                        <c:v>122.50475248637886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9FFC-4333-B357-D978E02FC85C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Hoja1!$D$2</c15:sqref>
                        </c15:formulaRef>
                      </c:ext>
                    </c:extLst>
                    <c:strCache>
                      <c:ptCount val="1"/>
                      <c:pt idx="0">
                        <c:v>Ajustado por efecto estacional y calendario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Hoja1!$B$180:$B$248</c15:sqref>
                        </c15:formulaRef>
                      </c:ext>
                    </c:extLst>
                    <c:numCache>
                      <c:formatCode>mmm\-yy</c:formatCode>
                      <c:ptCount val="69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  <c:pt idx="64">
                        <c:v>45689</c:v>
                      </c:pt>
                      <c:pt idx="65">
                        <c:v>45717</c:v>
                      </c:pt>
                      <c:pt idx="66">
                        <c:v>45748</c:v>
                      </c:pt>
                      <c:pt idx="67">
                        <c:v>45778</c:v>
                      </c:pt>
                      <c:pt idx="68">
                        <c:v>45809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Hoja1!$D$180:$D$248</c15:sqref>
                        </c15:formulaRef>
                      </c:ext>
                    </c:extLst>
                    <c:numCache>
                      <c:formatCode>0.0</c:formatCode>
                      <c:ptCount val="69"/>
                      <c:pt idx="0">
                        <c:v>110.55039069158224</c:v>
                      </c:pt>
                      <c:pt idx="1">
                        <c:v>110.06412654220816</c:v>
                      </c:pt>
                      <c:pt idx="2">
                        <c:v>110.38051995359828</c:v>
                      </c:pt>
                      <c:pt idx="3">
                        <c:v>111.5944391906073</c:v>
                      </c:pt>
                      <c:pt idx="4">
                        <c:v>111.75326977244684</c:v>
                      </c:pt>
                      <c:pt idx="5">
                        <c:v>100.70750122797121</c:v>
                      </c:pt>
                      <c:pt idx="6">
                        <c:v>86.895520466241464</c:v>
                      </c:pt>
                      <c:pt idx="7">
                        <c:v>90.922899063954574</c:v>
                      </c:pt>
                      <c:pt idx="8">
                        <c:v>95.55766976957328</c:v>
                      </c:pt>
                      <c:pt idx="9">
                        <c:v>98.868029083378545</c:v>
                      </c:pt>
                      <c:pt idx="10">
                        <c:v>99.273051087159132</c:v>
                      </c:pt>
                      <c:pt idx="11">
                        <c:v>102.77573061659184</c:v>
                      </c:pt>
                      <c:pt idx="12">
                        <c:v>105.35260418125338</c:v>
                      </c:pt>
                      <c:pt idx="13">
                        <c:v>106.0815313549196</c:v>
                      </c:pt>
                      <c:pt idx="14">
                        <c:v>108.00069098770638</c:v>
                      </c:pt>
                      <c:pt idx="15">
                        <c:v>107.67886892320473</c:v>
                      </c:pt>
                      <c:pt idx="16">
                        <c:v>109.84388633857931</c:v>
                      </c:pt>
                      <c:pt idx="17">
                        <c:v>111.82780964011971</c:v>
                      </c:pt>
                      <c:pt idx="18">
                        <c:v>108.73804093548122</c:v>
                      </c:pt>
                      <c:pt idx="19">
                        <c:v>102.80997763356174</c:v>
                      </c:pt>
                      <c:pt idx="20">
                        <c:v>110.58310966078413</c:v>
                      </c:pt>
                      <c:pt idx="21">
                        <c:v>111.93258423941002</c:v>
                      </c:pt>
                      <c:pt idx="22">
                        <c:v>110.96513033839288</c:v>
                      </c:pt>
                      <c:pt idx="23">
                        <c:v>116.75591436442265</c:v>
                      </c:pt>
                      <c:pt idx="24">
                        <c:v>115.87959298734094</c:v>
                      </c:pt>
                      <c:pt idx="25">
                        <c:v>117.25975182272559</c:v>
                      </c:pt>
                      <c:pt idx="26">
                        <c:v>118.97111057192345</c:v>
                      </c:pt>
                      <c:pt idx="27">
                        <c:v>116.16439681448153</c:v>
                      </c:pt>
                      <c:pt idx="28">
                        <c:v>117.44213764446812</c:v>
                      </c:pt>
                      <c:pt idx="29">
                        <c:v>119.45428099651372</c:v>
                      </c:pt>
                      <c:pt idx="30">
                        <c:v>119.3584522550984</c:v>
                      </c:pt>
                      <c:pt idx="31">
                        <c:v>119.75427596300992</c:v>
                      </c:pt>
                      <c:pt idx="32">
                        <c:v>119.31439872353073</c:v>
                      </c:pt>
                      <c:pt idx="33">
                        <c:v>118.67014046869919</c:v>
                      </c:pt>
                      <c:pt idx="34">
                        <c:v>120.5773718444662</c:v>
                      </c:pt>
                      <c:pt idx="35">
                        <c:v>121.77548125831935</c:v>
                      </c:pt>
                      <c:pt idx="36">
                        <c:v>120.39317135981283</c:v>
                      </c:pt>
                      <c:pt idx="37">
                        <c:v>117.35852460424871</c:v>
                      </c:pt>
                      <c:pt idx="38">
                        <c:v>119.15959235805047</c:v>
                      </c:pt>
                      <c:pt idx="39">
                        <c:v>120.46736038976955</c:v>
                      </c:pt>
                      <c:pt idx="40">
                        <c:v>120.34591922479387</c:v>
                      </c:pt>
                      <c:pt idx="41">
                        <c:v>120.83184013123969</c:v>
                      </c:pt>
                      <c:pt idx="42">
                        <c:v>118.26689999646764</c:v>
                      </c:pt>
                      <c:pt idx="43">
                        <c:v>119.86849132252424</c:v>
                      </c:pt>
                      <c:pt idx="44">
                        <c:v>122.40483343974769</c:v>
                      </c:pt>
                      <c:pt idx="45">
                        <c:v>119.28713936278193</c:v>
                      </c:pt>
                      <c:pt idx="46">
                        <c:v>121.05597979212594</c:v>
                      </c:pt>
                      <c:pt idx="47">
                        <c:v>120.94046307123931</c:v>
                      </c:pt>
                      <c:pt idx="48">
                        <c:v>119.26857658456807</c:v>
                      </c:pt>
                      <c:pt idx="49">
                        <c:v>121.75698857875309</c:v>
                      </c:pt>
                      <c:pt idx="50">
                        <c:v>120.34694796647642</c:v>
                      </c:pt>
                      <c:pt idx="51">
                        <c:v>121.97843928669228</c:v>
                      </c:pt>
                      <c:pt idx="52">
                        <c:v>121.74086757522917</c:v>
                      </c:pt>
                      <c:pt idx="53">
                        <c:v>120.30350787294533</c:v>
                      </c:pt>
                      <c:pt idx="54">
                        <c:v>122.81242796105572</c:v>
                      </c:pt>
                      <c:pt idx="55">
                        <c:v>122.58860357038532</c:v>
                      </c:pt>
                      <c:pt idx="56">
                        <c:v>120.5709067744442</c:v>
                      </c:pt>
                      <c:pt idx="57">
                        <c:v>123.25335714075743</c:v>
                      </c:pt>
                      <c:pt idx="58">
                        <c:v>122.87368697628196</c:v>
                      </c:pt>
                      <c:pt idx="59">
                        <c:v>122.05912757685607</c:v>
                      </c:pt>
                      <c:pt idx="60">
                        <c:v>123.75214319971349</c:v>
                      </c:pt>
                      <c:pt idx="61">
                        <c:v>122.42303921682387</c:v>
                      </c:pt>
                      <c:pt idx="62">
                        <c:v>124.41189735894795</c:v>
                      </c:pt>
                      <c:pt idx="63">
                        <c:v>124.64215195700994</c:v>
                      </c:pt>
                      <c:pt idx="64">
                        <c:v>124.83630153961886</c:v>
                      </c:pt>
                      <c:pt idx="65">
                        <c:v>123.82258361551438</c:v>
                      </c:pt>
                      <c:pt idx="66">
                        <c:v>125.61681449579606</c:v>
                      </c:pt>
                      <c:pt idx="67">
                        <c:v>125.42835874031191</c:v>
                      </c:pt>
                      <c:pt idx="68">
                        <c:v>124.02601901640942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9FFC-4333-B357-D978E02FC85C}"/>
                  </c:ext>
                </c:extLst>
              </c15:ser>
            </c15:filteredLineSeries>
          </c:ext>
        </c:extLst>
      </c:lineChart>
      <c:dateAx>
        <c:axId val="280738527"/>
        <c:scaling>
          <c:orientation val="minMax"/>
          <c:max val="45809"/>
          <c:min val="43983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1327"/>
        <c:crosses val="autoZero"/>
        <c:auto val="1"/>
        <c:lblOffset val="100"/>
        <c:baseTimeUnit val="months"/>
        <c:majorUnit val="3"/>
        <c:majorTimeUnit val="months"/>
      </c:dateAx>
      <c:valAx>
        <c:axId val="280731327"/>
        <c:scaling>
          <c:orientation val="minMax"/>
          <c:max val="0.25"/>
          <c:min val="-0.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8527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14552521862924547"/>
          <c:y val="0"/>
          <c:w val="0.65729204799674601"/>
          <c:h val="6.06193236714975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0079203703703703"/>
          <c:y val="0.11276908212560387"/>
          <c:w val="0.55997314814814814"/>
          <c:h val="0.813474637681159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Hoja1!$X$2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Hoja1!$W$4:$W$15</c:f>
              <c:strCache>
                <c:ptCount val="12"/>
                <c:pt idx="0">
                  <c:v>Agricultura</c:v>
                </c:pt>
                <c:pt idx="1">
                  <c:v>Comercio</c:v>
                </c:pt>
                <c:pt idx="2">
                  <c:v>Comercio</c:v>
                </c:pt>
                <c:pt idx="3">
                  <c:v>Información y comunicaciones</c:v>
                </c:pt>
                <c:pt idx="4">
                  <c:v>Actividades artisticas, entretenimiento</c:v>
                </c:pt>
                <c:pt idx="5">
                  <c:v>Industria</c:v>
                </c:pt>
                <c:pt idx="6">
                  <c:v>Servicios públicos</c:v>
                </c:pt>
                <c:pt idx="7">
                  <c:v>Construcción</c:v>
                </c:pt>
                <c:pt idx="8">
                  <c:v>Inmobiliario</c:v>
                </c:pt>
                <c:pt idx="9">
                  <c:v>Actividades profesionales</c:v>
                </c:pt>
                <c:pt idx="10">
                  <c:v>Actividades financieras y de seguros</c:v>
                </c:pt>
                <c:pt idx="11">
                  <c:v>Minas</c:v>
                </c:pt>
              </c:strCache>
            </c:strRef>
          </c:cat>
          <c:val>
            <c:numRef>
              <c:f>Hoja1!$X$4:$X$15</c:f>
              <c:numCache>
                <c:formatCode>0.0%</c:formatCode>
                <c:ptCount val="12"/>
                <c:pt idx="0">
                  <c:v>6.0162338932533865E-2</c:v>
                </c:pt>
                <c:pt idx="1">
                  <c:v>5.3811582008703285E-2</c:v>
                </c:pt>
                <c:pt idx="2">
                  <c:v>4.4581514454059556E-2</c:v>
                </c:pt>
                <c:pt idx="3">
                  <c:v>4.5308552738244856E-2</c:v>
                </c:pt>
                <c:pt idx="4">
                  <c:v>3.9094358145147723E-2</c:v>
                </c:pt>
                <c:pt idx="5">
                  <c:v>3.1150675510777992E-2</c:v>
                </c:pt>
                <c:pt idx="6">
                  <c:v>2.9282089026604563E-2</c:v>
                </c:pt>
                <c:pt idx="7">
                  <c:v>2.3220326992358542E-2</c:v>
                </c:pt>
                <c:pt idx="8">
                  <c:v>1.9385281016929046E-2</c:v>
                </c:pt>
                <c:pt idx="9">
                  <c:v>1.3299803299928303E-2</c:v>
                </c:pt>
                <c:pt idx="10">
                  <c:v>-3.542370841559972E-2</c:v>
                </c:pt>
                <c:pt idx="11">
                  <c:v>-4.4723963117807353E-2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CC-471A-AE2E-AD86C6E8ABEF}"/>
            </c:ext>
          </c:extLst>
        </c:ser>
        <c:ser>
          <c:idx val="1"/>
          <c:order val="1"/>
          <c:tx>
            <c:strRef>
              <c:f>Hoja1!$Y$2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Hoja1!$W$4:$W$15</c:f>
              <c:strCache>
                <c:ptCount val="12"/>
                <c:pt idx="0">
                  <c:v>Agricultura</c:v>
                </c:pt>
                <c:pt idx="1">
                  <c:v>Comercio</c:v>
                </c:pt>
                <c:pt idx="2">
                  <c:v>Comercio</c:v>
                </c:pt>
                <c:pt idx="3">
                  <c:v>Información y comunicaciones</c:v>
                </c:pt>
                <c:pt idx="4">
                  <c:v>Actividades artisticas, entretenimiento</c:v>
                </c:pt>
                <c:pt idx="5">
                  <c:v>Industria</c:v>
                </c:pt>
                <c:pt idx="6">
                  <c:v>Servicios públicos</c:v>
                </c:pt>
                <c:pt idx="7">
                  <c:v>Construcción</c:v>
                </c:pt>
                <c:pt idx="8">
                  <c:v>Inmobiliario</c:v>
                </c:pt>
                <c:pt idx="9">
                  <c:v>Actividades profesionales</c:v>
                </c:pt>
                <c:pt idx="10">
                  <c:v>Actividades financieras y de seguros</c:v>
                </c:pt>
                <c:pt idx="11">
                  <c:v>Minas</c:v>
                </c:pt>
              </c:strCache>
            </c:strRef>
          </c:cat>
          <c:val>
            <c:numRef>
              <c:f>Hoja1!$Y$4:$Y$15</c:f>
              <c:numCache>
                <c:formatCode>0.0%</c:formatCode>
                <c:ptCount val="12"/>
                <c:pt idx="0">
                  <c:v>6.0445142562467691E-2</c:v>
                </c:pt>
                <c:pt idx="1">
                  <c:v>5.9413197360142833E-2</c:v>
                </c:pt>
                <c:pt idx="2">
                  <c:v>4.4606993929831917E-2</c:v>
                </c:pt>
                <c:pt idx="3">
                  <c:v>4.3700901317234697E-2</c:v>
                </c:pt>
                <c:pt idx="4">
                  <c:v>4.0040557941604549E-2</c:v>
                </c:pt>
                <c:pt idx="5">
                  <c:v>2.716012585811467E-2</c:v>
                </c:pt>
                <c:pt idx="6">
                  <c:v>2.5532147694528051E-2</c:v>
                </c:pt>
                <c:pt idx="7">
                  <c:v>2.0525075068949183E-2</c:v>
                </c:pt>
                <c:pt idx="8">
                  <c:v>1.9443544013195257E-2</c:v>
                </c:pt>
                <c:pt idx="9">
                  <c:v>1.2986674280822896E-2</c:v>
                </c:pt>
                <c:pt idx="10">
                  <c:v>-3.4029215324997919E-2</c:v>
                </c:pt>
                <c:pt idx="11">
                  <c:v>-4.5058775819857733E-2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CC-471A-AE2E-AD86C6E8AB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30"/>
        <c:axId val="325286559"/>
        <c:axId val="325292799"/>
      </c:barChart>
      <c:catAx>
        <c:axId val="325286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92799"/>
        <c:crosses val="autoZero"/>
        <c:auto val="1"/>
        <c:lblAlgn val="ctr"/>
        <c:lblOffset val="100"/>
        <c:noMultiLvlLbl val="0"/>
      </c:catAx>
      <c:valAx>
        <c:axId val="325292799"/>
        <c:scaling>
          <c:orientation val="minMax"/>
          <c:max val="0.11000000000000001"/>
          <c:min val="-6.0000000000000012E-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86559"/>
        <c:crosses val="autoZero"/>
        <c:crossBetween val="between"/>
        <c:majorUnit val="2.5000000000000005E-2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1754444444444449E-2"/>
          <c:y val="0.10511618357487923"/>
          <c:w val="0.82417148148148134"/>
          <c:h val="0.7782572463768116"/>
        </c:manualLayout>
      </c:layout>
      <c:lineChart>
        <c:grouping val="standard"/>
        <c:varyColors val="0"/>
        <c:ser>
          <c:idx val="2"/>
          <c:order val="2"/>
          <c:tx>
            <c:strRef>
              <c:f>Hoja1!$E$2</c:f>
              <c:strCache>
                <c:ptCount val="1"/>
                <c:pt idx="0">
                  <c:v>Original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56"/>
              <c:layout>
                <c:manualLayout>
                  <c:x val="-4.9505118297064762E-2"/>
                  <c:y val="2.76086956521739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B2D-4A4B-BAFC-472553341C77}"/>
                </c:ext>
              </c:extLst>
            </c:dLbl>
            <c:dLbl>
              <c:idx val="6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2D-4A4B-BAFC-472553341C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Hoja1!$B$180:$B$247</c:f>
              <c:numCache>
                <c:formatCode>mmm\-yy</c:formatCode>
                <c:ptCount val="68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  <c:pt idx="64">
                  <c:v>45689</c:v>
                </c:pt>
                <c:pt idx="65">
                  <c:v>45717</c:v>
                </c:pt>
                <c:pt idx="66">
                  <c:v>45748</c:v>
                </c:pt>
                <c:pt idx="67">
                  <c:v>45778</c:v>
                </c:pt>
              </c:numCache>
            </c:numRef>
          </c:cat>
          <c:val>
            <c:numRef>
              <c:f>Hoja1!$E$180:$E$247</c:f>
              <c:numCache>
                <c:formatCode>0.0%</c:formatCode>
                <c:ptCount val="68"/>
                <c:pt idx="0">
                  <c:v>3.201574140280794E-2</c:v>
                </c:pt>
                <c:pt idx="1">
                  <c:v>2.3650628144041841E-2</c:v>
                </c:pt>
                <c:pt idx="2">
                  <c:v>3.0096290531079095E-2</c:v>
                </c:pt>
                <c:pt idx="3">
                  <c:v>3.4238887871172796E-2</c:v>
                </c:pt>
                <c:pt idx="4">
                  <c:v>3.6100037469051438E-2</c:v>
                </c:pt>
                <c:pt idx="5">
                  <c:v>-6.2928970021151165E-2</c:v>
                </c:pt>
                <c:pt idx="6">
                  <c:v>-0.20189449914473845</c:v>
                </c:pt>
                <c:pt idx="7">
                  <c:v>-0.17412004207609166</c:v>
                </c:pt>
                <c:pt idx="8">
                  <c:v>-0.12516845816594913</c:v>
                </c:pt>
                <c:pt idx="9">
                  <c:v>-0.1062071225563781</c:v>
                </c:pt>
                <c:pt idx="10">
                  <c:v>-0.1039184821251411</c:v>
                </c:pt>
                <c:pt idx="11">
                  <c:v>-6.4647503246590743E-2</c:v>
                </c:pt>
                <c:pt idx="12">
                  <c:v>-4.7102236658975949E-2</c:v>
                </c:pt>
                <c:pt idx="13">
                  <c:v>-3.7015922163245785E-2</c:v>
                </c:pt>
                <c:pt idx="14">
                  <c:v>-2.1812547757608658E-2</c:v>
                </c:pt>
                <c:pt idx="15">
                  <c:v>-3.4227432793104251E-2</c:v>
                </c:pt>
                <c:pt idx="16">
                  <c:v>-3.2091619109276048E-2</c:v>
                </c:pt>
                <c:pt idx="17">
                  <c:v>0.11179291964818838</c:v>
                </c:pt>
                <c:pt idx="18">
                  <c:v>0.25447440156687762</c:v>
                </c:pt>
                <c:pt idx="19">
                  <c:v>0.13243186766107629</c:v>
                </c:pt>
                <c:pt idx="20">
                  <c:v>0.15374139739410753</c:v>
                </c:pt>
                <c:pt idx="21">
                  <c:v>0.13172660321167839</c:v>
                </c:pt>
                <c:pt idx="22">
                  <c:v>0.11692720293308079</c:v>
                </c:pt>
                <c:pt idx="23">
                  <c:v>0.13470193006967524</c:v>
                </c:pt>
                <c:pt idx="24">
                  <c:v>0.10205094271593107</c:v>
                </c:pt>
                <c:pt idx="25">
                  <c:v>0.10586335202072017</c:v>
                </c:pt>
                <c:pt idx="26">
                  <c:v>0.1036895735319634</c:v>
                </c:pt>
                <c:pt idx="27">
                  <c:v>8.2227634415865669E-2</c:v>
                </c:pt>
                <c:pt idx="28">
                  <c:v>6.7794797810887708E-2</c:v>
                </c:pt>
                <c:pt idx="29">
                  <c:v>7.0464254302612606E-2</c:v>
                </c:pt>
                <c:pt idx="30">
                  <c:v>0.1020116606193413</c:v>
                </c:pt>
                <c:pt idx="31">
                  <c:v>0.16754564408328965</c:v>
                </c:pt>
                <c:pt idx="32">
                  <c:v>7.6968978265715249E-2</c:v>
                </c:pt>
                <c:pt idx="33">
                  <c:v>6.0892480250952286E-2</c:v>
                </c:pt>
                <c:pt idx="34">
                  <c:v>8.7652388355049959E-2</c:v>
                </c:pt>
                <c:pt idx="35">
                  <c:v>4.2599081313189124E-2</c:v>
                </c:pt>
                <c:pt idx="36">
                  <c:v>4.0343105002394131E-2</c:v>
                </c:pt>
                <c:pt idx="37">
                  <c:v>7.4102964493816259E-4</c:v>
                </c:pt>
                <c:pt idx="38">
                  <c:v>3.9398338071110484E-3</c:v>
                </c:pt>
                <c:pt idx="39">
                  <c:v>4.0132559391535816E-2</c:v>
                </c:pt>
                <c:pt idx="40">
                  <c:v>2.329742442944327E-2</c:v>
                </c:pt>
                <c:pt idx="41">
                  <c:v>1.2918220754397636E-2</c:v>
                </c:pt>
                <c:pt idx="42">
                  <c:v>-6.2332025206862651E-3</c:v>
                </c:pt>
                <c:pt idx="43">
                  <c:v>1.9569080685586382E-3</c:v>
                </c:pt>
                <c:pt idx="44">
                  <c:v>2.3515606719369586E-2</c:v>
                </c:pt>
                <c:pt idx="45">
                  <c:v>4.5910477146959838E-3</c:v>
                </c:pt>
                <c:pt idx="46">
                  <c:v>4.5553748238751357E-3</c:v>
                </c:pt>
                <c:pt idx="47">
                  <c:v>-7.5314475134160563E-3</c:v>
                </c:pt>
                <c:pt idx="48">
                  <c:v>-9.6078542616633289E-3</c:v>
                </c:pt>
                <c:pt idx="49">
                  <c:v>3.4946324491370362E-2</c:v>
                </c:pt>
                <c:pt idx="50">
                  <c:v>9.893195497629792E-3</c:v>
                </c:pt>
                <c:pt idx="51">
                  <c:v>1.3986193874721886E-2</c:v>
                </c:pt>
                <c:pt idx="52">
                  <c:v>2.2448093738621111E-2</c:v>
                </c:pt>
                <c:pt idx="53">
                  <c:v>-2.0115629631552556E-2</c:v>
                </c:pt>
                <c:pt idx="54">
                  <c:v>5.475429351486838E-2</c:v>
                </c:pt>
                <c:pt idx="55">
                  <c:v>2.1322335973841255E-2</c:v>
                </c:pt>
                <c:pt idx="56">
                  <c:v>-1.7817533304516187E-2</c:v>
                </c:pt>
                <c:pt idx="57">
                  <c:v>3.093880088495049E-2</c:v>
                </c:pt>
                <c:pt idx="58">
                  <c:v>1.4221412634948027E-2</c:v>
                </c:pt>
                <c:pt idx="59">
                  <c:v>7.3602187392238783E-3</c:v>
                </c:pt>
                <c:pt idx="60">
                  <c:v>3.6047835346824542E-2</c:v>
                </c:pt>
                <c:pt idx="61">
                  <c:v>3.5261785114621969E-3</c:v>
                </c:pt>
                <c:pt idx="62">
                  <c:v>3.3609808976896138E-2</c:v>
                </c:pt>
                <c:pt idx="63">
                  <c:v>2.4396647505094293E-2</c:v>
                </c:pt>
                <c:pt idx="64">
                  <c:v>1.2426298243291001E-2</c:v>
                </c:pt>
                <c:pt idx="65">
                  <c:v>4.502467432535151E-2</c:v>
                </c:pt>
                <c:pt idx="66">
                  <c:v>1.1921034567634381E-2</c:v>
                </c:pt>
                <c:pt idx="67">
                  <c:v>2.8126305887567815E-2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FFC-4333-B357-D978E02FC85C}"/>
            </c:ext>
          </c:extLst>
        </c:ser>
        <c:ser>
          <c:idx val="3"/>
          <c:order val="3"/>
          <c:tx>
            <c:strRef>
              <c:f>Hoja1!$F$2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DA-41B4-AEB1-429CF1F71698}"/>
                </c:ext>
              </c:extLst>
            </c:dLbl>
            <c:dLbl>
              <c:idx val="5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2D-4A4B-BAFC-472553341C77}"/>
                </c:ext>
              </c:extLst>
            </c:dLbl>
            <c:dLbl>
              <c:idx val="67"/>
              <c:layout>
                <c:manualLayout>
                  <c:x val="-1.5784058277667251E-16"/>
                  <c:y val="2.14734299516907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B2D-4A4B-BAFC-472553341C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Hoja1!$B$180:$B$247</c:f>
              <c:numCache>
                <c:formatCode>mmm\-yy</c:formatCode>
                <c:ptCount val="68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  <c:pt idx="64">
                  <c:v>45689</c:v>
                </c:pt>
                <c:pt idx="65">
                  <c:v>45717</c:v>
                </c:pt>
                <c:pt idx="66">
                  <c:v>45748</c:v>
                </c:pt>
                <c:pt idx="67">
                  <c:v>45778</c:v>
                </c:pt>
              </c:numCache>
            </c:numRef>
          </c:cat>
          <c:val>
            <c:numRef>
              <c:f>Hoja1!$F$180:$F$247</c:f>
              <c:numCache>
                <c:formatCode>0.0%</c:formatCode>
                <c:ptCount val="68"/>
                <c:pt idx="0">
                  <c:v>3.0818349319082339E-2</c:v>
                </c:pt>
                <c:pt idx="1">
                  <c:v>2.3420045022361169E-2</c:v>
                </c:pt>
                <c:pt idx="2">
                  <c:v>2.9443620612284338E-2</c:v>
                </c:pt>
                <c:pt idx="3">
                  <c:v>3.4404957297837546E-2</c:v>
                </c:pt>
                <c:pt idx="4">
                  <c:v>2.6454021422187113E-2</c:v>
                </c:pt>
                <c:pt idx="5">
                  <c:v>-6.326133306403714E-2</c:v>
                </c:pt>
                <c:pt idx="6">
                  <c:v>-0.20270329269525689</c:v>
                </c:pt>
                <c:pt idx="7">
                  <c:v>-0.17362426070018899</c:v>
                </c:pt>
                <c:pt idx="8">
                  <c:v>-0.1223861534448315</c:v>
                </c:pt>
                <c:pt idx="9">
                  <c:v>-0.10509522311090269</c:v>
                </c:pt>
                <c:pt idx="10">
                  <c:v>-0.10123138698651657</c:v>
                </c:pt>
                <c:pt idx="11">
                  <c:v>-6.1496557616529057E-2</c:v>
                </c:pt>
                <c:pt idx="12">
                  <c:v>-4.7099075101741383E-2</c:v>
                </c:pt>
                <c:pt idx="13">
                  <c:v>-3.6281753632583347E-2</c:v>
                </c:pt>
                <c:pt idx="14">
                  <c:v>-2.162063824482563E-2</c:v>
                </c:pt>
                <c:pt idx="15">
                  <c:v>-3.5199503498767659E-2</c:v>
                </c:pt>
                <c:pt idx="16">
                  <c:v>-1.6908325350848186E-2</c:v>
                </c:pt>
                <c:pt idx="17">
                  <c:v>0.11038679622069369</c:v>
                </c:pt>
                <c:pt idx="18">
                  <c:v>0.25139739761152113</c:v>
                </c:pt>
                <c:pt idx="19">
                  <c:v>0.13073173452202136</c:v>
                </c:pt>
                <c:pt idx="20">
                  <c:v>0.15704391429882447</c:v>
                </c:pt>
                <c:pt idx="21">
                  <c:v>0.13204234062935649</c:v>
                </c:pt>
                <c:pt idx="22">
                  <c:v>0.11769042324851187</c:v>
                </c:pt>
                <c:pt idx="23">
                  <c:v>0.13599662680748303</c:v>
                </c:pt>
                <c:pt idx="24">
                  <c:v>9.996947532039524E-2</c:v>
                </c:pt>
                <c:pt idx="25">
                  <c:v>0.10549477232509741</c:v>
                </c:pt>
                <c:pt idx="26">
                  <c:v>0.10177317349774229</c:v>
                </c:pt>
                <c:pt idx="27">
                  <c:v>7.8731620473062147E-2</c:v>
                </c:pt>
                <c:pt idx="28">
                  <c:v>6.9295391377652171E-2</c:v>
                </c:pt>
                <c:pt idx="29">
                  <c:v>6.8404833506637175E-2</c:v>
                </c:pt>
                <c:pt idx="30">
                  <c:v>9.7884465544660682E-2</c:v>
                </c:pt>
                <c:pt idx="31">
                  <c:v>0.1650874793518764</c:v>
                </c:pt>
                <c:pt idx="32">
                  <c:v>7.8427812689564114E-2</c:v>
                </c:pt>
                <c:pt idx="33">
                  <c:v>6.0084958273097788E-2</c:v>
                </c:pt>
                <c:pt idx="34">
                  <c:v>8.6563482197889341E-2</c:v>
                </c:pt>
                <c:pt idx="35">
                  <c:v>4.2888047323750067E-2</c:v>
                </c:pt>
                <c:pt idx="36">
                  <c:v>3.8928566265870268E-2</c:v>
                </c:pt>
                <c:pt idx="37">
                  <c:v>8.6186619072270432E-4</c:v>
                </c:pt>
                <c:pt idx="38">
                  <c:v>1.7052267280615041E-3</c:v>
                </c:pt>
                <c:pt idx="39">
                  <c:v>3.7060305003288718E-2</c:v>
                </c:pt>
                <c:pt idx="40">
                  <c:v>2.4931021957157462E-2</c:v>
                </c:pt>
                <c:pt idx="41">
                  <c:v>1.1626234563814064E-2</c:v>
                </c:pt>
                <c:pt idx="42">
                  <c:v>-9.2071995123145234E-3</c:v>
                </c:pt>
                <c:pt idx="43">
                  <c:v>8.0574854287851494E-4</c:v>
                </c:pt>
                <c:pt idx="44">
                  <c:v>2.542144644326183E-2</c:v>
                </c:pt>
                <c:pt idx="45">
                  <c:v>5.2495556415461664E-3</c:v>
                </c:pt>
                <c:pt idx="46">
                  <c:v>4.2334755595068163E-3</c:v>
                </c:pt>
                <c:pt idx="47">
                  <c:v>-6.7710014169518606E-3</c:v>
                </c:pt>
                <c:pt idx="48">
                  <c:v>-9.4216330069160081E-3</c:v>
                </c:pt>
                <c:pt idx="49">
                  <c:v>3.7388135223461738E-2</c:v>
                </c:pt>
                <c:pt idx="50">
                  <c:v>1.0102590144776213E-2</c:v>
                </c:pt>
                <c:pt idx="51">
                  <c:v>1.2914245691913795E-2</c:v>
                </c:pt>
                <c:pt idx="52">
                  <c:v>1.2165322786548138E-2</c:v>
                </c:pt>
                <c:pt idx="53">
                  <c:v>-3.6767737936596046E-3</c:v>
                </c:pt>
                <c:pt idx="54">
                  <c:v>3.880466342148492E-2</c:v>
                </c:pt>
                <c:pt idx="55">
                  <c:v>2.2679965412484293E-2</c:v>
                </c:pt>
                <c:pt idx="56">
                  <c:v>-1.5573255259074603E-2</c:v>
                </c:pt>
                <c:pt idx="57">
                  <c:v>3.2852795355040154E-2</c:v>
                </c:pt>
                <c:pt idx="58">
                  <c:v>1.474418062401206E-2</c:v>
                </c:pt>
                <c:pt idx="59">
                  <c:v>8.9805757741237002E-3</c:v>
                </c:pt>
                <c:pt idx="60">
                  <c:v>3.7422972711739E-2</c:v>
                </c:pt>
                <c:pt idx="61">
                  <c:v>5.3990821800367073E-3</c:v>
                </c:pt>
                <c:pt idx="62">
                  <c:v>3.3526625727212211E-2</c:v>
                </c:pt>
                <c:pt idx="63">
                  <c:v>2.2919824061776284E-2</c:v>
                </c:pt>
                <c:pt idx="64">
                  <c:v>2.5045241227815485E-2</c:v>
                </c:pt>
                <c:pt idx="65">
                  <c:v>2.9245603377254792E-2</c:v>
                </c:pt>
                <c:pt idx="66">
                  <c:v>2.5426475394287662E-2</c:v>
                </c:pt>
                <c:pt idx="67">
                  <c:v>2.6999315015301173E-2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65E-41C0-AB50-8A30514847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0738527"/>
        <c:axId val="280731327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Hoja1!$C$2</c15:sqref>
                        </c15:formulaRef>
                      </c:ext>
                    </c:extLst>
                    <c:strCache>
                      <c:ptCount val="1"/>
                      <c:pt idx="0">
                        <c:v>Original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Hoja1!$B$180:$B$247</c15:sqref>
                        </c15:formulaRef>
                      </c:ext>
                    </c:extLst>
                    <c:numCache>
                      <c:formatCode>mmm\-yy</c:formatCode>
                      <c:ptCount val="68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  <c:pt idx="64">
                        <c:v>45689</c:v>
                      </c:pt>
                      <c:pt idx="65">
                        <c:v>45717</c:v>
                      </c:pt>
                      <c:pt idx="66">
                        <c:v>45748</c:v>
                      </c:pt>
                      <c:pt idx="67">
                        <c:v>45778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Hoja1!$C$180:$C$247</c15:sqref>
                        </c15:formulaRef>
                      </c:ext>
                    </c:extLst>
                    <c:numCache>
                      <c:formatCode>0.0</c:formatCode>
                      <c:ptCount val="68"/>
                      <c:pt idx="0">
                        <c:v>110.31277782974752</c:v>
                      </c:pt>
                      <c:pt idx="1">
                        <c:v>115.31263180102562</c:v>
                      </c:pt>
                      <c:pt idx="2">
                        <c:v>122.66527839601036</c:v>
                      </c:pt>
                      <c:pt idx="3">
                        <c:v>103.21676122369858</c:v>
                      </c:pt>
                      <c:pt idx="4">
                        <c:v>107.69840356647957</c:v>
                      </c:pt>
                      <c:pt idx="5">
                        <c:v>100.59351521881294</c:v>
                      </c:pt>
                      <c:pt idx="6">
                        <c:v>83.097769057689959</c:v>
                      </c:pt>
                      <c:pt idx="7">
                        <c:v>89.766975795875197</c:v>
                      </c:pt>
                      <c:pt idx="8">
                        <c:v>95.279771795056149</c:v>
                      </c:pt>
                      <c:pt idx="9">
                        <c:v>99.936042566028974</c:v>
                      </c:pt>
                      <c:pt idx="10">
                        <c:v>100.18318118552187</c:v>
                      </c:pt>
                      <c:pt idx="11">
                        <c:v>101.85985258010052</c:v>
                      </c:pt>
                      <c:pt idx="12">
                        <c:v>105.11679926190172</c:v>
                      </c:pt>
                      <c:pt idx="13">
                        <c:v>111.04422839783983</c:v>
                      </c:pt>
                      <c:pt idx="14">
                        <c:v>119.98963615279703</c:v>
                      </c:pt>
                      <c:pt idx="15">
                        <c:v>99.683916465792549</c:v>
                      </c:pt>
                      <c:pt idx="16">
                        <c:v>104.24218742054701</c:v>
                      </c:pt>
                      <c:pt idx="17">
                        <c:v>111.83915798279851</c:v>
                      </c:pt>
                      <c:pt idx="18">
                        <c:v>104.24402411018821</c:v>
                      </c:pt>
                      <c:pt idx="19">
                        <c:v>101.65498405480957</c:v>
                      </c:pt>
                      <c:pt idx="20">
                        <c:v>109.92821705421976</c:v>
                      </c:pt>
                      <c:pt idx="21">
                        <c:v>113.10027799166969</c:v>
                      </c:pt>
                      <c:pt idx="22">
                        <c:v>111.89732034248298</c:v>
                      </c:pt>
                      <c:pt idx="23">
                        <c:v>115.58057131925266</c:v>
                      </c:pt>
                      <c:pt idx="24">
                        <c:v>115.84406772186009</c:v>
                      </c:pt>
                      <c:pt idx="25">
                        <c:v>122.79974263858959</c:v>
                      </c:pt>
                      <c:pt idx="26">
                        <c:v>132.43131035373602</c:v>
                      </c:pt>
                      <c:pt idx="27">
                        <c:v>107.88068910608342</c:v>
                      </c:pt>
                      <c:pt idx="28">
                        <c:v>111.30926544008766</c:v>
                      </c:pt>
                      <c:pt idx="29">
                        <c:v>119.71982085188849</c:v>
                      </c:pt>
                      <c:pt idx="30">
                        <c:v>114.87813011931117</c:v>
                      </c:pt>
                      <c:pt idx="31">
                        <c:v>118.68683383254918</c:v>
                      </c:pt>
                      <c:pt idx="32">
                        <c:v>118.38927960345482</c:v>
                      </c:pt>
                      <c:pt idx="33">
                        <c:v>119.98723443565464</c:v>
                      </c:pt>
                      <c:pt idx="34">
                        <c:v>121.70538772103173</c:v>
                      </c:pt>
                      <c:pt idx="35">
                        <c:v>120.50419747510637</c:v>
                      </c:pt>
                      <c:pt idx="36">
                        <c:v>120.51757710986755</c:v>
                      </c:pt>
                      <c:pt idx="37">
                        <c:v>122.89074088827556</c:v>
                      </c:pt>
                      <c:pt idx="38">
                        <c:v>132.95306770738767</c:v>
                      </c:pt>
                      <c:pt idx="39">
                        <c:v>112.21021726883313</c:v>
                      </c:pt>
                      <c:pt idx="40">
                        <c:v>113.90248463997494</c:v>
                      </c:pt>
                      <c:pt idx="41">
                        <c:v>121.26638792633011</c:v>
                      </c:pt>
                      <c:pt idx="42">
                        <c:v>114.16207146907975</c:v>
                      </c:pt>
                      <c:pt idx="43">
                        <c:v>118.91909305530778</c:v>
                      </c:pt>
                      <c:pt idx="44">
                        <c:v>121.17327534239915</c:v>
                      </c:pt>
                      <c:pt idx="45">
                        <c:v>120.53810155410314</c:v>
                      </c:pt>
                      <c:pt idx="46">
                        <c:v>122.25980138018609</c:v>
                      </c:pt>
                      <c:pt idx="47">
                        <c:v>119.59662643667627</c:v>
                      </c:pt>
                      <c:pt idx="48">
                        <c:v>119.35966179302717</c:v>
                      </c:pt>
                      <c:pt idx="49">
                        <c:v>127.18532059634215</c:v>
                      </c:pt>
                      <c:pt idx="50">
                        <c:v>134.26839839822648</c:v>
                      </c:pt>
                      <c:pt idx="51">
                        <c:v>113.7796111222797</c:v>
                      </c:pt>
                      <c:pt idx="52">
                        <c:v>116.45937829223494</c:v>
                      </c:pt>
                      <c:pt idx="53">
                        <c:v>118.82703818004788</c:v>
                      </c:pt>
                      <c:pt idx="54">
                        <c:v>120.41293503856312</c:v>
                      </c:pt>
                      <c:pt idx="55">
                        <c:v>121.45472591113756</c:v>
                      </c:pt>
                      <c:pt idx="56">
                        <c:v>119.01426647336865</c:v>
                      </c:pt>
                      <c:pt idx="57">
                        <c:v>124.26740587713547</c:v>
                      </c:pt>
                      <c:pt idx="58">
                        <c:v>123.9985084642805</c:v>
                      </c:pt>
                      <c:pt idx="59">
                        <c:v>120.47688376772345</c:v>
                      </c:pt>
                      <c:pt idx="60">
                        <c:v>123.66231922839488</c:v>
                      </c:pt>
                      <c:pt idx="61">
                        <c:v>127.6337987408024</c:v>
                      </c:pt>
                      <c:pt idx="62">
                        <c:v>138.78113362002466</c:v>
                      </c:pt>
                      <c:pt idx="63">
                        <c:v>116.55545218809668</c:v>
                      </c:pt>
                      <c:pt idx="64">
                        <c:v>117.90653726012251</c:v>
                      </c:pt>
                      <c:pt idx="65">
                        <c:v>124.17718687515065</c:v>
                      </c:pt>
                      <c:pt idx="66">
                        <c:v>121.84838179954814</c:v>
                      </c:pt>
                      <c:pt idx="67">
                        <c:v>124.87079868360492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9FFC-4333-B357-D978E02FC85C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Hoja1!$D$2</c15:sqref>
                        </c15:formulaRef>
                      </c:ext>
                    </c:extLst>
                    <c:strCache>
                      <c:ptCount val="1"/>
                      <c:pt idx="0">
                        <c:v>Ajustado por efecto estacional y calendario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Hoja1!$B$180:$B$247</c15:sqref>
                        </c15:formulaRef>
                      </c:ext>
                    </c:extLst>
                    <c:numCache>
                      <c:formatCode>mmm\-yy</c:formatCode>
                      <c:ptCount val="68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  <c:pt idx="64">
                        <c:v>45689</c:v>
                      </c:pt>
                      <c:pt idx="65">
                        <c:v>45717</c:v>
                      </c:pt>
                      <c:pt idx="66">
                        <c:v>45748</c:v>
                      </c:pt>
                      <c:pt idx="67">
                        <c:v>45778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Hoja1!$D$180:$D$247</c15:sqref>
                        </c15:formulaRef>
                      </c:ext>
                    </c:extLst>
                    <c:numCache>
                      <c:formatCode>0.0</c:formatCode>
                      <c:ptCount val="68"/>
                      <c:pt idx="0">
                        <c:v>110.5580126145563</c:v>
                      </c:pt>
                      <c:pt idx="1">
                        <c:v>110.09220024683137</c:v>
                      </c:pt>
                      <c:pt idx="2">
                        <c:v>110.39914997178839</c:v>
                      </c:pt>
                      <c:pt idx="3">
                        <c:v>111.61746610470158</c:v>
                      </c:pt>
                      <c:pt idx="4">
                        <c:v>111.74221848240273</c:v>
                      </c:pt>
                      <c:pt idx="5">
                        <c:v>100.73141173115292</c:v>
                      </c:pt>
                      <c:pt idx="6">
                        <c:v>86.881785088765255</c:v>
                      </c:pt>
                      <c:pt idx="7">
                        <c:v>90.924810894185796</c:v>
                      </c:pt>
                      <c:pt idx="8">
                        <c:v>95.54933472111901</c:v>
                      </c:pt>
                      <c:pt idx="9">
                        <c:v>98.863622527911389</c:v>
                      </c:pt>
                      <c:pt idx="10">
                        <c:v>99.24561619004588</c:v>
                      </c:pt>
                      <c:pt idx="11">
                        <c:v>102.76572653787477</c:v>
                      </c:pt>
                      <c:pt idx="12">
                        <c:v>105.35083247532404</c:v>
                      </c:pt>
                      <c:pt idx="13">
                        <c:v>106.09786216060679</c:v>
                      </c:pt>
                      <c:pt idx="14">
                        <c:v>108.0122498877121</c:v>
                      </c:pt>
                      <c:pt idx="15">
                        <c:v>107.68858671602555</c:v>
                      </c:pt>
                      <c:pt idx="16">
                        <c:v>109.8528446968767</c:v>
                      </c:pt>
                      <c:pt idx="17">
                        <c:v>111.85082955094249</c:v>
                      </c:pt>
                      <c:pt idx="18">
                        <c:v>108.7236397599243</c:v>
                      </c:pt>
                      <c:pt idx="19">
                        <c:v>102.81156913346949</c:v>
                      </c:pt>
                      <c:pt idx="20">
                        <c:v>110.55477625437211</c:v>
                      </c:pt>
                      <c:pt idx="21">
                        <c:v>111.91780664959398</c:v>
                      </c:pt>
                      <c:pt idx="22">
                        <c:v>110.92587476501174</c:v>
                      </c:pt>
                      <c:pt idx="23">
                        <c:v>116.74151869844597</c:v>
                      </c:pt>
                      <c:pt idx="24">
                        <c:v>115.88269992244904</c:v>
                      </c:pt>
                      <c:pt idx="25">
                        <c:v>117.29063197341958</c:v>
                      </c:pt>
                      <c:pt idx="26">
                        <c:v>119.00499933541573</c:v>
                      </c:pt>
                      <c:pt idx="27">
                        <c:v>116.16708365463211</c:v>
                      </c:pt>
                      <c:pt idx="28">
                        <c:v>117.46514056409522</c:v>
                      </c:pt>
                      <c:pt idx="29">
                        <c:v>119.50196692395396</c:v>
                      </c:pt>
                      <c:pt idx="30">
                        <c:v>119.3659951298947</c:v>
                      </c:pt>
                      <c:pt idx="31">
                        <c:v>119.78447192992515</c:v>
                      </c:pt>
                      <c:pt idx="32">
                        <c:v>119.22534553838669</c:v>
                      </c:pt>
                      <c:pt idx="33">
                        <c:v>118.64238339215146</c:v>
                      </c:pt>
                      <c:pt idx="34">
                        <c:v>120.52800475051815</c:v>
                      </c:pt>
                      <c:pt idx="35">
                        <c:v>121.74833447703138</c:v>
                      </c:pt>
                      <c:pt idx="36">
                        <c:v>120.39384728544805</c:v>
                      </c:pt>
                      <c:pt idx="37">
                        <c:v>117.39172080360596</c:v>
                      </c:pt>
                      <c:pt idx="38">
                        <c:v>119.20792984105542</c:v>
                      </c:pt>
                      <c:pt idx="39">
                        <c:v>120.47227120621532</c:v>
                      </c:pt>
                      <c:pt idx="40">
                        <c:v>120.39366656269928</c:v>
                      </c:pt>
                      <c:pt idx="41">
                        <c:v>120.891324822249</c:v>
                      </c:pt>
                      <c:pt idx="42">
                        <c:v>118.26696859774779</c:v>
                      </c:pt>
                      <c:pt idx="43">
                        <c:v>119.88098809364216</c:v>
                      </c:pt>
                      <c:pt idx="44">
                        <c:v>122.25622627467018</c:v>
                      </c:pt>
                      <c:pt idx="45">
                        <c:v>119.2652031852142</c:v>
                      </c:pt>
                      <c:pt idx="46">
                        <c:v>121.03825711286559</c:v>
                      </c:pt>
                      <c:pt idx="47">
                        <c:v>120.92397633177588</c:v>
                      </c:pt>
                      <c:pt idx="48">
                        <c:v>119.25954064003386</c:v>
                      </c:pt>
                      <c:pt idx="49">
                        <c:v>121.78077833512604</c:v>
                      </c:pt>
                      <c:pt idx="50">
                        <c:v>120.41223869824684</c:v>
                      </c:pt>
                      <c:pt idx="51">
                        <c:v>122.02807971563527</c:v>
                      </c:pt>
                      <c:pt idx="52">
                        <c:v>121.85829437789056</c:v>
                      </c:pt>
                      <c:pt idx="53">
                        <c:v>120.44683476726176</c:v>
                      </c:pt>
                      <c:pt idx="54">
                        <c:v>122.85627850806272</c:v>
                      </c:pt>
                      <c:pt idx="55">
                        <c:v>122.59988475722041</c:v>
                      </c:pt>
                      <c:pt idx="56">
                        <c:v>120.35229885588356</c:v>
                      </c:pt>
                      <c:pt idx="57">
                        <c:v>123.18339849843534</c:v>
                      </c:pt>
                      <c:pt idx="58">
                        <c:v>122.8228670381533</c:v>
                      </c:pt>
                      <c:pt idx="59">
                        <c:v>122.00994326413172</c:v>
                      </c:pt>
                      <c:pt idx="60">
                        <c:v>123.72258717502037</c:v>
                      </c:pt>
                      <c:pt idx="61">
                        <c:v>122.43828276530621</c:v>
                      </c:pt>
                      <c:pt idx="62">
                        <c:v>124.44925475805869</c:v>
                      </c:pt>
                      <c:pt idx="63">
                        <c:v>124.82494183331406</c:v>
                      </c:pt>
                      <c:pt idx="64">
                        <c:v>124.91026475619498</c:v>
                      </c:pt>
                      <c:pt idx="65">
                        <c:v>123.96937512491084</c:v>
                      </c:pt>
                      <c:pt idx="66">
                        <c:v>125.98008065058173</c:v>
                      </c:pt>
                      <c:pt idx="67">
                        <c:v>125.90999766662023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9FFC-4333-B357-D978E02FC85C}"/>
                  </c:ext>
                </c:extLst>
              </c15:ser>
            </c15:filteredLineSeries>
          </c:ext>
        </c:extLst>
      </c:lineChart>
      <c:dateAx>
        <c:axId val="280738527"/>
        <c:scaling>
          <c:orientation val="minMax"/>
          <c:max val="45778"/>
          <c:min val="4395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1327"/>
        <c:crosses val="autoZero"/>
        <c:auto val="1"/>
        <c:lblOffset val="100"/>
        <c:baseTimeUnit val="months"/>
        <c:majorUnit val="3"/>
        <c:majorTimeUnit val="months"/>
      </c:dateAx>
      <c:valAx>
        <c:axId val="280731327"/>
        <c:scaling>
          <c:orientation val="minMax"/>
          <c:max val="0.25"/>
          <c:min val="-0.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8527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14552521862924547"/>
          <c:y val="0"/>
          <c:w val="0.65729204799674601"/>
          <c:h val="6.06193236714975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Hoja1!$X$2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Hoja1!$W$3:$W$11</c:f>
              <c:strCache>
                <c:ptCount val="9"/>
                <c:pt idx="0">
                  <c:v>Actividades financieras</c:v>
                </c:pt>
                <c:pt idx="1">
                  <c:v>Comercio</c:v>
                </c:pt>
                <c:pt idx="2">
                  <c:v>Administración pública, entretenimiento</c:v>
                </c:pt>
                <c:pt idx="3">
                  <c:v>Actividades profesionales</c:v>
                </c:pt>
                <c:pt idx="4">
                  <c:v>Información y comunicaciones</c:v>
                </c:pt>
                <c:pt idx="5">
                  <c:v>Actividades inmobiliarias</c:v>
                </c:pt>
                <c:pt idx="6">
                  <c:v>Servicios públicos</c:v>
                </c:pt>
                <c:pt idx="7">
                  <c:v>Agricultura</c:v>
                </c:pt>
                <c:pt idx="8">
                  <c:v>Industrias; construcción</c:v>
                </c:pt>
              </c:strCache>
            </c:strRef>
          </c:cat>
          <c:val>
            <c:numRef>
              <c:f>Hoja1!$X$3:$X$11</c:f>
              <c:numCache>
                <c:formatCode>0.0%</c:formatCode>
                <c:ptCount val="9"/>
                <c:pt idx="0">
                  <c:v>9.9846793029988001E-2</c:v>
                </c:pt>
                <c:pt idx="1">
                  <c:v>6.9104646901317235E-2</c:v>
                </c:pt>
                <c:pt idx="2">
                  <c:v>3.096009789005616E-2</c:v>
                </c:pt>
                <c:pt idx="3">
                  <c:v>1.9162107291872843E-2</c:v>
                </c:pt>
                <c:pt idx="4">
                  <c:v>1.8417561812192451E-2</c:v>
                </c:pt>
                <c:pt idx="5">
                  <c:v>1.778074668436469E-2</c:v>
                </c:pt>
                <c:pt idx="6">
                  <c:v>1.4955049828677902E-2</c:v>
                </c:pt>
                <c:pt idx="7">
                  <c:v>-7.7714387175302768E-3</c:v>
                </c:pt>
                <c:pt idx="8">
                  <c:v>-8.5954866263772134E-3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CC-471A-AE2E-AD86C6E8ABEF}"/>
            </c:ext>
          </c:extLst>
        </c:ser>
        <c:ser>
          <c:idx val="1"/>
          <c:order val="1"/>
          <c:tx>
            <c:strRef>
              <c:f>Hoja1!$Y$2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Hoja1!$W$3:$W$11</c:f>
              <c:strCache>
                <c:ptCount val="9"/>
                <c:pt idx="0">
                  <c:v>Actividades financieras</c:v>
                </c:pt>
                <c:pt idx="1">
                  <c:v>Comercio</c:v>
                </c:pt>
                <c:pt idx="2">
                  <c:v>Administración pública, entretenimiento</c:v>
                </c:pt>
                <c:pt idx="3">
                  <c:v>Actividades profesionales</c:v>
                </c:pt>
                <c:pt idx="4">
                  <c:v>Información y comunicaciones</c:v>
                </c:pt>
                <c:pt idx="5">
                  <c:v>Actividades inmobiliarias</c:v>
                </c:pt>
                <c:pt idx="6">
                  <c:v>Servicios públicos</c:v>
                </c:pt>
                <c:pt idx="7">
                  <c:v>Agricultura</c:v>
                </c:pt>
                <c:pt idx="8">
                  <c:v>Industrias; construcción</c:v>
                </c:pt>
              </c:strCache>
            </c:strRef>
          </c:cat>
          <c:val>
            <c:numRef>
              <c:f>Hoja1!$Y$3:$Y$11</c:f>
              <c:numCache>
                <c:formatCode>0.0%</c:formatCode>
                <c:ptCount val="9"/>
                <c:pt idx="0">
                  <c:v>9.8786916124361523E-2</c:v>
                </c:pt>
                <c:pt idx="1">
                  <c:v>6.5887276619023494E-2</c:v>
                </c:pt>
                <c:pt idx="2">
                  <c:v>3.0144419149114476E-2</c:v>
                </c:pt>
                <c:pt idx="3">
                  <c:v>1.6869250276078551E-2</c:v>
                </c:pt>
                <c:pt idx="4">
                  <c:v>1.546043692849941E-2</c:v>
                </c:pt>
                <c:pt idx="5">
                  <c:v>1.7863918427325265E-2</c:v>
                </c:pt>
                <c:pt idx="6">
                  <c:v>1.2973105123544215E-2</c:v>
                </c:pt>
                <c:pt idx="7">
                  <c:v>-8.8237516356770573E-3</c:v>
                </c:pt>
                <c:pt idx="8">
                  <c:v>-1.142072959467455E-2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CC-471A-AE2E-AD86C6E8AB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30"/>
        <c:axId val="325286559"/>
        <c:axId val="325292799"/>
      </c:barChart>
      <c:catAx>
        <c:axId val="325286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92799"/>
        <c:crosses val="autoZero"/>
        <c:auto val="1"/>
        <c:lblAlgn val="ctr"/>
        <c:lblOffset val="100"/>
        <c:noMultiLvlLbl val="0"/>
      </c:catAx>
      <c:valAx>
        <c:axId val="325292799"/>
        <c:scaling>
          <c:orientation val="minMax"/>
          <c:max val="0.11000000000000001"/>
          <c:min val="-5.000000000000001E-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86559"/>
        <c:crosses val="autoZero"/>
        <c:crossBetween val="between"/>
        <c:majorUnit val="2.5000000000000005E-2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1754444444444449E-2"/>
          <c:y val="0.10511618357487923"/>
          <c:w val="0.82417148148148134"/>
          <c:h val="0.7782572463768116"/>
        </c:manualLayout>
      </c:layout>
      <c:lineChart>
        <c:grouping val="standard"/>
        <c:varyColors val="0"/>
        <c:ser>
          <c:idx val="2"/>
          <c:order val="2"/>
          <c:tx>
            <c:strRef>
              <c:f>Hoja1!$E$2</c:f>
              <c:strCache>
                <c:ptCount val="1"/>
                <c:pt idx="0">
                  <c:v>Orginal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dLbl>
              <c:idx val="51"/>
              <c:layout>
                <c:manualLayout>
                  <c:x val="-8.3943461460239982E-2"/>
                  <c:y val="-0.1227053140096618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131-4384-AC21-FF4BEA4FCB71}"/>
                </c:ext>
              </c:extLst>
            </c:dLbl>
            <c:dLbl>
              <c:idx val="6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131-4384-AC21-FF4BEA4FCB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Hoja1!$B$180:$B$243</c:f>
              <c:numCache>
                <c:formatCode>mmm\-yy</c:formatCode>
                <c:ptCount val="64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</c:numCache>
            </c:numRef>
          </c:cat>
          <c:val>
            <c:numRef>
              <c:f>Hoja1!$E$180:$E$243</c:f>
              <c:numCache>
                <c:formatCode>0.0%</c:formatCode>
                <c:ptCount val="64"/>
                <c:pt idx="0">
                  <c:v>3.1805425631431072E-2</c:v>
                </c:pt>
                <c:pt idx="1">
                  <c:v>2.3978685612788597E-2</c:v>
                </c:pt>
                <c:pt idx="2">
                  <c:v>3.0226700251889227E-2</c:v>
                </c:pt>
                <c:pt idx="3">
                  <c:v>3.4068136272545235E-2</c:v>
                </c:pt>
                <c:pt idx="4">
                  <c:v>3.6573628488931531E-2</c:v>
                </c:pt>
                <c:pt idx="5">
                  <c:v>-6.2441752096924485E-2</c:v>
                </c:pt>
                <c:pt idx="6">
                  <c:v>-0.20172910662824206</c:v>
                </c:pt>
                <c:pt idx="7">
                  <c:v>-0.1738730450781969</c:v>
                </c:pt>
                <c:pt idx="8">
                  <c:v>-0.12488521579430678</c:v>
                </c:pt>
                <c:pt idx="9">
                  <c:v>-0.10554561717352418</c:v>
                </c:pt>
                <c:pt idx="10">
                  <c:v>-0.10286225402504467</c:v>
                </c:pt>
                <c:pt idx="11">
                  <c:v>-6.4279155188246118E-2</c:v>
                </c:pt>
                <c:pt idx="12">
                  <c:v>-4.7144152311876741E-2</c:v>
                </c:pt>
                <c:pt idx="13">
                  <c:v>-3.8161318300086622E-2</c:v>
                </c:pt>
                <c:pt idx="14">
                  <c:v>-2.2819885900570491E-2</c:v>
                </c:pt>
                <c:pt idx="15">
                  <c:v>-3.488372093023262E-2</c:v>
                </c:pt>
                <c:pt idx="16">
                  <c:v>-3.2497678737233082E-2</c:v>
                </c:pt>
                <c:pt idx="17">
                  <c:v>0.11133200795228637</c:v>
                </c:pt>
                <c:pt idx="18">
                  <c:v>0.25511432009626955</c:v>
                </c:pt>
                <c:pt idx="19">
                  <c:v>0.13363028953229406</c:v>
                </c:pt>
                <c:pt idx="20">
                  <c:v>0.15529905561385093</c:v>
                </c:pt>
                <c:pt idx="21">
                  <c:v>0.13200000000000012</c:v>
                </c:pt>
                <c:pt idx="22">
                  <c:v>0.11565304087736794</c:v>
                </c:pt>
                <c:pt idx="23">
                  <c:v>0.13444553483807642</c:v>
                </c:pt>
                <c:pt idx="24">
                  <c:v>0.10180780209324447</c:v>
                </c:pt>
                <c:pt idx="25">
                  <c:v>0.10640216411181247</c:v>
                </c:pt>
                <c:pt idx="26">
                  <c:v>0.10341951626355295</c:v>
                </c:pt>
                <c:pt idx="27">
                  <c:v>8.2329317269076441E-2</c:v>
                </c:pt>
                <c:pt idx="28">
                  <c:v>6.7178502879078783E-2</c:v>
                </c:pt>
                <c:pt idx="29">
                  <c:v>7.0661896243291666E-2</c:v>
                </c:pt>
                <c:pt idx="30">
                  <c:v>0.10354745925215725</c:v>
                </c:pt>
                <c:pt idx="31">
                  <c:v>0.16797642436149318</c:v>
                </c:pt>
                <c:pt idx="32">
                  <c:v>7.8110808356040007E-2</c:v>
                </c:pt>
                <c:pt idx="33">
                  <c:v>6.1837455830388688E-2</c:v>
                </c:pt>
                <c:pt idx="34">
                  <c:v>8.7578194816800625E-2</c:v>
                </c:pt>
                <c:pt idx="35">
                  <c:v>4.2387543252595306E-2</c:v>
                </c:pt>
                <c:pt idx="36">
                  <c:v>3.62694300518136E-2</c:v>
                </c:pt>
                <c:pt idx="37">
                  <c:v>-8.1499592502043416E-4</c:v>
                </c:pt>
                <c:pt idx="38">
                  <c:v>6.0468631897201419E-3</c:v>
                </c:pt>
                <c:pt idx="39">
                  <c:v>3.8033395176252371E-2</c:v>
                </c:pt>
                <c:pt idx="40">
                  <c:v>2.3381294964028632E-2</c:v>
                </c:pt>
                <c:pt idx="41">
                  <c:v>1.5873015873015817E-2</c:v>
                </c:pt>
                <c:pt idx="42">
                  <c:v>-5.2128583840138631E-3</c:v>
                </c:pt>
                <c:pt idx="43">
                  <c:v>3.364171572750152E-3</c:v>
                </c:pt>
                <c:pt idx="44">
                  <c:v>2.2746419545071728E-2</c:v>
                </c:pt>
                <c:pt idx="45">
                  <c:v>4.991680532445919E-3</c:v>
                </c:pt>
                <c:pt idx="46">
                  <c:v>4.1084634346755244E-3</c:v>
                </c:pt>
                <c:pt idx="47">
                  <c:v>-8.2987551867219622E-3</c:v>
                </c:pt>
                <c:pt idx="48">
                  <c:v>-6.6666666666665986E-3</c:v>
                </c:pt>
                <c:pt idx="49">
                  <c:v>3.2626427406198921E-2</c:v>
                </c:pt>
                <c:pt idx="50">
                  <c:v>6.0105184072127837E-3</c:v>
                </c:pt>
                <c:pt idx="51">
                  <c:v>1.6979445933869464E-2</c:v>
                </c:pt>
                <c:pt idx="52">
                  <c:v>2.3725834797891032E-2</c:v>
                </c:pt>
                <c:pt idx="53">
                  <c:v>-2.0559210526315819E-2</c:v>
                </c:pt>
                <c:pt idx="54">
                  <c:v>5.5895196506550171E-2</c:v>
                </c:pt>
                <c:pt idx="55">
                  <c:v>2.3470243084660503E-2</c:v>
                </c:pt>
                <c:pt idx="56">
                  <c:v>-1.4003294892915963E-2</c:v>
                </c:pt>
                <c:pt idx="57">
                  <c:v>3.5596026490066102E-2</c:v>
                </c:pt>
                <c:pt idx="58">
                  <c:v>1.882160392798693E-2</c:v>
                </c:pt>
                <c:pt idx="59">
                  <c:v>1.0041841004184038E-2</c:v>
                </c:pt>
                <c:pt idx="60">
                  <c:v>3.691275167785224E-2</c:v>
                </c:pt>
                <c:pt idx="61">
                  <c:v>3.949447077409074E-3</c:v>
                </c:pt>
                <c:pt idx="62">
                  <c:v>2.987303958177745E-2</c:v>
                </c:pt>
                <c:pt idx="63">
                  <c:v>2.6362038664323295E-2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FFC-4333-B357-D978E02FC85C}"/>
            </c:ext>
          </c:extLst>
        </c:ser>
        <c:ser>
          <c:idx val="3"/>
          <c:order val="3"/>
          <c:tx>
            <c:strRef>
              <c:f>Hoja1!$F$2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DA-41B4-AEB1-429CF1F71698}"/>
                </c:ext>
              </c:extLst>
            </c:dLbl>
            <c:dLbl>
              <c:idx val="51"/>
              <c:layout>
                <c:manualLayout>
                  <c:x val="-0.12053420107111375"/>
                  <c:y val="-7.975845410628019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131-4384-AC21-FF4BEA4FCB71}"/>
                </c:ext>
              </c:extLst>
            </c:dLbl>
            <c:dLbl>
              <c:idx val="63"/>
              <c:layout>
                <c:manualLayout>
                  <c:x val="4.3047928953967645E-3"/>
                  <c:y val="3.987922705314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131-4384-AC21-FF4BEA4FCB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Hoja1!$B$180:$B$243</c:f>
              <c:numCache>
                <c:formatCode>mmm\-yy</c:formatCode>
                <c:ptCount val="64"/>
                <c:pt idx="0">
                  <c:v>43739</c:v>
                </c:pt>
                <c:pt idx="1">
                  <c:v>43770</c:v>
                </c:pt>
                <c:pt idx="2">
                  <c:v>43800</c:v>
                </c:pt>
                <c:pt idx="3">
                  <c:v>43831</c:v>
                </c:pt>
                <c:pt idx="4">
                  <c:v>43862</c:v>
                </c:pt>
                <c:pt idx="5">
                  <c:v>43891</c:v>
                </c:pt>
                <c:pt idx="6">
                  <c:v>43922</c:v>
                </c:pt>
                <c:pt idx="7">
                  <c:v>43952</c:v>
                </c:pt>
                <c:pt idx="8">
                  <c:v>43983</c:v>
                </c:pt>
                <c:pt idx="9">
                  <c:v>44013</c:v>
                </c:pt>
                <c:pt idx="10">
                  <c:v>44044</c:v>
                </c:pt>
                <c:pt idx="11">
                  <c:v>44075</c:v>
                </c:pt>
                <c:pt idx="12">
                  <c:v>44105</c:v>
                </c:pt>
                <c:pt idx="13">
                  <c:v>44136</c:v>
                </c:pt>
                <c:pt idx="14">
                  <c:v>44166</c:v>
                </c:pt>
                <c:pt idx="15">
                  <c:v>44197</c:v>
                </c:pt>
                <c:pt idx="16">
                  <c:v>44228</c:v>
                </c:pt>
                <c:pt idx="17">
                  <c:v>44256</c:v>
                </c:pt>
                <c:pt idx="18">
                  <c:v>44287</c:v>
                </c:pt>
                <c:pt idx="19">
                  <c:v>44317</c:v>
                </c:pt>
                <c:pt idx="20">
                  <c:v>44348</c:v>
                </c:pt>
                <c:pt idx="21">
                  <c:v>44378</c:v>
                </c:pt>
                <c:pt idx="22">
                  <c:v>44409</c:v>
                </c:pt>
                <c:pt idx="23">
                  <c:v>44440</c:v>
                </c:pt>
                <c:pt idx="24">
                  <c:v>44470</c:v>
                </c:pt>
                <c:pt idx="25">
                  <c:v>44501</c:v>
                </c:pt>
                <c:pt idx="26">
                  <c:v>44531</c:v>
                </c:pt>
                <c:pt idx="27">
                  <c:v>44562</c:v>
                </c:pt>
                <c:pt idx="28">
                  <c:v>44593</c:v>
                </c:pt>
                <c:pt idx="29">
                  <c:v>44621</c:v>
                </c:pt>
                <c:pt idx="30">
                  <c:v>44652</c:v>
                </c:pt>
                <c:pt idx="31">
                  <c:v>44682</c:v>
                </c:pt>
                <c:pt idx="32">
                  <c:v>44713</c:v>
                </c:pt>
                <c:pt idx="33">
                  <c:v>44743</c:v>
                </c:pt>
                <c:pt idx="34">
                  <c:v>44774</c:v>
                </c:pt>
                <c:pt idx="35">
                  <c:v>44805</c:v>
                </c:pt>
                <c:pt idx="36">
                  <c:v>44835</c:v>
                </c:pt>
                <c:pt idx="37">
                  <c:v>44866</c:v>
                </c:pt>
                <c:pt idx="38">
                  <c:v>44896</c:v>
                </c:pt>
                <c:pt idx="39">
                  <c:v>44927</c:v>
                </c:pt>
                <c:pt idx="40">
                  <c:v>44958</c:v>
                </c:pt>
                <c:pt idx="41">
                  <c:v>44986</c:v>
                </c:pt>
                <c:pt idx="42">
                  <c:v>45017</c:v>
                </c:pt>
                <c:pt idx="43">
                  <c:v>45047</c:v>
                </c:pt>
                <c:pt idx="44">
                  <c:v>45078</c:v>
                </c:pt>
                <c:pt idx="45">
                  <c:v>45108</c:v>
                </c:pt>
                <c:pt idx="46">
                  <c:v>45139</c:v>
                </c:pt>
                <c:pt idx="47">
                  <c:v>45170</c:v>
                </c:pt>
                <c:pt idx="48">
                  <c:v>45200</c:v>
                </c:pt>
                <c:pt idx="49">
                  <c:v>45231</c:v>
                </c:pt>
                <c:pt idx="50">
                  <c:v>45261</c:v>
                </c:pt>
                <c:pt idx="51">
                  <c:v>45292</c:v>
                </c:pt>
                <c:pt idx="52">
                  <c:v>45323</c:v>
                </c:pt>
                <c:pt idx="53">
                  <c:v>45352</c:v>
                </c:pt>
                <c:pt idx="54">
                  <c:v>45383</c:v>
                </c:pt>
                <c:pt idx="55">
                  <c:v>45413</c:v>
                </c:pt>
                <c:pt idx="56">
                  <c:v>45444</c:v>
                </c:pt>
                <c:pt idx="57">
                  <c:v>45474</c:v>
                </c:pt>
                <c:pt idx="58">
                  <c:v>45505</c:v>
                </c:pt>
                <c:pt idx="59">
                  <c:v>45536</c:v>
                </c:pt>
                <c:pt idx="60">
                  <c:v>45566</c:v>
                </c:pt>
                <c:pt idx="61">
                  <c:v>45597</c:v>
                </c:pt>
                <c:pt idx="62">
                  <c:v>45627</c:v>
                </c:pt>
                <c:pt idx="63">
                  <c:v>45658</c:v>
                </c:pt>
              </c:numCache>
            </c:numRef>
          </c:cat>
          <c:val>
            <c:numRef>
              <c:f>Hoja1!$F$180:$F$243</c:f>
              <c:numCache>
                <c:formatCode>0.0%</c:formatCode>
                <c:ptCount val="64"/>
                <c:pt idx="0">
                  <c:v>3.1716417910447658E-2</c:v>
                </c:pt>
                <c:pt idx="1">
                  <c:v>2.4163568773234223E-2</c:v>
                </c:pt>
                <c:pt idx="2">
                  <c:v>3.0754892823858349E-2</c:v>
                </c:pt>
                <c:pt idx="3">
                  <c:v>3.5217794253938894E-2</c:v>
                </c:pt>
                <c:pt idx="4">
                  <c:v>2.6629935720844822E-2</c:v>
                </c:pt>
                <c:pt idx="5">
                  <c:v>-6.3255813953488338E-2</c:v>
                </c:pt>
                <c:pt idx="6">
                  <c:v>-0.20293847566574841</c:v>
                </c:pt>
                <c:pt idx="7">
                  <c:v>-0.17454545454545456</c:v>
                </c:pt>
                <c:pt idx="8">
                  <c:v>-0.12224264705882348</c:v>
                </c:pt>
                <c:pt idx="9">
                  <c:v>-0.10507246376811596</c:v>
                </c:pt>
                <c:pt idx="10">
                  <c:v>-0.10063463281958296</c:v>
                </c:pt>
                <c:pt idx="11">
                  <c:v>-6.1187214611872154E-2</c:v>
                </c:pt>
                <c:pt idx="12">
                  <c:v>-4.7016274864375984E-2</c:v>
                </c:pt>
                <c:pt idx="13">
                  <c:v>-3.7205081669691498E-2</c:v>
                </c:pt>
                <c:pt idx="14">
                  <c:v>-2.2603978300180794E-2</c:v>
                </c:pt>
                <c:pt idx="15">
                  <c:v>-3.6705461056401156E-2</c:v>
                </c:pt>
                <c:pt idx="16">
                  <c:v>-1.7889087656529523E-2</c:v>
                </c:pt>
                <c:pt idx="17">
                  <c:v>0.11022840119165833</c:v>
                </c:pt>
                <c:pt idx="18">
                  <c:v>0.25230414746543794</c:v>
                </c:pt>
                <c:pt idx="19">
                  <c:v>0.13215859030836996</c:v>
                </c:pt>
                <c:pt idx="20">
                  <c:v>0.15706806282722519</c:v>
                </c:pt>
                <c:pt idx="21">
                  <c:v>0.13157894736842102</c:v>
                </c:pt>
                <c:pt idx="22">
                  <c:v>0.11693548387096775</c:v>
                </c:pt>
                <c:pt idx="23">
                  <c:v>0.13618677042801552</c:v>
                </c:pt>
                <c:pt idx="24">
                  <c:v>9.9620493358633766E-2</c:v>
                </c:pt>
                <c:pt idx="25">
                  <c:v>0.10650329877474096</c:v>
                </c:pt>
                <c:pt idx="26">
                  <c:v>0.10268270120259038</c:v>
                </c:pt>
                <c:pt idx="27">
                  <c:v>7.8996282527880934E-2</c:v>
                </c:pt>
                <c:pt idx="28">
                  <c:v>6.9216757741348056E-2</c:v>
                </c:pt>
                <c:pt idx="29">
                  <c:v>6.708407871198574E-2</c:v>
                </c:pt>
                <c:pt idx="30">
                  <c:v>9.9356025758969624E-2</c:v>
                </c:pt>
                <c:pt idx="31">
                  <c:v>0.16536964980544755</c:v>
                </c:pt>
                <c:pt idx="32">
                  <c:v>7.8733031674208087E-2</c:v>
                </c:pt>
                <c:pt idx="33">
                  <c:v>6.0822898032200312E-2</c:v>
                </c:pt>
                <c:pt idx="34">
                  <c:v>8.664259927797846E-2</c:v>
                </c:pt>
                <c:pt idx="35">
                  <c:v>4.3664383561643927E-2</c:v>
                </c:pt>
                <c:pt idx="36">
                  <c:v>3.45125107851596E-2</c:v>
                </c:pt>
                <c:pt idx="37">
                  <c:v>0</c:v>
                </c:pt>
                <c:pt idx="38">
                  <c:v>4.1946308724831738E-3</c:v>
                </c:pt>
                <c:pt idx="39">
                  <c:v>3.4453057708871748E-2</c:v>
                </c:pt>
                <c:pt idx="40">
                  <c:v>2.5553662691652379E-2</c:v>
                </c:pt>
                <c:pt idx="41">
                  <c:v>1.4249790444258226E-2</c:v>
                </c:pt>
                <c:pt idx="42">
                  <c:v>-6.6945606694560622E-3</c:v>
                </c:pt>
                <c:pt idx="43">
                  <c:v>1.6694490818029983E-3</c:v>
                </c:pt>
                <c:pt idx="44">
                  <c:v>2.5167785234899265E-2</c:v>
                </c:pt>
                <c:pt idx="45">
                  <c:v>5.9021922428330598E-3</c:v>
                </c:pt>
                <c:pt idx="46">
                  <c:v>4.1528239202657247E-3</c:v>
                </c:pt>
                <c:pt idx="47">
                  <c:v>-8.2034454470877316E-3</c:v>
                </c:pt>
                <c:pt idx="48">
                  <c:v>-5.8381984987490032E-3</c:v>
                </c:pt>
                <c:pt idx="49">
                  <c:v>3.5775127768313375E-2</c:v>
                </c:pt>
                <c:pt idx="50">
                  <c:v>6.6833751044277356E-3</c:v>
                </c:pt>
                <c:pt idx="51">
                  <c:v>1.582014987510405E-2</c:v>
                </c:pt>
                <c:pt idx="52">
                  <c:v>1.3289036544850363E-2</c:v>
                </c:pt>
                <c:pt idx="53">
                  <c:v>-4.1322314049586639E-3</c:v>
                </c:pt>
                <c:pt idx="54">
                  <c:v>3.959561920808774E-2</c:v>
                </c:pt>
                <c:pt idx="55">
                  <c:v>2.416666666666667E-2</c:v>
                </c:pt>
                <c:pt idx="56">
                  <c:v>-1.2274959083469761E-2</c:v>
                </c:pt>
                <c:pt idx="57">
                  <c:v>3.6881810561609329E-2</c:v>
                </c:pt>
                <c:pt idx="58">
                  <c:v>1.9023986765922318E-2</c:v>
                </c:pt>
                <c:pt idx="59">
                  <c:v>1.2406947890818865E-2</c:v>
                </c:pt>
                <c:pt idx="60">
                  <c:v>3.7751677852349008E-2</c:v>
                </c:pt>
                <c:pt idx="61">
                  <c:v>5.7565789473683626E-3</c:v>
                </c:pt>
                <c:pt idx="62">
                  <c:v>2.9875518672199064E-2</c:v>
                </c:pt>
                <c:pt idx="63">
                  <c:v>2.5409836065573677E-2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65E-41C0-AB50-8A30514847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0738527"/>
        <c:axId val="280731327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Hoja1!$C$2</c15:sqref>
                        </c15:formulaRef>
                      </c:ext>
                    </c:extLst>
                    <c:strCache>
                      <c:ptCount val="1"/>
                      <c:pt idx="0">
                        <c:v>Orginal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Hoja1!$B$180:$B$243</c15:sqref>
                        </c15:formulaRef>
                      </c:ext>
                    </c:extLst>
                    <c:numCache>
                      <c:formatCode>mmm\-yy</c:formatCode>
                      <c:ptCount val="64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Hoja1!$C$180:$C$243</c15:sqref>
                        </c15:formulaRef>
                      </c:ext>
                    </c:extLst>
                    <c:numCache>
                      <c:formatCode>0.0</c:formatCode>
                      <c:ptCount val="64"/>
                      <c:pt idx="0">
                        <c:v>110.3</c:v>
                      </c:pt>
                      <c:pt idx="1">
                        <c:v>115.3</c:v>
                      </c:pt>
                      <c:pt idx="2">
                        <c:v>122.7</c:v>
                      </c:pt>
                      <c:pt idx="3">
                        <c:v>103.2</c:v>
                      </c:pt>
                      <c:pt idx="4">
                        <c:v>107.7</c:v>
                      </c:pt>
                      <c:pt idx="5">
                        <c:v>100.6</c:v>
                      </c:pt>
                      <c:pt idx="6">
                        <c:v>83.1</c:v>
                      </c:pt>
                      <c:pt idx="7">
                        <c:v>89.8</c:v>
                      </c:pt>
                      <c:pt idx="8">
                        <c:v>95.3</c:v>
                      </c:pt>
                      <c:pt idx="9">
                        <c:v>100</c:v>
                      </c:pt>
                      <c:pt idx="10">
                        <c:v>100.3</c:v>
                      </c:pt>
                      <c:pt idx="11">
                        <c:v>101.9</c:v>
                      </c:pt>
                      <c:pt idx="12">
                        <c:v>105.1</c:v>
                      </c:pt>
                      <c:pt idx="13">
                        <c:v>110.9</c:v>
                      </c:pt>
                      <c:pt idx="14">
                        <c:v>119.9</c:v>
                      </c:pt>
                      <c:pt idx="15">
                        <c:v>99.6</c:v>
                      </c:pt>
                      <c:pt idx="16">
                        <c:v>104.2</c:v>
                      </c:pt>
                      <c:pt idx="17">
                        <c:v>111.8</c:v>
                      </c:pt>
                      <c:pt idx="18">
                        <c:v>104.3</c:v>
                      </c:pt>
                      <c:pt idx="19">
                        <c:v>101.8</c:v>
                      </c:pt>
                      <c:pt idx="20">
                        <c:v>110.1</c:v>
                      </c:pt>
                      <c:pt idx="21">
                        <c:v>113.2</c:v>
                      </c:pt>
                      <c:pt idx="22">
                        <c:v>111.9</c:v>
                      </c:pt>
                      <c:pt idx="23">
                        <c:v>115.6</c:v>
                      </c:pt>
                      <c:pt idx="24">
                        <c:v>115.8</c:v>
                      </c:pt>
                      <c:pt idx="25">
                        <c:v>122.7</c:v>
                      </c:pt>
                      <c:pt idx="26">
                        <c:v>132.30000000000001</c:v>
                      </c:pt>
                      <c:pt idx="27">
                        <c:v>107.8</c:v>
                      </c:pt>
                      <c:pt idx="28">
                        <c:v>111.2</c:v>
                      </c:pt>
                      <c:pt idx="29">
                        <c:v>119.7</c:v>
                      </c:pt>
                      <c:pt idx="30">
                        <c:v>115.1</c:v>
                      </c:pt>
                      <c:pt idx="31">
                        <c:v>118.9</c:v>
                      </c:pt>
                      <c:pt idx="32">
                        <c:v>118.7</c:v>
                      </c:pt>
                      <c:pt idx="33">
                        <c:v>120.2</c:v>
                      </c:pt>
                      <c:pt idx="34">
                        <c:v>121.7</c:v>
                      </c:pt>
                      <c:pt idx="35">
                        <c:v>120.5</c:v>
                      </c:pt>
                      <c:pt idx="36">
                        <c:v>120</c:v>
                      </c:pt>
                      <c:pt idx="37">
                        <c:v>122.6</c:v>
                      </c:pt>
                      <c:pt idx="38">
                        <c:v>133.1</c:v>
                      </c:pt>
                      <c:pt idx="39">
                        <c:v>111.9</c:v>
                      </c:pt>
                      <c:pt idx="40">
                        <c:v>113.8</c:v>
                      </c:pt>
                      <c:pt idx="41">
                        <c:v>121.6</c:v>
                      </c:pt>
                      <c:pt idx="42">
                        <c:v>114.5</c:v>
                      </c:pt>
                      <c:pt idx="43">
                        <c:v>119.3</c:v>
                      </c:pt>
                      <c:pt idx="44">
                        <c:v>121.4</c:v>
                      </c:pt>
                      <c:pt idx="45">
                        <c:v>120.8</c:v>
                      </c:pt>
                      <c:pt idx="46">
                        <c:v>122.2</c:v>
                      </c:pt>
                      <c:pt idx="47">
                        <c:v>119.5</c:v>
                      </c:pt>
                      <c:pt idx="48">
                        <c:v>119.2</c:v>
                      </c:pt>
                      <c:pt idx="49">
                        <c:v>126.6</c:v>
                      </c:pt>
                      <c:pt idx="50">
                        <c:v>133.9</c:v>
                      </c:pt>
                      <c:pt idx="51">
                        <c:v>113.8</c:v>
                      </c:pt>
                      <c:pt idx="52">
                        <c:v>116.5</c:v>
                      </c:pt>
                      <c:pt idx="53">
                        <c:v>119.1</c:v>
                      </c:pt>
                      <c:pt idx="54">
                        <c:v>120.9</c:v>
                      </c:pt>
                      <c:pt idx="55">
                        <c:v>122.1</c:v>
                      </c:pt>
                      <c:pt idx="56">
                        <c:v>119.7</c:v>
                      </c:pt>
                      <c:pt idx="57">
                        <c:v>125.1</c:v>
                      </c:pt>
                      <c:pt idx="58">
                        <c:v>124.5</c:v>
                      </c:pt>
                      <c:pt idx="59">
                        <c:v>120.7</c:v>
                      </c:pt>
                      <c:pt idx="60">
                        <c:v>123.6</c:v>
                      </c:pt>
                      <c:pt idx="61">
                        <c:v>127.1</c:v>
                      </c:pt>
                      <c:pt idx="62">
                        <c:v>137.9</c:v>
                      </c:pt>
                      <c:pt idx="63" formatCode="General">
                        <c:v>116.8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4-9FFC-4333-B357-D978E02FC85C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Hoja1!$D$2</c15:sqref>
                        </c15:formulaRef>
                      </c:ext>
                    </c:extLst>
                    <c:strCache>
                      <c:ptCount val="1"/>
                      <c:pt idx="0">
                        <c:v>Ajustado por efecto estacional y calendario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Hoja1!$B$180:$B$243</c15:sqref>
                        </c15:formulaRef>
                      </c:ext>
                    </c:extLst>
                    <c:numCache>
                      <c:formatCode>mmm\-yy</c:formatCode>
                      <c:ptCount val="64"/>
                      <c:pt idx="0">
                        <c:v>43739</c:v>
                      </c:pt>
                      <c:pt idx="1">
                        <c:v>43770</c:v>
                      </c:pt>
                      <c:pt idx="2">
                        <c:v>43800</c:v>
                      </c:pt>
                      <c:pt idx="3">
                        <c:v>43831</c:v>
                      </c:pt>
                      <c:pt idx="4">
                        <c:v>43862</c:v>
                      </c:pt>
                      <c:pt idx="5">
                        <c:v>43891</c:v>
                      </c:pt>
                      <c:pt idx="6">
                        <c:v>43922</c:v>
                      </c:pt>
                      <c:pt idx="7">
                        <c:v>43952</c:v>
                      </c:pt>
                      <c:pt idx="8">
                        <c:v>43983</c:v>
                      </c:pt>
                      <c:pt idx="9">
                        <c:v>44013</c:v>
                      </c:pt>
                      <c:pt idx="10">
                        <c:v>44044</c:v>
                      </c:pt>
                      <c:pt idx="11">
                        <c:v>44075</c:v>
                      </c:pt>
                      <c:pt idx="12">
                        <c:v>44105</c:v>
                      </c:pt>
                      <c:pt idx="13">
                        <c:v>44136</c:v>
                      </c:pt>
                      <c:pt idx="14">
                        <c:v>44166</c:v>
                      </c:pt>
                      <c:pt idx="15">
                        <c:v>44197</c:v>
                      </c:pt>
                      <c:pt idx="16">
                        <c:v>44228</c:v>
                      </c:pt>
                      <c:pt idx="17">
                        <c:v>44256</c:v>
                      </c:pt>
                      <c:pt idx="18">
                        <c:v>44287</c:v>
                      </c:pt>
                      <c:pt idx="19">
                        <c:v>44317</c:v>
                      </c:pt>
                      <c:pt idx="20">
                        <c:v>44348</c:v>
                      </c:pt>
                      <c:pt idx="21">
                        <c:v>44378</c:v>
                      </c:pt>
                      <c:pt idx="22">
                        <c:v>44409</c:v>
                      </c:pt>
                      <c:pt idx="23">
                        <c:v>44440</c:v>
                      </c:pt>
                      <c:pt idx="24">
                        <c:v>44470</c:v>
                      </c:pt>
                      <c:pt idx="25">
                        <c:v>44501</c:v>
                      </c:pt>
                      <c:pt idx="26">
                        <c:v>44531</c:v>
                      </c:pt>
                      <c:pt idx="27">
                        <c:v>44562</c:v>
                      </c:pt>
                      <c:pt idx="28">
                        <c:v>44593</c:v>
                      </c:pt>
                      <c:pt idx="29">
                        <c:v>44621</c:v>
                      </c:pt>
                      <c:pt idx="30">
                        <c:v>44652</c:v>
                      </c:pt>
                      <c:pt idx="31">
                        <c:v>44682</c:v>
                      </c:pt>
                      <c:pt idx="32">
                        <c:v>44713</c:v>
                      </c:pt>
                      <c:pt idx="33">
                        <c:v>44743</c:v>
                      </c:pt>
                      <c:pt idx="34">
                        <c:v>44774</c:v>
                      </c:pt>
                      <c:pt idx="35">
                        <c:v>44805</c:v>
                      </c:pt>
                      <c:pt idx="36">
                        <c:v>44835</c:v>
                      </c:pt>
                      <c:pt idx="37">
                        <c:v>44866</c:v>
                      </c:pt>
                      <c:pt idx="38">
                        <c:v>44896</c:v>
                      </c:pt>
                      <c:pt idx="39">
                        <c:v>44927</c:v>
                      </c:pt>
                      <c:pt idx="40">
                        <c:v>44958</c:v>
                      </c:pt>
                      <c:pt idx="41">
                        <c:v>44986</c:v>
                      </c:pt>
                      <c:pt idx="42">
                        <c:v>45017</c:v>
                      </c:pt>
                      <c:pt idx="43">
                        <c:v>45047</c:v>
                      </c:pt>
                      <c:pt idx="44">
                        <c:v>45078</c:v>
                      </c:pt>
                      <c:pt idx="45">
                        <c:v>45108</c:v>
                      </c:pt>
                      <c:pt idx="46">
                        <c:v>45139</c:v>
                      </c:pt>
                      <c:pt idx="47">
                        <c:v>45170</c:v>
                      </c:pt>
                      <c:pt idx="48">
                        <c:v>45200</c:v>
                      </c:pt>
                      <c:pt idx="49">
                        <c:v>45231</c:v>
                      </c:pt>
                      <c:pt idx="50">
                        <c:v>45261</c:v>
                      </c:pt>
                      <c:pt idx="51">
                        <c:v>45292</c:v>
                      </c:pt>
                      <c:pt idx="52">
                        <c:v>45323</c:v>
                      </c:pt>
                      <c:pt idx="53">
                        <c:v>45352</c:v>
                      </c:pt>
                      <c:pt idx="54">
                        <c:v>45383</c:v>
                      </c:pt>
                      <c:pt idx="55">
                        <c:v>45413</c:v>
                      </c:pt>
                      <c:pt idx="56">
                        <c:v>45444</c:v>
                      </c:pt>
                      <c:pt idx="57">
                        <c:v>45474</c:v>
                      </c:pt>
                      <c:pt idx="58">
                        <c:v>45505</c:v>
                      </c:pt>
                      <c:pt idx="59">
                        <c:v>45536</c:v>
                      </c:pt>
                      <c:pt idx="60">
                        <c:v>45566</c:v>
                      </c:pt>
                      <c:pt idx="61">
                        <c:v>45597</c:v>
                      </c:pt>
                      <c:pt idx="62">
                        <c:v>45627</c:v>
                      </c:pt>
                      <c:pt idx="63">
                        <c:v>45658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Hoja1!$D$180:$D$243</c15:sqref>
                        </c15:formulaRef>
                      </c:ext>
                    </c:extLst>
                    <c:numCache>
                      <c:formatCode>0.0</c:formatCode>
                      <c:ptCount val="64"/>
                      <c:pt idx="0">
                        <c:v>110.6</c:v>
                      </c:pt>
                      <c:pt idx="1">
                        <c:v>110.2</c:v>
                      </c:pt>
                      <c:pt idx="2">
                        <c:v>110.6</c:v>
                      </c:pt>
                      <c:pt idx="3">
                        <c:v>111.7</c:v>
                      </c:pt>
                      <c:pt idx="4">
                        <c:v>111.8</c:v>
                      </c:pt>
                      <c:pt idx="5">
                        <c:v>100.7</c:v>
                      </c:pt>
                      <c:pt idx="6">
                        <c:v>86.8</c:v>
                      </c:pt>
                      <c:pt idx="7">
                        <c:v>90.8</c:v>
                      </c:pt>
                      <c:pt idx="8">
                        <c:v>95.5</c:v>
                      </c:pt>
                      <c:pt idx="9">
                        <c:v>98.8</c:v>
                      </c:pt>
                      <c:pt idx="10">
                        <c:v>99.2</c:v>
                      </c:pt>
                      <c:pt idx="11">
                        <c:v>102.8</c:v>
                      </c:pt>
                      <c:pt idx="12">
                        <c:v>105.4</c:v>
                      </c:pt>
                      <c:pt idx="13">
                        <c:v>106.1</c:v>
                      </c:pt>
                      <c:pt idx="14">
                        <c:v>108.1</c:v>
                      </c:pt>
                      <c:pt idx="15">
                        <c:v>107.6</c:v>
                      </c:pt>
                      <c:pt idx="16">
                        <c:v>109.8</c:v>
                      </c:pt>
                      <c:pt idx="17">
                        <c:v>111.8</c:v>
                      </c:pt>
                      <c:pt idx="18">
                        <c:v>108.7</c:v>
                      </c:pt>
                      <c:pt idx="19">
                        <c:v>102.8</c:v>
                      </c:pt>
                      <c:pt idx="20">
                        <c:v>110.5</c:v>
                      </c:pt>
                      <c:pt idx="21">
                        <c:v>111.8</c:v>
                      </c:pt>
                      <c:pt idx="22">
                        <c:v>110.8</c:v>
                      </c:pt>
                      <c:pt idx="23">
                        <c:v>116.8</c:v>
                      </c:pt>
                      <c:pt idx="24">
                        <c:v>115.9</c:v>
                      </c:pt>
                      <c:pt idx="25">
                        <c:v>117.4</c:v>
                      </c:pt>
                      <c:pt idx="26">
                        <c:v>119.2</c:v>
                      </c:pt>
                      <c:pt idx="27">
                        <c:v>116.1</c:v>
                      </c:pt>
                      <c:pt idx="28">
                        <c:v>117.4</c:v>
                      </c:pt>
                      <c:pt idx="29">
                        <c:v>119.3</c:v>
                      </c:pt>
                      <c:pt idx="30">
                        <c:v>119.5</c:v>
                      </c:pt>
                      <c:pt idx="31">
                        <c:v>119.8</c:v>
                      </c:pt>
                      <c:pt idx="32">
                        <c:v>119.2</c:v>
                      </c:pt>
                      <c:pt idx="33">
                        <c:v>118.6</c:v>
                      </c:pt>
                      <c:pt idx="34">
                        <c:v>120.4</c:v>
                      </c:pt>
                      <c:pt idx="35">
                        <c:v>121.9</c:v>
                      </c:pt>
                      <c:pt idx="36">
                        <c:v>119.9</c:v>
                      </c:pt>
                      <c:pt idx="37">
                        <c:v>117.4</c:v>
                      </c:pt>
                      <c:pt idx="38">
                        <c:v>119.7</c:v>
                      </c:pt>
                      <c:pt idx="39">
                        <c:v>120.1</c:v>
                      </c:pt>
                      <c:pt idx="40">
                        <c:v>120.4</c:v>
                      </c:pt>
                      <c:pt idx="41">
                        <c:v>121</c:v>
                      </c:pt>
                      <c:pt idx="42">
                        <c:v>118.7</c:v>
                      </c:pt>
                      <c:pt idx="43">
                        <c:v>120</c:v>
                      </c:pt>
                      <c:pt idx="44">
                        <c:v>122.2</c:v>
                      </c:pt>
                      <c:pt idx="45">
                        <c:v>119.3</c:v>
                      </c:pt>
                      <c:pt idx="46">
                        <c:v>120.9</c:v>
                      </c:pt>
                      <c:pt idx="47">
                        <c:v>120.9</c:v>
                      </c:pt>
                      <c:pt idx="48">
                        <c:v>119.2</c:v>
                      </c:pt>
                      <c:pt idx="49">
                        <c:v>121.6</c:v>
                      </c:pt>
                      <c:pt idx="50">
                        <c:v>120.5</c:v>
                      </c:pt>
                      <c:pt idx="51">
                        <c:v>122</c:v>
                      </c:pt>
                      <c:pt idx="52">
                        <c:v>122</c:v>
                      </c:pt>
                      <c:pt idx="53">
                        <c:v>120.5</c:v>
                      </c:pt>
                      <c:pt idx="54">
                        <c:v>123.4</c:v>
                      </c:pt>
                      <c:pt idx="55">
                        <c:v>122.9</c:v>
                      </c:pt>
                      <c:pt idx="56">
                        <c:v>120.7</c:v>
                      </c:pt>
                      <c:pt idx="57">
                        <c:v>123.7</c:v>
                      </c:pt>
                      <c:pt idx="58">
                        <c:v>123.2</c:v>
                      </c:pt>
                      <c:pt idx="59">
                        <c:v>122.4</c:v>
                      </c:pt>
                      <c:pt idx="60">
                        <c:v>123.7</c:v>
                      </c:pt>
                      <c:pt idx="61">
                        <c:v>122.3</c:v>
                      </c:pt>
                      <c:pt idx="62">
                        <c:v>124.1</c:v>
                      </c:pt>
                      <c:pt idx="63" formatCode="General">
                        <c:v>125.1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9FFC-4333-B357-D978E02FC85C}"/>
                  </c:ext>
                </c:extLst>
              </c15:ser>
            </c15:filteredLineSeries>
          </c:ext>
        </c:extLst>
      </c:lineChart>
      <c:dateAx>
        <c:axId val="280738527"/>
        <c:scaling>
          <c:orientation val="minMax"/>
          <c:max val="45658"/>
          <c:min val="438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1327"/>
        <c:crosses val="autoZero"/>
        <c:auto val="1"/>
        <c:lblOffset val="100"/>
        <c:baseTimeUnit val="months"/>
        <c:majorUnit val="3"/>
        <c:majorTimeUnit val="months"/>
      </c:dateAx>
      <c:valAx>
        <c:axId val="280731327"/>
        <c:scaling>
          <c:orientation val="minMax"/>
          <c:max val="0.25"/>
          <c:min val="-0.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280738527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'[Gráfico en Microsoft PowerPoint]Hoja1'!$X$2</c:f>
              <c:strCache>
                <c:ptCount val="1"/>
                <c:pt idx="0">
                  <c:v>Original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206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'[Gráfico en Microsoft PowerPoint]Hoja1'!$W$3:$W$11</c:f>
              <c:strCache>
                <c:ptCount val="9"/>
                <c:pt idx="0">
                  <c:v>Servicios públicos</c:v>
                </c:pt>
                <c:pt idx="1">
                  <c:v>Agricultura y minería</c:v>
                </c:pt>
                <c:pt idx="2">
                  <c:v>Industria, construcción</c:v>
                </c:pt>
                <c:pt idx="3">
                  <c:v>Actividades profesionales</c:v>
                </c:pt>
                <c:pt idx="4">
                  <c:v>Actividades financieras</c:v>
                </c:pt>
                <c:pt idx="5">
                  <c:v>Información y comunicaciones</c:v>
                </c:pt>
                <c:pt idx="6">
                  <c:v>Actividades inmobiliarias</c:v>
                </c:pt>
                <c:pt idx="7">
                  <c:v>Comercio</c:v>
                </c:pt>
                <c:pt idx="8">
                  <c:v>Administración pública</c:v>
                </c:pt>
              </c:strCache>
            </c:strRef>
          </c:cat>
          <c:val>
            <c:numRef>
              <c:f>'[Gráfico en Microsoft PowerPoint]Hoja1'!$X$3:$X$11</c:f>
              <c:numCache>
                <c:formatCode>0.0%</c:formatCode>
                <c:ptCount val="9"/>
                <c:pt idx="0">
                  <c:v>-3.2927183063200527E-3</c:v>
                </c:pt>
                <c:pt idx="1">
                  <c:v>-1.3111368690802427E-3</c:v>
                </c:pt>
                <c:pt idx="2">
                  <c:v>5.0844015495088435E-3</c:v>
                </c:pt>
                <c:pt idx="3">
                  <c:v>9.3463261768542694E-3</c:v>
                </c:pt>
                <c:pt idx="4">
                  <c:v>9.5436894397291638E-3</c:v>
                </c:pt>
                <c:pt idx="5">
                  <c:v>1.104895339676526E-2</c:v>
                </c:pt>
                <c:pt idx="6">
                  <c:v>1.8067104101620046E-2</c:v>
                </c:pt>
                <c:pt idx="7">
                  <c:v>5.242312195919463E-2</c:v>
                </c:pt>
                <c:pt idx="8">
                  <c:v>6.2414424862326401E-2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EA-498A-81A4-13F737CA7514}"/>
            </c:ext>
          </c:extLst>
        </c:ser>
        <c:ser>
          <c:idx val="1"/>
          <c:order val="1"/>
          <c:tx>
            <c:strRef>
              <c:f>'[Gráfico en Microsoft PowerPoint]Hoja1'!$Y$2</c:f>
              <c:strCache>
                <c:ptCount val="1"/>
                <c:pt idx="0">
                  <c:v>Ajustado por efecto estacional y calendario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B0F0"/>
                    </a:solidFill>
                    <a:latin typeface="Dosis" pitchFamily="2" charset="0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'[Gráfico en Microsoft PowerPoint]Hoja1'!$W$3:$W$11</c:f>
              <c:strCache>
                <c:ptCount val="9"/>
                <c:pt idx="0">
                  <c:v>Servicios públicos</c:v>
                </c:pt>
                <c:pt idx="1">
                  <c:v>Agricultura y minería</c:v>
                </c:pt>
                <c:pt idx="2">
                  <c:v>Industria, construcción</c:v>
                </c:pt>
                <c:pt idx="3">
                  <c:v>Actividades profesionales</c:v>
                </c:pt>
                <c:pt idx="4">
                  <c:v>Actividades financieras</c:v>
                </c:pt>
                <c:pt idx="5">
                  <c:v>Información y comunicaciones</c:v>
                </c:pt>
                <c:pt idx="6">
                  <c:v>Actividades inmobiliarias</c:v>
                </c:pt>
                <c:pt idx="7">
                  <c:v>Comercio</c:v>
                </c:pt>
                <c:pt idx="8">
                  <c:v>Administración pública</c:v>
                </c:pt>
              </c:strCache>
            </c:strRef>
          </c:cat>
          <c:val>
            <c:numRef>
              <c:f>'[Gráfico en Microsoft PowerPoint]Hoja1'!$Y$3:$Y$11</c:f>
              <c:numCache>
                <c:formatCode>0.0%</c:formatCode>
                <c:ptCount val="9"/>
                <c:pt idx="0">
                  <c:v>-4.1402339274366762E-3</c:v>
                </c:pt>
                <c:pt idx="1">
                  <c:v>-4.1178168666183845E-3</c:v>
                </c:pt>
                <c:pt idx="2">
                  <c:v>4.1241806376353107E-3</c:v>
                </c:pt>
                <c:pt idx="3">
                  <c:v>6.9352038546506289E-3</c:v>
                </c:pt>
                <c:pt idx="4">
                  <c:v>1.0377108473101915E-2</c:v>
                </c:pt>
                <c:pt idx="5">
                  <c:v>1.0494692517168946E-2</c:v>
                </c:pt>
                <c:pt idx="6">
                  <c:v>1.8188737903032326E-2</c:v>
                </c:pt>
                <c:pt idx="7">
                  <c:v>5.0055092540332469E-2</c:v>
                </c:pt>
                <c:pt idx="8">
                  <c:v>6.3076477377848716E-2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EA-498A-81A4-13F737CA7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30"/>
        <c:axId val="325286559"/>
        <c:axId val="325292799"/>
      </c:barChart>
      <c:catAx>
        <c:axId val="325286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92799"/>
        <c:crosses val="autoZero"/>
        <c:auto val="1"/>
        <c:lblAlgn val="ctr"/>
        <c:lblOffset val="100"/>
        <c:noMultiLvlLbl val="0"/>
      </c:catAx>
      <c:valAx>
        <c:axId val="325292799"/>
        <c:scaling>
          <c:orientation val="minMax"/>
          <c:max val="0.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Dosis" pitchFamily="2" charset="0"/>
                <a:ea typeface="+mn-ea"/>
                <a:cs typeface="+mn-cs"/>
              </a:defRPr>
            </a:pPr>
            <a:endParaRPr lang="es-CO"/>
          </a:p>
        </c:txPr>
        <c:crossAx val="325286559"/>
        <c:crosses val="autoZero"/>
        <c:crossBetween val="between"/>
        <c:majorUnit val="2.5000000000000005E-2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Dosis" pitchFamily="2" charset="0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solidFill>
            <a:schemeClr val="tx1"/>
          </a:solidFill>
          <a:latin typeface="Dosis" pitchFamily="2" charset="0"/>
        </a:defRPr>
      </a:pPr>
      <a:endParaRPr lang="es-CO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DFBCE-286C-4CC2-9EAF-A34A3CED6F66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82F92-0F41-4C88-A475-7C730CBFBB4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337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BE5C87AA-58E4-FF68-F674-4FA1D5DB7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B7473464-180B-66E3-DF70-3043078624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7135B830-20FC-6264-E81D-BBC56BB72E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328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BE5C87AA-58E4-FF68-F674-4FA1D5DB7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B7473464-180B-66E3-DF70-3043078624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7135B830-20FC-6264-E81D-BBC56BB72E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328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D639B956-8B16-0A37-F3BE-52335E0F0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E691528-214C-EE47-8DAB-8AA0D3D8E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99788722-2DAB-AD09-E9AC-795B37540E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7797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88C2A95-2618-55DA-2BAF-CBD74F3D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BE1C2AE-86CA-5B0D-75BC-19105EAD9D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9FBCEBC-E0E9-85BD-661E-1589D5CD2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5012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88C2A95-2618-55DA-2BAF-CBD74F3D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BE1C2AE-86CA-5B0D-75BC-19105EAD9D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9FBCEBC-E0E9-85BD-661E-1589D5CD2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5012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9EC7191E-CB76-9693-7EE9-9DD63F00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B6AD84E9-217E-33F4-6458-4617E5218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EC47752-E81D-29F5-DBB3-569A96B206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0180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88C2A95-2618-55DA-2BAF-CBD74F3D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FBE1C2AE-86CA-5B0D-75BC-19105EAD9D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9FBCEBC-E0E9-85BD-661E-1589D5CD2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5012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DE7B4-1177-8B12-7421-1E097B71F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A302C3-4D2C-F2D0-08B1-057A362ED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A3AD4A-3829-354A-DA24-3BCCBAA14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FB66BA-6D5E-99B8-EFD9-D245F776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E0DE37-85D3-917E-CF1B-E3128F7BA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235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FF609-0BC1-6734-1386-A87154A2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097543-B8E6-932A-0977-08D15E6C3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3D9F70-48D3-0E59-077D-445C06F0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83320D-B26E-A16F-3C3F-E750E7D3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5EC084-2EA4-BADD-8A47-BFA2898E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9531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6BAA8-CD93-2121-DCE9-E7D469095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7F0188-D1AF-03DB-69ED-372151698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B6D7D-078A-5795-1B9D-446F3223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CE760E-C749-4BA3-E3A2-0E4152B12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82ED12-2CAC-A123-95C7-AE3434469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7452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92F4E-9635-8E14-1F57-9903C3A0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A3E32E-2BCE-35CB-A6EF-93A6108E0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80F746-A486-526A-6769-1A50F3532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6D9092-C580-4291-A4E9-7BE00259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4088CA-BCE1-941C-1106-13C541EC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8198F7-7FB9-4CA8-11A9-EAA448A85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107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AABC8-CEBD-F018-6E8A-CA28CBC18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9037FA-34EA-1710-E61F-C21AE7398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940C00-D6B9-94EE-2E36-316E9535D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313F7B-988D-DB9F-CF30-A20D8094F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55AA9E8-3367-03C7-305A-2F801889A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CC76B09-F790-65C3-52B8-948D2CE4B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28E238A-DC0A-108B-C1BE-B70EFBEC2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BCDDAA7-B29F-092F-4222-23ACF06A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74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420C3-E660-71F4-355B-DF4B5441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0EB493-0A83-C268-78DC-0F37D5B1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A2CAF7-65EB-15C6-237F-52F337F5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B788FC-2384-3285-8028-5FBD76822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6600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E0D069-ADDE-5C61-E160-EADDD707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EAFD67-35C8-D0A5-1C70-2F99A626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262AA3-14FC-344A-F5C5-D52D09B1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029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E0F95-CAC8-DF77-E4E6-87FD33612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8C58EB-955D-2C1E-C0CF-481710C32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66C536-F7F8-A40F-DC34-29F4C7B0D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C5F1AA-42E9-7AF5-9E5C-DD312C47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A5D3C9-F4D6-878F-4F19-E3075DB9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19D988-91B2-1818-3A9E-C53B65E4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349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13263-2E5B-54B5-78CB-86F0463B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6AA091-6787-2AAC-8C90-CCB3CCB7E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81275E-133A-0891-23B7-628BF1F3E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5E5181-DD43-323D-09A5-47F14D58B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7F7CA6-3BD4-752E-5B9C-7DEEC2EC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4461DF-645C-CAD4-E642-11F34267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6657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E3CFAB-CEED-7652-9DF6-FBA276772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BE15FF-ED81-E1D3-1487-E357D0E21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59AE5D-65A8-5092-0216-6A4284C06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2835BD-48C2-5912-FC89-5B2CEC47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EF9ECD-546A-1A72-9A9E-846795A9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608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0C4EE3-8FAF-B38D-A17B-63984ABF9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07EEAF-FC1D-3A1B-FFF2-47C27AB49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003979-D145-098D-E8DF-4D67B7F1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045B01-677C-FD7A-4FFD-7FC5F0F5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35612-B3BC-236D-463A-A8918457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46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71854B-D013-8220-051B-0EC14606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497E48-B49B-12F7-3D1F-0DC77F812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36B671-959B-7791-CB83-FAF8024E0F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5CB60-D9A9-4070-85F8-B971D825C08D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6E00F2-3476-04F9-1941-3C623B129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0C646D-D95B-2E56-88C3-6065EB391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065FE-0BF0-4E5F-8A32-B97A4545014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1159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hart" Target="../charts/char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hart" Target="../charts/char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hart" Target="../charts/char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hart" Target="../charts/char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hart" Target="../charts/char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3DDCA43F-3518-BF37-05EE-DB50EF32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A331978B-BBD5-19C6-447F-F16B6A4B3C66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DD87DDC9-A175-BC3A-1133-31339D1A92BF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00A1AB67-4412-6DB0-EB8F-3AF572F199A7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FD5E67D0-9ADD-5FE7-76E1-28F6091AB965}"/>
              </a:ext>
            </a:extLst>
          </p:cNvPr>
          <p:cNvSpPr txBox="1"/>
          <p:nvPr/>
        </p:nvSpPr>
        <p:spPr>
          <a:xfrm>
            <a:off x="831760" y="5834261"/>
            <a:ext cx="1136024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En </a:t>
            </a:r>
            <a:r>
              <a:rPr lang="es-CO" sz="20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septiembre</a:t>
            </a: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 el ISE creció 4</a:t>
            </a:r>
            <a:r>
              <a:rPr lang="es-CO" sz="20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,0</a:t>
            </a: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% anual.  El crecimiento </a:t>
            </a:r>
            <a:r>
              <a:rPr lang="es-CO" sz="20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fue</a:t>
            </a: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 impulsado por el actividades artísticas, administración pública y manufacturas</a:t>
            </a:r>
            <a:r>
              <a:rPr lang="es-CO" sz="20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,</a:t>
            </a: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 </a:t>
            </a:r>
            <a:r>
              <a:rPr lang="es-CO" sz="20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mientras </a:t>
            </a: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construcción crece a 0,3%. </a:t>
            </a:r>
            <a:endParaRPr kumimoji="0" lang="es-CO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5D74FD1-34CC-662B-2286-2B1B12C491AA}"/>
              </a:ext>
            </a:extLst>
          </p:cNvPr>
          <p:cNvSpPr txBox="1"/>
          <p:nvPr/>
        </p:nvSpPr>
        <p:spPr>
          <a:xfrm>
            <a:off x="831761" y="69954"/>
            <a:ext cx="1136024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Indicador de Seguimiento a la Economía (ISE)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Variación anual – </a:t>
            </a:r>
            <a:r>
              <a:rPr lang="es-CO" sz="14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Septiembre 2025</a:t>
            </a:r>
            <a:endParaRPr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DA1481B-0704-4E20-825C-53ADB0DAEFDB}"/>
              </a:ext>
            </a:extLst>
          </p:cNvPr>
          <p:cNvSpPr txBox="1"/>
          <p:nvPr/>
        </p:nvSpPr>
        <p:spPr>
          <a:xfrm>
            <a:off x="831761" y="6628016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 </a:t>
            </a:r>
          </a:p>
        </p:txBody>
      </p: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C3B75871-A9B2-6499-B298-B577B8833660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5FB371CF-5BDA-5FED-A36B-189ACBECC8CE}"/>
              </a:ext>
            </a:extLst>
          </p:cNvPr>
          <p:cNvSpPr txBox="1"/>
          <p:nvPr/>
        </p:nvSpPr>
        <p:spPr>
          <a:xfrm>
            <a:off x="2163268" y="709694"/>
            <a:ext cx="2848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Total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FC85142F-D5E7-8D91-8FA3-CDA43979AEF5}"/>
              </a:ext>
            </a:extLst>
          </p:cNvPr>
          <p:cNvSpPr txBox="1"/>
          <p:nvPr/>
        </p:nvSpPr>
        <p:spPr>
          <a:xfrm>
            <a:off x="7016946" y="722463"/>
            <a:ext cx="4378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 sectores económicos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9A90B0C-EBAA-F4DF-ECCD-2DD1822FBC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2777308"/>
              </p:ext>
            </p:extLst>
          </p:nvPr>
        </p:nvGraphicFramePr>
        <p:xfrm>
          <a:off x="773120" y="1357213"/>
          <a:ext cx="59004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B32EFAD0-C32A-56BF-29F5-BA32AC79B7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3335631"/>
              </p:ext>
            </p:extLst>
          </p:nvPr>
        </p:nvGraphicFramePr>
        <p:xfrm>
          <a:off x="6632240" y="1346945"/>
          <a:ext cx="54000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E845A541-EE94-3B23-3F87-D75EFD360F16}"/>
              </a:ext>
            </a:extLst>
          </p:cNvPr>
          <p:cNvSpPr/>
          <p:nvPr/>
        </p:nvSpPr>
        <p:spPr>
          <a:xfrm>
            <a:off x="40640" y="76200"/>
            <a:ext cx="720000" cy="378000"/>
          </a:xfrm>
          <a:custGeom>
            <a:avLst/>
            <a:gdLst/>
            <a:ahLst/>
            <a:cxnLst/>
            <a:rect l="l" t="t" r="r" b="b"/>
            <a:pathLst>
              <a:path w="1898640" h="1000047" extrusionOk="0">
                <a:moveTo>
                  <a:pt x="0" y="0"/>
                </a:moveTo>
                <a:lnTo>
                  <a:pt x="1898640" y="0"/>
                </a:lnTo>
                <a:lnTo>
                  <a:pt x="1898640" y="1000047"/>
                </a:lnTo>
                <a:lnTo>
                  <a:pt x="0" y="1000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90">
              <a:defRPr/>
            </a:pPr>
            <a:endParaRPr lang="es-CO" sz="1200"/>
          </a:p>
        </p:txBody>
      </p:sp>
    </p:spTree>
    <p:extLst>
      <p:ext uri="{BB962C8B-B14F-4D97-AF65-F5344CB8AC3E}">
        <p14:creationId xmlns:p14="http://schemas.microsoft.com/office/powerpoint/2010/main" val="22251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3DDCA43F-3518-BF37-05EE-DB50EF32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A331978B-BBD5-19C6-447F-F16B6A4B3C66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DD87DDC9-A175-BC3A-1133-31339D1A92BF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00A1AB67-4412-6DB0-EB8F-3AF572F199A7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FD5E67D0-9ADD-5FE7-76E1-28F6091AB965}"/>
              </a:ext>
            </a:extLst>
          </p:cNvPr>
          <p:cNvSpPr txBox="1"/>
          <p:nvPr/>
        </p:nvSpPr>
        <p:spPr>
          <a:xfrm>
            <a:off x="831760" y="5834261"/>
            <a:ext cx="1136024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En agosto el ISE creció 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2,0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% anual.  El crecimiento 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fue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 impulsado por el comercio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 y la administración pública,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 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mientras 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construcción y manufacturas decrece 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0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,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6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%. </a:t>
            </a:r>
            <a:endParaRPr kumimoji="0" lang="es-CO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5D74FD1-34CC-662B-2286-2B1B12C491AA}"/>
              </a:ext>
            </a:extLst>
          </p:cNvPr>
          <p:cNvSpPr txBox="1"/>
          <p:nvPr/>
        </p:nvSpPr>
        <p:spPr>
          <a:xfrm>
            <a:off x="831761" y="69954"/>
            <a:ext cx="1136024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Indicador de Seguimiento a la Economía (ISE)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Variación anual – Agosto</a:t>
            </a:r>
            <a:r>
              <a:rPr lang="es-CO" sz="1400">
                <a:solidFill>
                  <a:prstClr val="black"/>
                </a:solidFill>
                <a:latin typeface="Dosis"/>
                <a:cs typeface="Arial"/>
                <a:sym typeface="Arial"/>
              </a:rPr>
              <a:t> 2025</a:t>
            </a:r>
            <a:endParaRPr lang="es-CO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DA1481B-0704-4E20-825C-53ADB0DAEFDB}"/>
              </a:ext>
            </a:extLst>
          </p:cNvPr>
          <p:cNvSpPr txBox="1"/>
          <p:nvPr/>
        </p:nvSpPr>
        <p:spPr>
          <a:xfrm>
            <a:off x="831761" y="6628016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 </a:t>
            </a:r>
          </a:p>
        </p:txBody>
      </p: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C3B75871-A9B2-6499-B298-B577B8833660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5FB371CF-5BDA-5FED-A36B-189ACBECC8CE}"/>
              </a:ext>
            </a:extLst>
          </p:cNvPr>
          <p:cNvSpPr txBox="1"/>
          <p:nvPr/>
        </p:nvSpPr>
        <p:spPr>
          <a:xfrm>
            <a:off x="2478058" y="709694"/>
            <a:ext cx="2848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Total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FC85142F-D5E7-8D91-8FA3-CDA43979AEF5}"/>
              </a:ext>
            </a:extLst>
          </p:cNvPr>
          <p:cNvSpPr txBox="1"/>
          <p:nvPr/>
        </p:nvSpPr>
        <p:spPr>
          <a:xfrm>
            <a:off x="7016946" y="722463"/>
            <a:ext cx="4378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 sectores económicos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9A90B0C-EBAA-F4DF-ECCD-2DD1822FBC4E}"/>
              </a:ext>
            </a:extLst>
          </p:cNvPr>
          <p:cNvGraphicFramePr>
            <a:graphicFrameLocks/>
          </p:cNvGraphicFramePr>
          <p:nvPr/>
        </p:nvGraphicFramePr>
        <p:xfrm>
          <a:off x="1087910" y="1357213"/>
          <a:ext cx="59004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B32EFAD0-C32A-56BF-29F5-BA32AC79B76A}"/>
              </a:ext>
            </a:extLst>
          </p:cNvPr>
          <p:cNvGraphicFramePr>
            <a:graphicFrameLocks/>
          </p:cNvGraphicFramePr>
          <p:nvPr/>
        </p:nvGraphicFramePr>
        <p:xfrm>
          <a:off x="6632240" y="1346945"/>
          <a:ext cx="54000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E845A541-EE94-3B23-3F87-D75EFD360F16}"/>
              </a:ext>
            </a:extLst>
          </p:cNvPr>
          <p:cNvSpPr/>
          <p:nvPr/>
        </p:nvSpPr>
        <p:spPr>
          <a:xfrm>
            <a:off x="40640" y="76200"/>
            <a:ext cx="720000" cy="378000"/>
          </a:xfrm>
          <a:custGeom>
            <a:avLst/>
            <a:gdLst/>
            <a:ahLst/>
            <a:cxnLst/>
            <a:rect l="l" t="t" r="r" b="b"/>
            <a:pathLst>
              <a:path w="1898640" h="1000047" extrusionOk="0">
                <a:moveTo>
                  <a:pt x="0" y="0"/>
                </a:moveTo>
                <a:lnTo>
                  <a:pt x="1898640" y="0"/>
                </a:lnTo>
                <a:lnTo>
                  <a:pt x="1898640" y="1000047"/>
                </a:lnTo>
                <a:lnTo>
                  <a:pt x="0" y="1000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90">
              <a:defRPr/>
            </a:pPr>
            <a:endParaRPr lang="es-CO" sz="1200"/>
          </a:p>
        </p:txBody>
      </p:sp>
    </p:spTree>
    <p:extLst>
      <p:ext uri="{BB962C8B-B14F-4D97-AF65-F5344CB8AC3E}">
        <p14:creationId xmlns:p14="http://schemas.microsoft.com/office/powerpoint/2010/main" val="924026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A1B6772D-8674-E088-E4C6-9D23E91A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9C757DAF-E368-DBC3-50E0-7EDF14CFB0CA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6B4C3E71-3CD5-0553-2DA7-7CFB3507554A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CCD477FF-1EEE-6906-CF0B-A9F16BD06928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FEDA3CD5-C763-3227-D256-2DBE2A075DA1}"/>
              </a:ext>
            </a:extLst>
          </p:cNvPr>
          <p:cNvSpPr txBox="1"/>
          <p:nvPr/>
        </p:nvSpPr>
        <p:spPr>
          <a:xfrm>
            <a:off x="831760" y="5834261"/>
            <a:ext cx="1136024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En julio el ISE creció 4,3% anual.  El crecimiento </a:t>
            </a:r>
            <a:r>
              <a:rPr lang="es-CO" sz="20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fue</a:t>
            </a: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 impulsado por la administración pública y el comercio </a:t>
            </a:r>
            <a:r>
              <a:rPr lang="es-CO" sz="20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mientras </a:t>
            </a: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construcción y manufacturas crece 4,3%. En el año corrido el ISE crece 2,7%.</a:t>
            </a:r>
            <a:endParaRPr kumimoji="0" lang="es-CO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F6A6124-10BD-911F-7F5A-370A22D8AEF7}"/>
              </a:ext>
            </a:extLst>
          </p:cNvPr>
          <p:cNvSpPr txBox="1"/>
          <p:nvPr/>
        </p:nvSpPr>
        <p:spPr>
          <a:xfrm>
            <a:off x="831761" y="69954"/>
            <a:ext cx="1136024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Indicador de Seguimiento a la Economía (ISE)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Variación anual – </a:t>
            </a:r>
            <a:r>
              <a:rPr lang="es-CO" sz="1400" dirty="0">
                <a:solidFill>
                  <a:prstClr val="black"/>
                </a:solidFill>
                <a:latin typeface="Dosis"/>
                <a:cs typeface="Arial"/>
                <a:sym typeface="Arial"/>
              </a:rPr>
              <a:t>julio 2025</a:t>
            </a:r>
            <a:endParaRPr lang="es-CO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07C6853-4626-EF52-266F-2E272DC3D63A}"/>
              </a:ext>
            </a:extLst>
          </p:cNvPr>
          <p:cNvSpPr txBox="1"/>
          <p:nvPr/>
        </p:nvSpPr>
        <p:spPr>
          <a:xfrm>
            <a:off x="831761" y="6628016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 </a:t>
            </a:r>
          </a:p>
        </p:txBody>
      </p: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5BC211BC-CB56-86DC-46E2-D2C1179430D3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80236200-AD81-45C8-6333-DD0A98DA30BA}"/>
              </a:ext>
            </a:extLst>
          </p:cNvPr>
          <p:cNvSpPr txBox="1"/>
          <p:nvPr/>
        </p:nvSpPr>
        <p:spPr>
          <a:xfrm>
            <a:off x="2163268" y="709694"/>
            <a:ext cx="2848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Total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5B132CE4-52F3-96B7-0F33-B71E33C996E6}"/>
              </a:ext>
            </a:extLst>
          </p:cNvPr>
          <p:cNvSpPr txBox="1"/>
          <p:nvPr/>
        </p:nvSpPr>
        <p:spPr>
          <a:xfrm>
            <a:off x="7016946" y="722463"/>
            <a:ext cx="4378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 sectores económicos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1F3B09A8-D4B2-B99E-6C6F-0AE83AE555BD}"/>
              </a:ext>
            </a:extLst>
          </p:cNvPr>
          <p:cNvGraphicFramePr>
            <a:graphicFrameLocks/>
          </p:cNvGraphicFramePr>
          <p:nvPr/>
        </p:nvGraphicFramePr>
        <p:xfrm>
          <a:off x="773120" y="1357213"/>
          <a:ext cx="59004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2C5B222B-4E10-D2F0-E1C7-E6ECEC886C8E}"/>
              </a:ext>
            </a:extLst>
          </p:cNvPr>
          <p:cNvGraphicFramePr>
            <a:graphicFrameLocks/>
          </p:cNvGraphicFramePr>
          <p:nvPr/>
        </p:nvGraphicFramePr>
        <p:xfrm>
          <a:off x="6632240" y="1346945"/>
          <a:ext cx="54000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DB2B3FFF-5581-6876-71D0-E298F4172513}"/>
              </a:ext>
            </a:extLst>
          </p:cNvPr>
          <p:cNvSpPr/>
          <p:nvPr/>
        </p:nvSpPr>
        <p:spPr>
          <a:xfrm>
            <a:off x="40640" y="76200"/>
            <a:ext cx="720000" cy="378000"/>
          </a:xfrm>
          <a:custGeom>
            <a:avLst/>
            <a:gdLst/>
            <a:ahLst/>
            <a:cxnLst/>
            <a:rect l="l" t="t" r="r" b="b"/>
            <a:pathLst>
              <a:path w="1898640" h="1000047" extrusionOk="0">
                <a:moveTo>
                  <a:pt x="0" y="0"/>
                </a:moveTo>
                <a:lnTo>
                  <a:pt x="1898640" y="0"/>
                </a:lnTo>
                <a:lnTo>
                  <a:pt x="1898640" y="1000047"/>
                </a:lnTo>
                <a:lnTo>
                  <a:pt x="0" y="1000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90">
              <a:defRPr/>
            </a:pPr>
            <a:endParaRPr lang="es-CO" sz="1200"/>
          </a:p>
        </p:txBody>
      </p:sp>
    </p:spTree>
    <p:extLst>
      <p:ext uri="{BB962C8B-B14F-4D97-AF65-F5344CB8AC3E}">
        <p14:creationId xmlns:p14="http://schemas.microsoft.com/office/powerpoint/2010/main" val="174838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30847F25-27D6-CB17-9F98-1ECA38A6D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C9F4407B-D675-F556-7E07-DE86FBF49552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DC9DFE29-F2CF-9B46-A320-ABBCF2FC9651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57909ED0-1F37-492B-4C2D-0CADAA90B770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DC8554E8-9448-B7FA-6F7E-AD64CE8D34E4}"/>
              </a:ext>
            </a:extLst>
          </p:cNvPr>
          <p:cNvSpPr txBox="1"/>
          <p:nvPr/>
        </p:nvSpPr>
        <p:spPr>
          <a:xfrm>
            <a:off x="831760" y="5834261"/>
            <a:ext cx="1136024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En junio el ISE creció 2,9% anual.  El crecimiento 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fue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 impulsado por el agro y comercio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, mientras que 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construcción crece 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2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,1%. En el año corrido el ISE crece 2,42%.</a:t>
            </a:r>
            <a:endParaRPr kumimoji="0" lang="es-CO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9660D88-31B6-65B7-B33E-1867EA38BED1}"/>
              </a:ext>
            </a:extLst>
          </p:cNvPr>
          <p:cNvSpPr txBox="1"/>
          <p:nvPr/>
        </p:nvSpPr>
        <p:spPr>
          <a:xfrm>
            <a:off x="831761" y="69954"/>
            <a:ext cx="1136024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Indicador de Seguimiento a la Economía (ISE)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Variación anual – </a:t>
            </a:r>
            <a:r>
              <a:rPr lang="es-CO" sz="1400">
                <a:solidFill>
                  <a:prstClr val="black"/>
                </a:solidFill>
                <a:latin typeface="Dosis"/>
                <a:cs typeface="Arial"/>
                <a:sym typeface="Arial"/>
              </a:rPr>
              <a:t>junio 2025</a:t>
            </a:r>
            <a:endParaRPr lang="es-CO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3223AF8-B3AC-815E-64C6-952B48896F74}"/>
              </a:ext>
            </a:extLst>
          </p:cNvPr>
          <p:cNvSpPr txBox="1"/>
          <p:nvPr/>
        </p:nvSpPr>
        <p:spPr>
          <a:xfrm>
            <a:off x="831761" y="6628016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 </a:t>
            </a:r>
          </a:p>
        </p:txBody>
      </p: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D9C7CA86-491E-8CF8-AD78-CFFC5C418466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202B6E17-3AE1-80AB-A9B2-52120C64EC87}"/>
              </a:ext>
            </a:extLst>
          </p:cNvPr>
          <p:cNvSpPr txBox="1"/>
          <p:nvPr/>
        </p:nvSpPr>
        <p:spPr>
          <a:xfrm>
            <a:off x="2163268" y="709694"/>
            <a:ext cx="2848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Total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B049353C-8B7E-32EF-3914-94E4E438DC45}"/>
              </a:ext>
            </a:extLst>
          </p:cNvPr>
          <p:cNvSpPr txBox="1"/>
          <p:nvPr/>
        </p:nvSpPr>
        <p:spPr>
          <a:xfrm>
            <a:off x="7016946" y="722463"/>
            <a:ext cx="4378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 sectores económicos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B08F3C7F-C8F6-4C9F-852B-58E9574A4BA7}"/>
              </a:ext>
            </a:extLst>
          </p:cNvPr>
          <p:cNvGraphicFramePr>
            <a:graphicFrameLocks/>
          </p:cNvGraphicFramePr>
          <p:nvPr/>
        </p:nvGraphicFramePr>
        <p:xfrm>
          <a:off x="773120" y="1357213"/>
          <a:ext cx="59004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B8AD37DD-74B1-E07A-6E21-0434517E7870}"/>
              </a:ext>
            </a:extLst>
          </p:cNvPr>
          <p:cNvGraphicFramePr>
            <a:graphicFrameLocks/>
          </p:cNvGraphicFramePr>
          <p:nvPr/>
        </p:nvGraphicFramePr>
        <p:xfrm>
          <a:off x="6632240" y="1346945"/>
          <a:ext cx="54000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F895ACC1-733E-BDB1-F434-50A7AC299A95}"/>
              </a:ext>
            </a:extLst>
          </p:cNvPr>
          <p:cNvSpPr/>
          <p:nvPr/>
        </p:nvSpPr>
        <p:spPr>
          <a:xfrm>
            <a:off x="40640" y="76200"/>
            <a:ext cx="720000" cy="378000"/>
          </a:xfrm>
          <a:custGeom>
            <a:avLst/>
            <a:gdLst/>
            <a:ahLst/>
            <a:cxnLst/>
            <a:rect l="l" t="t" r="r" b="b"/>
            <a:pathLst>
              <a:path w="1898640" h="1000047" extrusionOk="0">
                <a:moveTo>
                  <a:pt x="0" y="0"/>
                </a:moveTo>
                <a:lnTo>
                  <a:pt x="1898640" y="0"/>
                </a:lnTo>
                <a:lnTo>
                  <a:pt x="1898640" y="1000047"/>
                </a:lnTo>
                <a:lnTo>
                  <a:pt x="0" y="1000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90">
              <a:defRPr/>
            </a:pPr>
            <a:endParaRPr lang="es-CO" sz="1200"/>
          </a:p>
        </p:txBody>
      </p:sp>
    </p:spTree>
    <p:extLst>
      <p:ext uri="{BB962C8B-B14F-4D97-AF65-F5344CB8AC3E}">
        <p14:creationId xmlns:p14="http://schemas.microsoft.com/office/powerpoint/2010/main" val="339164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30847F25-27D6-CB17-9F98-1ECA38A6D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C9F4407B-D675-F556-7E07-DE86FBF49552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DC9DFE29-F2CF-9B46-A320-ABBCF2FC9651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57909ED0-1F37-492B-4C2D-0CADAA90B770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DC8554E8-9448-B7FA-6F7E-AD64CE8D34E4}"/>
              </a:ext>
            </a:extLst>
          </p:cNvPr>
          <p:cNvSpPr txBox="1"/>
          <p:nvPr/>
        </p:nvSpPr>
        <p:spPr>
          <a:xfrm>
            <a:off x="831760" y="5834261"/>
            <a:ext cx="1136024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En 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mayo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 el ISE creció 2,9% anual.  El crecimiento 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fue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 impulsado agro y comercio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, mientras que 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construcción crece 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2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,1%. En el año corrido el ISE crece 2,42%.</a:t>
            </a:r>
            <a:endParaRPr kumimoji="0" lang="es-CO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9660D88-31B6-65B7-B33E-1867EA38BED1}"/>
              </a:ext>
            </a:extLst>
          </p:cNvPr>
          <p:cNvSpPr txBox="1"/>
          <p:nvPr/>
        </p:nvSpPr>
        <p:spPr>
          <a:xfrm>
            <a:off x="831761" y="69954"/>
            <a:ext cx="1136024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Indicador de Seguimiento a la Economía (ISE)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Variación anual – </a:t>
            </a:r>
            <a:r>
              <a:rPr lang="es-CO" sz="1400">
                <a:solidFill>
                  <a:prstClr val="black"/>
                </a:solidFill>
                <a:latin typeface="Dosis"/>
                <a:cs typeface="Arial"/>
                <a:sym typeface="Arial"/>
              </a:rPr>
              <a:t>junio 2025</a:t>
            </a:r>
            <a:endParaRPr lang="es-CO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3223AF8-B3AC-815E-64C6-952B48896F74}"/>
              </a:ext>
            </a:extLst>
          </p:cNvPr>
          <p:cNvSpPr txBox="1"/>
          <p:nvPr/>
        </p:nvSpPr>
        <p:spPr>
          <a:xfrm>
            <a:off x="831761" y="6628016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 </a:t>
            </a:r>
          </a:p>
        </p:txBody>
      </p: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D9C7CA86-491E-8CF8-AD78-CFFC5C418466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202B6E17-3AE1-80AB-A9B2-52120C64EC87}"/>
              </a:ext>
            </a:extLst>
          </p:cNvPr>
          <p:cNvSpPr txBox="1"/>
          <p:nvPr/>
        </p:nvSpPr>
        <p:spPr>
          <a:xfrm>
            <a:off x="2163268" y="709694"/>
            <a:ext cx="2848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Total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B049353C-8B7E-32EF-3914-94E4E438DC45}"/>
              </a:ext>
            </a:extLst>
          </p:cNvPr>
          <p:cNvSpPr txBox="1"/>
          <p:nvPr/>
        </p:nvSpPr>
        <p:spPr>
          <a:xfrm>
            <a:off x="7016946" y="722463"/>
            <a:ext cx="4378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 sectores económicos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B08F3C7F-C8F6-4C9F-852B-58E9574A4B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8180163"/>
              </p:ext>
            </p:extLst>
          </p:nvPr>
        </p:nvGraphicFramePr>
        <p:xfrm>
          <a:off x="773120" y="1357213"/>
          <a:ext cx="59004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B8AD37DD-74B1-E07A-6E21-0434517E78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2024527"/>
              </p:ext>
            </p:extLst>
          </p:nvPr>
        </p:nvGraphicFramePr>
        <p:xfrm>
          <a:off x="6632240" y="1346945"/>
          <a:ext cx="54000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F895ACC1-733E-BDB1-F434-50A7AC299A95}"/>
              </a:ext>
            </a:extLst>
          </p:cNvPr>
          <p:cNvSpPr/>
          <p:nvPr/>
        </p:nvSpPr>
        <p:spPr>
          <a:xfrm>
            <a:off x="40640" y="76200"/>
            <a:ext cx="720000" cy="378000"/>
          </a:xfrm>
          <a:custGeom>
            <a:avLst/>
            <a:gdLst/>
            <a:ahLst/>
            <a:cxnLst/>
            <a:rect l="l" t="t" r="r" b="b"/>
            <a:pathLst>
              <a:path w="1898640" h="1000047" extrusionOk="0">
                <a:moveTo>
                  <a:pt x="0" y="0"/>
                </a:moveTo>
                <a:lnTo>
                  <a:pt x="1898640" y="0"/>
                </a:lnTo>
                <a:lnTo>
                  <a:pt x="1898640" y="1000047"/>
                </a:lnTo>
                <a:lnTo>
                  <a:pt x="0" y="1000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90">
              <a:defRPr/>
            </a:pPr>
            <a:endParaRPr lang="es-CO" sz="1200"/>
          </a:p>
        </p:txBody>
      </p:sp>
    </p:spTree>
    <p:extLst>
      <p:ext uri="{BB962C8B-B14F-4D97-AF65-F5344CB8AC3E}">
        <p14:creationId xmlns:p14="http://schemas.microsoft.com/office/powerpoint/2010/main" val="3450148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A0757E3C-86DF-AC4C-3014-C3D853587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06EC4267-4353-4A56-8D50-EC2BB50B78DB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F5822A2B-C41A-1AAF-21A1-7627052E591D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E349B4E2-4F61-BDFC-E63C-DB3D059A502D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D065C620-4837-6069-DB21-BC718D422173}"/>
              </a:ext>
            </a:extLst>
          </p:cNvPr>
          <p:cNvSpPr txBox="1"/>
          <p:nvPr/>
        </p:nvSpPr>
        <p:spPr>
          <a:xfrm>
            <a:off x="831760" y="5834261"/>
            <a:ext cx="1136024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En 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mayo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 el ISE creció 2,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81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% anual.  El crecimiento 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fue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 impulsado actividades financieras y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 comercio, por su parte, la 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industria y construcción registraron una contracción de 1,1%. En el año corrido el ISE crece 2,44%.</a:t>
            </a:r>
            <a:endParaRPr kumimoji="0" lang="es-CO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0200CD6-0D7A-D4A5-1F8E-D89D314861B8}"/>
              </a:ext>
            </a:extLst>
          </p:cNvPr>
          <p:cNvSpPr txBox="1"/>
          <p:nvPr/>
        </p:nvSpPr>
        <p:spPr>
          <a:xfrm>
            <a:off x="831761" y="69954"/>
            <a:ext cx="1136024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Indicador de Seguimiento a la Economía (ISE)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Variación anual – mayo</a:t>
            </a:r>
            <a:r>
              <a:rPr lang="es-CO" sz="1400">
                <a:solidFill>
                  <a:prstClr val="black"/>
                </a:solidFill>
                <a:latin typeface="Dosis"/>
                <a:cs typeface="Arial"/>
                <a:sym typeface="Arial"/>
              </a:rPr>
              <a:t> 2025</a:t>
            </a:r>
            <a:endParaRPr lang="es-CO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E9C9FEB-8D30-2712-5C65-66956DEAACD7}"/>
              </a:ext>
            </a:extLst>
          </p:cNvPr>
          <p:cNvSpPr txBox="1"/>
          <p:nvPr/>
        </p:nvSpPr>
        <p:spPr>
          <a:xfrm>
            <a:off x="831761" y="6628016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 </a:t>
            </a:r>
          </a:p>
        </p:txBody>
      </p: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28B31562-F78E-2CD7-CDB1-F655216D473F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8A259441-1F3A-22F8-0CD4-9CB26798B565}"/>
              </a:ext>
            </a:extLst>
          </p:cNvPr>
          <p:cNvSpPr txBox="1"/>
          <p:nvPr/>
        </p:nvSpPr>
        <p:spPr>
          <a:xfrm>
            <a:off x="2163268" y="709694"/>
            <a:ext cx="2848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Total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C1ED121C-058D-AF73-1CF2-CF1CCAA126C1}"/>
              </a:ext>
            </a:extLst>
          </p:cNvPr>
          <p:cNvSpPr txBox="1"/>
          <p:nvPr/>
        </p:nvSpPr>
        <p:spPr>
          <a:xfrm>
            <a:off x="7016946" y="722463"/>
            <a:ext cx="4378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 sectores económicos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8AC010D4-7CFA-9B0C-E382-D4111E6C1842}"/>
              </a:ext>
            </a:extLst>
          </p:cNvPr>
          <p:cNvGraphicFramePr>
            <a:graphicFrameLocks/>
          </p:cNvGraphicFramePr>
          <p:nvPr/>
        </p:nvGraphicFramePr>
        <p:xfrm>
          <a:off x="773120" y="1357213"/>
          <a:ext cx="59004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7E0B1198-3290-1E08-FFFD-D3A202C676A3}"/>
              </a:ext>
            </a:extLst>
          </p:cNvPr>
          <p:cNvGraphicFramePr>
            <a:graphicFrameLocks/>
          </p:cNvGraphicFramePr>
          <p:nvPr/>
        </p:nvGraphicFramePr>
        <p:xfrm>
          <a:off x="6632240" y="1346945"/>
          <a:ext cx="54000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Google Shape;101;p2">
            <a:extLst>
              <a:ext uri="{FF2B5EF4-FFF2-40B4-BE49-F238E27FC236}">
                <a16:creationId xmlns:a16="http://schemas.microsoft.com/office/drawing/2014/main" id="{C79F3812-A5A2-B552-D152-55951DE98A3C}"/>
              </a:ext>
            </a:extLst>
          </p:cNvPr>
          <p:cNvSpPr/>
          <p:nvPr/>
        </p:nvSpPr>
        <p:spPr>
          <a:xfrm>
            <a:off x="40640" y="76200"/>
            <a:ext cx="720000" cy="378000"/>
          </a:xfrm>
          <a:custGeom>
            <a:avLst/>
            <a:gdLst/>
            <a:ahLst/>
            <a:cxnLst/>
            <a:rect l="l" t="t" r="r" b="b"/>
            <a:pathLst>
              <a:path w="1898640" h="1000047" extrusionOk="0">
                <a:moveTo>
                  <a:pt x="0" y="0"/>
                </a:moveTo>
                <a:lnTo>
                  <a:pt x="1898640" y="0"/>
                </a:lnTo>
                <a:lnTo>
                  <a:pt x="1898640" y="1000047"/>
                </a:lnTo>
                <a:lnTo>
                  <a:pt x="0" y="1000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90">
              <a:defRPr/>
            </a:pPr>
            <a:endParaRPr lang="es-CO" sz="1200"/>
          </a:p>
        </p:txBody>
      </p:sp>
    </p:spTree>
    <p:extLst>
      <p:ext uri="{BB962C8B-B14F-4D97-AF65-F5344CB8AC3E}">
        <p14:creationId xmlns:p14="http://schemas.microsoft.com/office/powerpoint/2010/main" val="728595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>
          <a:extLst>
            <a:ext uri="{FF2B5EF4-FFF2-40B4-BE49-F238E27FC236}">
              <a16:creationId xmlns:a16="http://schemas.microsoft.com/office/drawing/2014/main" id="{30847F25-27D6-CB17-9F98-1ECA38A6D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C9F4407B-D675-F556-7E07-DE86FBF49552}"/>
              </a:ext>
            </a:extLst>
          </p:cNvPr>
          <p:cNvGrpSpPr/>
          <p:nvPr/>
        </p:nvGrpSpPr>
        <p:grpSpPr>
          <a:xfrm>
            <a:off x="0" y="-24110"/>
            <a:ext cx="833120" cy="6882110"/>
            <a:chOff x="0" y="-9525"/>
            <a:chExt cx="939401" cy="2718858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DC9DFE29-F2CF-9B46-A320-ABBCF2FC9651}"/>
                </a:ext>
              </a:extLst>
            </p:cNvPr>
            <p:cNvSpPr/>
            <p:nvPr/>
          </p:nvSpPr>
          <p:spPr>
            <a:xfrm>
              <a:off x="0" y="0"/>
              <a:ext cx="939401" cy="2709333"/>
            </a:xfrm>
            <a:custGeom>
              <a:avLst/>
              <a:gdLst/>
              <a:ahLst/>
              <a:cxnLst/>
              <a:rect l="l" t="t" r="r" b="b"/>
              <a:pathLst>
                <a:path w="939401" h="2709333" extrusionOk="0">
                  <a:moveTo>
                    <a:pt x="0" y="0"/>
                  </a:moveTo>
                  <a:lnTo>
                    <a:pt x="939401" y="0"/>
                  </a:lnTo>
                  <a:lnTo>
                    <a:pt x="9394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0272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s-CO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57909ED0-1F37-492B-4C2D-0CADAA90B770}"/>
                </a:ext>
              </a:extLst>
            </p:cNvPr>
            <p:cNvSpPr txBox="1"/>
            <p:nvPr/>
          </p:nvSpPr>
          <p:spPr>
            <a:xfrm>
              <a:off x="0" y="-9525"/>
              <a:ext cx="939401" cy="27188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marL="0" marR="0" lvl="0" indent="0" algn="ctr" defTabSz="609630" rtl="0" eaLnBrk="1" fontAlgn="auto" latinLnBrk="0" hangingPunct="1">
                <a:lnSpc>
                  <a:spcPct val="13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DC8554E8-9448-B7FA-6F7E-AD64CE8D34E4}"/>
              </a:ext>
            </a:extLst>
          </p:cNvPr>
          <p:cNvSpPr txBox="1"/>
          <p:nvPr/>
        </p:nvSpPr>
        <p:spPr>
          <a:xfrm>
            <a:off x="855035" y="5846712"/>
            <a:ext cx="1115975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defTabSz="914446">
              <a:defRPr/>
            </a:pP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En enero el ISE creció 2,6% anual. </a:t>
            </a:r>
          </a:p>
          <a:p>
            <a:pPr algn="ctr" defTabSz="914446">
              <a:defRPr/>
            </a:pP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El crecimiento 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fue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 impulsado, especialmente</a:t>
            </a:r>
            <a:r>
              <a:rPr lang="es-CO" sz="2000">
                <a:solidFill>
                  <a:prstClr val="black"/>
                </a:solidFill>
                <a:latin typeface="Dosis"/>
                <a:cs typeface="Arial"/>
                <a:sym typeface="Arial"/>
              </a:rPr>
              <a:t> por </a:t>
            </a:r>
            <a:r>
              <a:rPr kumimoji="0" lang="es-CO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administración pública y comercio</a:t>
            </a:r>
            <a:endParaRPr lang="es-CO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cs typeface="Arial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9660D88-31B6-65B7-B33E-1867EA38BED1}"/>
              </a:ext>
            </a:extLst>
          </p:cNvPr>
          <p:cNvSpPr txBox="1"/>
          <p:nvPr/>
        </p:nvSpPr>
        <p:spPr>
          <a:xfrm>
            <a:off x="831761" y="69954"/>
            <a:ext cx="1136024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Indicador de Seguimiento a la Economía (ISE)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/>
                <a:cs typeface="Arial"/>
                <a:sym typeface="Arial"/>
              </a:rPr>
              <a:t>Variación anual – </a:t>
            </a:r>
            <a:r>
              <a:rPr lang="es-CO" sz="1400">
                <a:solidFill>
                  <a:prstClr val="black"/>
                </a:solidFill>
                <a:latin typeface="Dosis"/>
                <a:cs typeface="Arial"/>
                <a:sym typeface="Arial"/>
              </a:rPr>
              <a:t>enero 2025</a:t>
            </a:r>
            <a:endParaRPr lang="es-CO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3223AF8-B3AC-815E-64C6-952B48896F74}"/>
              </a:ext>
            </a:extLst>
          </p:cNvPr>
          <p:cNvSpPr txBox="1"/>
          <p:nvPr/>
        </p:nvSpPr>
        <p:spPr>
          <a:xfrm>
            <a:off x="831761" y="6628016"/>
            <a:ext cx="10300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Fuente: DANE – Cálculos Camacol </a:t>
            </a:r>
          </a:p>
        </p:txBody>
      </p:sp>
      <p:sp>
        <p:nvSpPr>
          <p:cNvPr id="14" name="Google Shape;189;p5">
            <a:extLst>
              <a:ext uri="{FF2B5EF4-FFF2-40B4-BE49-F238E27FC236}">
                <a16:creationId xmlns:a16="http://schemas.microsoft.com/office/drawing/2014/main" id="{D9C7CA86-491E-8CF8-AD78-CFFC5C418466}"/>
              </a:ext>
            </a:extLst>
          </p:cNvPr>
          <p:cNvSpPr txBox="1"/>
          <p:nvPr/>
        </p:nvSpPr>
        <p:spPr>
          <a:xfrm>
            <a:off x="9483123" y="6566447"/>
            <a:ext cx="2639253" cy="22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defTabSz="609630" rtl="0" eaLnBrk="1" fontAlgn="auto" latinLnBrk="0" hangingPunct="1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27C"/>
                </a:solidFill>
                <a:effectLst/>
                <a:uLnTx/>
                <a:uFillTx/>
                <a:latin typeface="Dosis"/>
                <a:ea typeface="Dosis"/>
                <a:cs typeface="Dosis"/>
                <a:sym typeface="Dosis"/>
              </a:rPr>
              <a:t>www.camacol.co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202B6E17-3AE1-80AB-A9B2-52120C64EC87}"/>
              </a:ext>
            </a:extLst>
          </p:cNvPr>
          <p:cNvSpPr txBox="1"/>
          <p:nvPr/>
        </p:nvSpPr>
        <p:spPr>
          <a:xfrm>
            <a:off x="2163268" y="709694"/>
            <a:ext cx="28484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Total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B049353C-8B7E-32EF-3914-94E4E438DC45}"/>
              </a:ext>
            </a:extLst>
          </p:cNvPr>
          <p:cNvSpPr txBox="1"/>
          <p:nvPr/>
        </p:nvSpPr>
        <p:spPr>
          <a:xfrm>
            <a:off x="7016946" y="722463"/>
            <a:ext cx="4378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osis" pitchFamily="2" charset="0"/>
                <a:ea typeface="+mn-ea"/>
                <a:cs typeface="Arial"/>
                <a:sym typeface="Arial"/>
              </a:rPr>
              <a:t>Por sectores económicos</a:t>
            </a: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400">
                <a:solidFill>
                  <a:prstClr val="black"/>
                </a:solidFill>
                <a:latin typeface="Dosis" pitchFamily="2" charset="0"/>
                <a:cs typeface="Arial"/>
                <a:sym typeface="Arial"/>
              </a:rPr>
              <a:t>Variación anual</a:t>
            </a:r>
            <a:endParaRPr kumimoji="0" lang="es-CO" sz="14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osis" pitchFamily="2" charset="0"/>
              <a:ea typeface="+mn-ea"/>
              <a:cs typeface="Arial"/>
              <a:sym typeface="Arial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B08F3C7F-C8F6-4C9F-852B-58E9574A4B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1937120"/>
              </p:ext>
            </p:extLst>
          </p:nvPr>
        </p:nvGraphicFramePr>
        <p:xfrm>
          <a:off x="773120" y="1357213"/>
          <a:ext cx="5900400" cy="41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Imagen 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E9B19DDB-6C75-4ECF-F93A-14E8DFFA5C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53"/>
            <a:ext cx="833120" cy="562976"/>
          </a:xfrm>
          <a:prstGeom prst="rect">
            <a:avLst/>
          </a:prstGeom>
        </p:spPr>
      </p:pic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18C414AC-BF00-353D-C523-7900A96861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9495948"/>
              </p:ext>
            </p:extLst>
          </p:nvPr>
        </p:nvGraphicFramePr>
        <p:xfrm>
          <a:off x="6614791" y="1405242"/>
          <a:ext cx="5400000" cy="42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1476574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9C3C2A87D08D409B3F8E77471845A6" ma:contentTypeVersion="17" ma:contentTypeDescription="Create a new document." ma:contentTypeScope="" ma:versionID="cdde950a7fef6d7fd337daf91b9945bc">
  <xsd:schema xmlns:xsd="http://www.w3.org/2001/XMLSchema" xmlns:xs="http://www.w3.org/2001/XMLSchema" xmlns:p="http://schemas.microsoft.com/office/2006/metadata/properties" xmlns:ns1="http://schemas.microsoft.com/sharepoint/v3" xmlns:ns2="d62384bc-84af-4cee-9670-bdd7e3103028" xmlns:ns3="d07a1b0e-5e0d-4395-b8ed-6b7f4c24bf15" targetNamespace="http://schemas.microsoft.com/office/2006/metadata/properties" ma:root="true" ma:fieldsID="199340a829032c0052b44950f442a22c" ns1:_="" ns2:_="" ns3:_="">
    <xsd:import namespace="http://schemas.microsoft.com/sharepoint/v3"/>
    <xsd:import namespace="d62384bc-84af-4cee-9670-bdd7e3103028"/>
    <xsd:import namespace="d07a1b0e-5e0d-4395-b8ed-6b7f4c24bf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2384bc-84af-4cee-9670-bdd7e31030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acb3148-5304-4beb-92c5-86c952aca7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7a1b0e-5e0d-4395-b8ed-6b7f4c24bf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98bf23e-96a5-4ebc-af27-c0a9078782cb}" ma:internalName="TaxCatchAll" ma:showField="CatchAllData" ma:web="d07a1b0e-5e0d-4395-b8ed-6b7f4c24bf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d62384bc-84af-4cee-9670-bdd7e3103028">
      <Terms xmlns="http://schemas.microsoft.com/office/infopath/2007/PartnerControls"/>
    </lcf76f155ced4ddcb4097134ff3c332f>
    <TaxCatchAll xmlns="d07a1b0e-5e0d-4395-b8ed-6b7f4c24bf1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1FA372-6435-4A8A-AF7F-8529937311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62384bc-84af-4cee-9670-bdd7e3103028"/>
    <ds:schemaRef ds:uri="d07a1b0e-5e0d-4395-b8ed-6b7f4c24bf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55A1679-5A91-4126-A840-BF6DC9D4E863}">
  <ds:schemaRefs>
    <ds:schemaRef ds:uri="http://schemas.microsoft.com/sharepoint/v3"/>
    <ds:schemaRef ds:uri="http://purl.org/dc/dcmitype/"/>
    <ds:schemaRef ds:uri="http://schemas.microsoft.com/office/2006/documentManagement/types"/>
    <ds:schemaRef ds:uri="d62384bc-84af-4cee-9670-bdd7e3103028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d07a1b0e-5e0d-4395-b8ed-6b7f4c24bf15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E775C0F-0740-4DE0-8664-A23A809AA69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5a7a3db-b257-488b-8001-443a6e58d714}" enabled="0" method="" siteId="{25a7a3db-b257-488b-8001-443a6e58d71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457</Words>
  <Application>Microsoft Office PowerPoint</Application>
  <PresentationFormat>Panorámica</PresentationFormat>
  <Paragraphs>70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Dosis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Nathaly Castro</dc:creator>
  <cp:lastModifiedBy>Juan Fernando Cardozo Bohorquez</cp:lastModifiedBy>
  <cp:revision>1</cp:revision>
  <dcterms:created xsi:type="dcterms:W3CDTF">2024-10-18T15:54:09Z</dcterms:created>
  <dcterms:modified xsi:type="dcterms:W3CDTF">2025-11-18T19:14:02Z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0x010100BE9C3C2A87D08D409B3F8E77471845A6</vt:lpwstr>
  </property>
  <property fmtid="{D5CDD505-2E9C-101B-9397-08002B2CF9AE}" pid="3" name="MediaServiceImageTags">
    <vt:lpwstr/>
  </property>
</Properties>
</file>