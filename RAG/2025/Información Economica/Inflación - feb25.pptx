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ppt/notesSlides/notesSlide8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theme/themeOverride9.xml" ContentType="application/vnd.openxmlformats-officedocument.themeOverride+xml"/>
  <Override PartName="/ppt/notesSlides/notesSlide9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theme/themeOverride10.xml" ContentType="application/vnd.openxmlformats-officedocument.themeOverride+xml"/>
  <Override PartName="/ppt/notesSlides/notesSlide10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theme/themeOverride11.xml" ContentType="application/vnd.openxmlformats-officedocument.themeOverr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theme/themeOverride12.xml" ContentType="application/vnd.openxmlformats-officedocument.themeOverride+xml"/>
  <Override PartName="/ppt/notesSlides/notesSlide11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theme/themeOverride13.xml" ContentType="application/vnd.openxmlformats-officedocument.themeOverride+xml"/>
  <Override PartName="/ppt/notesSlides/notesSlide12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theme/themeOverride14.xml" ContentType="application/vnd.openxmlformats-officedocument.themeOverride+xml"/>
  <Override PartName="/ppt/drawings/drawing1.xml" ContentType="application/vnd.openxmlformats-officedocument.drawingml.chartshapes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8"/>
  </p:notesMasterIdLst>
  <p:sldIdLst>
    <p:sldId id="14977" r:id="rId5"/>
    <p:sldId id="15242" r:id="rId6"/>
    <p:sldId id="15187" r:id="rId7"/>
    <p:sldId id="15261" r:id="rId8"/>
    <p:sldId id="15244" r:id="rId9"/>
    <p:sldId id="15264" r:id="rId10"/>
    <p:sldId id="15263" r:id="rId11"/>
    <p:sldId id="15252" r:id="rId12"/>
    <p:sldId id="15249" r:id="rId13"/>
    <p:sldId id="15262" r:id="rId14"/>
    <p:sldId id="15247" r:id="rId15"/>
    <p:sldId id="15253" r:id="rId16"/>
    <p:sldId id="15255" r:id="rId17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2F4BE36-0DEC-3D40-5F59-B14AB562BD62}" name="Nikolas Buitrago" initials="NB" userId="S::nbuitrago@camacol.org.co::600a14df-701f-4e65-9aae-8fb58f1f99d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CAEC"/>
    <a:srgbClr val="196B24"/>
    <a:srgbClr val="CC0099"/>
    <a:srgbClr val="4BFF4B"/>
    <a:srgbClr val="46C6F4"/>
    <a:srgbClr val="66D0F6"/>
    <a:srgbClr val="05BEFF"/>
    <a:srgbClr val="FF6699"/>
    <a:srgbClr val="FF5050"/>
    <a:srgbClr val="D2A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2B9FA5-99EB-4549-A0DD-A40789484765}" v="264" dt="2025-03-12T20:35:35.8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ly Castro" userId="c6661946-9789-44f7-bc4b-28e5d8848f7f" providerId="ADAL" clId="{902B9FA5-99EB-4549-A0DD-A40789484765}"/>
    <pc:docChg chg="undo custSel addSld delSld modSld sldOrd">
      <pc:chgData name="Nathaly Castro" userId="c6661946-9789-44f7-bc4b-28e5d8848f7f" providerId="ADAL" clId="{902B9FA5-99EB-4549-A0DD-A40789484765}" dt="2025-03-12T20:38:21.354" v="757" actId="47"/>
      <pc:docMkLst>
        <pc:docMk/>
      </pc:docMkLst>
      <pc:sldChg chg="modSp mod">
        <pc:chgData name="Nathaly Castro" userId="c6661946-9789-44f7-bc4b-28e5d8848f7f" providerId="ADAL" clId="{902B9FA5-99EB-4549-A0DD-A40789484765}" dt="2025-03-12T14:59:32.378" v="8" actId="20577"/>
        <pc:sldMkLst>
          <pc:docMk/>
          <pc:sldMk cId="430852030" sldId="14977"/>
        </pc:sldMkLst>
        <pc:spChg chg="mod">
          <ac:chgData name="Nathaly Castro" userId="c6661946-9789-44f7-bc4b-28e5d8848f7f" providerId="ADAL" clId="{902B9FA5-99EB-4549-A0DD-A40789484765}" dt="2025-03-12T14:59:32.378" v="8" actId="20577"/>
          <ac:spMkLst>
            <pc:docMk/>
            <pc:sldMk cId="430852030" sldId="14977"/>
            <ac:spMk id="2" creationId="{5712274C-342B-3EF9-E985-F481ACCF9202}"/>
          </ac:spMkLst>
        </pc:spChg>
      </pc:sldChg>
      <pc:sldChg chg="add ord">
        <pc:chgData name="Nathaly Castro" userId="c6661946-9789-44f7-bc4b-28e5d8848f7f" providerId="ADAL" clId="{902B9FA5-99EB-4549-A0DD-A40789484765}" dt="2025-03-12T14:59:55.965" v="13"/>
        <pc:sldMkLst>
          <pc:docMk/>
          <pc:sldMk cId="3110513133" sldId="15187"/>
        </pc:sldMkLst>
      </pc:sldChg>
      <pc:sldChg chg="add del ord">
        <pc:chgData name="Nathaly Castro" userId="c6661946-9789-44f7-bc4b-28e5d8848f7f" providerId="ADAL" clId="{902B9FA5-99EB-4549-A0DD-A40789484765}" dt="2025-03-12T14:59:55.965" v="13"/>
        <pc:sldMkLst>
          <pc:docMk/>
          <pc:sldMk cId="2721314028" sldId="15242"/>
        </pc:sldMkLst>
      </pc:sldChg>
      <pc:sldChg chg="del">
        <pc:chgData name="Nathaly Castro" userId="c6661946-9789-44f7-bc4b-28e5d8848f7f" providerId="ADAL" clId="{902B9FA5-99EB-4549-A0DD-A40789484765}" dt="2025-03-12T14:59:40.407" v="10" actId="47"/>
        <pc:sldMkLst>
          <pc:docMk/>
          <pc:sldMk cId="2836396176" sldId="15243"/>
        </pc:sldMkLst>
      </pc:sldChg>
      <pc:sldChg chg="modSp mod">
        <pc:chgData name="Nathaly Castro" userId="c6661946-9789-44f7-bc4b-28e5d8848f7f" providerId="ADAL" clId="{902B9FA5-99EB-4549-A0DD-A40789484765}" dt="2025-03-12T20:30:38.852" v="640" actId="27918"/>
        <pc:sldMkLst>
          <pc:docMk/>
          <pc:sldMk cId="812072334" sldId="15244"/>
        </pc:sldMkLst>
        <pc:spChg chg="mod">
          <ac:chgData name="Nathaly Castro" userId="c6661946-9789-44f7-bc4b-28e5d8848f7f" providerId="ADAL" clId="{902B9FA5-99EB-4549-A0DD-A40789484765}" dt="2025-03-12T15:51:35.371" v="76" actId="20577"/>
          <ac:spMkLst>
            <pc:docMk/>
            <pc:sldMk cId="812072334" sldId="15244"/>
            <ac:spMk id="22" creationId="{8862DF8F-C2B4-E806-B19F-A7BC18AEACAA}"/>
          </ac:spMkLst>
        </pc:spChg>
        <pc:graphicFrameChg chg="mod">
          <ac:chgData name="Nathaly Castro" userId="c6661946-9789-44f7-bc4b-28e5d8848f7f" providerId="ADAL" clId="{902B9FA5-99EB-4549-A0DD-A40789484765}" dt="2025-03-12T15:43:50.430" v="72"/>
          <ac:graphicFrameMkLst>
            <pc:docMk/>
            <pc:sldMk cId="812072334" sldId="15244"/>
            <ac:graphicFrameMk id="2" creationId="{ED18A0E1-B2B5-DF42-5692-F162B9C86428}"/>
          </ac:graphicFrameMkLst>
        </pc:graphicFrameChg>
      </pc:sldChg>
      <pc:sldChg chg="addSp delSp modSp del mod ord">
        <pc:chgData name="Nathaly Castro" userId="c6661946-9789-44f7-bc4b-28e5d8848f7f" providerId="ADAL" clId="{902B9FA5-99EB-4549-A0DD-A40789484765}" dt="2025-03-12T19:24:42.236" v="374" actId="47"/>
        <pc:sldMkLst>
          <pc:docMk/>
          <pc:sldMk cId="723858513" sldId="15248"/>
        </pc:sldMkLst>
        <pc:spChg chg="mod">
          <ac:chgData name="Nathaly Castro" userId="c6661946-9789-44f7-bc4b-28e5d8848f7f" providerId="ADAL" clId="{902B9FA5-99EB-4549-A0DD-A40789484765}" dt="2025-03-12T17:00:02.160" v="359" actId="1076"/>
          <ac:spMkLst>
            <pc:docMk/>
            <pc:sldMk cId="723858513" sldId="15248"/>
            <ac:spMk id="5" creationId="{5B11E72B-2476-A7AE-AD4A-69B6BB90DBD0}"/>
          </ac:spMkLst>
        </pc:spChg>
        <pc:spChg chg="add mod">
          <ac:chgData name="Nathaly Castro" userId="c6661946-9789-44f7-bc4b-28e5d8848f7f" providerId="ADAL" clId="{902B9FA5-99EB-4549-A0DD-A40789484765}" dt="2025-03-12T17:00:06.022" v="360" actId="1076"/>
          <ac:spMkLst>
            <pc:docMk/>
            <pc:sldMk cId="723858513" sldId="15248"/>
            <ac:spMk id="7" creationId="{7F842AD7-3522-E711-78C0-AED1DD7E402F}"/>
          </ac:spMkLst>
        </pc:spChg>
        <pc:spChg chg="mod">
          <ac:chgData name="Nathaly Castro" userId="c6661946-9789-44f7-bc4b-28e5d8848f7f" providerId="ADAL" clId="{902B9FA5-99EB-4549-A0DD-A40789484765}" dt="2025-03-12T19:23:54.606" v="372" actId="1076"/>
          <ac:spMkLst>
            <pc:docMk/>
            <pc:sldMk cId="723858513" sldId="15248"/>
            <ac:spMk id="10" creationId="{7FDEDCDE-911E-4602-406F-978CA9B70AAE}"/>
          </ac:spMkLst>
        </pc:spChg>
        <pc:spChg chg="mod">
          <ac:chgData name="Nathaly Castro" userId="c6661946-9789-44f7-bc4b-28e5d8848f7f" providerId="ADAL" clId="{902B9FA5-99EB-4549-A0DD-A40789484765}" dt="2025-03-12T16:50:09.167" v="323" actId="20577"/>
          <ac:spMkLst>
            <pc:docMk/>
            <pc:sldMk cId="723858513" sldId="15248"/>
            <ac:spMk id="11" creationId="{28F99679-11C8-22E6-6D1D-31A75DC4EF5A}"/>
          </ac:spMkLst>
        </pc:spChg>
        <pc:spChg chg="mod">
          <ac:chgData name="Nathaly Castro" userId="c6661946-9789-44f7-bc4b-28e5d8848f7f" providerId="ADAL" clId="{902B9FA5-99EB-4549-A0DD-A40789484765}" dt="2025-03-12T17:00:11.756" v="361" actId="1076"/>
          <ac:spMkLst>
            <pc:docMk/>
            <pc:sldMk cId="723858513" sldId="15248"/>
            <ac:spMk id="22" creationId="{3CAC5C53-83BC-5CCF-18A5-7725CA64643D}"/>
          </ac:spMkLst>
        </pc:spChg>
        <pc:graphicFrameChg chg="add del">
          <ac:chgData name="Nathaly Castro" userId="c6661946-9789-44f7-bc4b-28e5d8848f7f" providerId="ADAL" clId="{902B9FA5-99EB-4549-A0DD-A40789484765}" dt="2025-03-12T16:25:56.617" v="112" actId="478"/>
          <ac:graphicFrameMkLst>
            <pc:docMk/>
            <pc:sldMk cId="723858513" sldId="15248"/>
            <ac:graphicFrameMk id="2" creationId="{20AD34CC-17B0-5475-8DC2-54078EE107A3}"/>
          </ac:graphicFrameMkLst>
        </pc:graphicFrameChg>
        <pc:graphicFrameChg chg="add mod">
          <ac:chgData name="Nathaly Castro" userId="c6661946-9789-44f7-bc4b-28e5d8848f7f" providerId="ADAL" clId="{902B9FA5-99EB-4549-A0DD-A40789484765}" dt="2025-03-12T16:25:47.333" v="109"/>
          <ac:graphicFrameMkLst>
            <pc:docMk/>
            <pc:sldMk cId="723858513" sldId="15248"/>
            <ac:graphicFrameMk id="4" creationId="{7BB14866-255D-DC1C-907C-B09E5093EF3D}"/>
          </ac:graphicFrameMkLst>
        </pc:graphicFrameChg>
        <pc:graphicFrameChg chg="add mod">
          <ac:chgData name="Nathaly Castro" userId="c6661946-9789-44f7-bc4b-28e5d8848f7f" providerId="ADAL" clId="{902B9FA5-99EB-4549-A0DD-A40789484765}" dt="2025-03-12T19:23:47.529" v="371" actId="1076"/>
          <ac:graphicFrameMkLst>
            <pc:docMk/>
            <pc:sldMk cId="723858513" sldId="15248"/>
            <ac:graphicFrameMk id="6" creationId="{7BB14866-255D-DC1C-907C-B09E5093EF3D}"/>
          </ac:graphicFrameMkLst>
        </pc:graphicFrameChg>
        <pc:graphicFrameChg chg="mod">
          <ac:chgData name="Nathaly Castro" userId="c6661946-9789-44f7-bc4b-28e5d8848f7f" providerId="ADAL" clId="{902B9FA5-99EB-4549-A0DD-A40789484765}" dt="2025-03-12T16:59:50.829" v="357" actId="2085"/>
          <ac:graphicFrameMkLst>
            <pc:docMk/>
            <pc:sldMk cId="723858513" sldId="15248"/>
            <ac:graphicFrameMk id="9" creationId="{9F45D7C5-AEA2-0B13-6475-73B13A96806A}"/>
          </ac:graphicFrameMkLst>
        </pc:graphicFrameChg>
      </pc:sldChg>
      <pc:sldChg chg="del">
        <pc:chgData name="Nathaly Castro" userId="c6661946-9789-44f7-bc4b-28e5d8848f7f" providerId="ADAL" clId="{902B9FA5-99EB-4549-A0DD-A40789484765}" dt="2025-03-12T20:38:20.537" v="756" actId="47"/>
        <pc:sldMkLst>
          <pc:docMk/>
          <pc:sldMk cId="2093171541" sldId="15250"/>
        </pc:sldMkLst>
      </pc:sldChg>
      <pc:sldChg chg="modSp mod ord">
        <pc:chgData name="Nathaly Castro" userId="c6661946-9789-44f7-bc4b-28e5d8848f7f" providerId="ADAL" clId="{902B9FA5-99EB-4549-A0DD-A40789484765}" dt="2025-03-12T20:36:56.640" v="755" actId="20577"/>
        <pc:sldMkLst>
          <pc:docMk/>
          <pc:sldMk cId="8410101" sldId="15252"/>
        </pc:sldMkLst>
        <pc:spChg chg="mod">
          <ac:chgData name="Nathaly Castro" userId="c6661946-9789-44f7-bc4b-28e5d8848f7f" providerId="ADAL" clId="{902B9FA5-99EB-4549-A0DD-A40789484765}" dt="2025-03-12T20:34:43.279" v="701" actId="20577"/>
          <ac:spMkLst>
            <pc:docMk/>
            <pc:sldMk cId="8410101" sldId="15252"/>
            <ac:spMk id="11" creationId="{5EDE55E7-ED20-7B4C-4E2C-82EDE2214A96}"/>
          </ac:spMkLst>
        </pc:spChg>
        <pc:spChg chg="mod">
          <ac:chgData name="Nathaly Castro" userId="c6661946-9789-44f7-bc4b-28e5d8848f7f" providerId="ADAL" clId="{902B9FA5-99EB-4549-A0DD-A40789484765}" dt="2025-03-12T20:35:19.245" v="713" actId="20577"/>
          <ac:spMkLst>
            <pc:docMk/>
            <pc:sldMk cId="8410101" sldId="15252"/>
            <ac:spMk id="22" creationId="{8C795E0A-A3AB-5F03-78DB-A3D0DB4CBA11}"/>
          </ac:spMkLst>
        </pc:spChg>
        <pc:graphicFrameChg chg="mod">
          <ac:chgData name="Nathaly Castro" userId="c6661946-9789-44f7-bc4b-28e5d8848f7f" providerId="ADAL" clId="{902B9FA5-99EB-4549-A0DD-A40789484765}" dt="2025-03-12T20:33:35.789" v="652"/>
          <ac:graphicFrameMkLst>
            <pc:docMk/>
            <pc:sldMk cId="8410101" sldId="15252"/>
            <ac:graphicFrameMk id="2" creationId="{97015538-7C99-857A-5CE7-1B44FD6B099E}"/>
          </ac:graphicFrameMkLst>
        </pc:graphicFrameChg>
        <pc:graphicFrameChg chg="mod modGraphic">
          <ac:chgData name="Nathaly Castro" userId="c6661946-9789-44f7-bc4b-28e5d8848f7f" providerId="ADAL" clId="{902B9FA5-99EB-4549-A0DD-A40789484765}" dt="2025-03-12T20:36:56.640" v="755" actId="20577"/>
          <ac:graphicFrameMkLst>
            <pc:docMk/>
            <pc:sldMk cId="8410101" sldId="15252"/>
            <ac:graphicFrameMk id="5" creationId="{19126B50-44E9-8C16-1590-30D4152C3ADB}"/>
          </ac:graphicFrameMkLst>
        </pc:graphicFrameChg>
      </pc:sldChg>
      <pc:sldChg chg="del">
        <pc:chgData name="Nathaly Castro" userId="c6661946-9789-44f7-bc4b-28e5d8848f7f" providerId="ADAL" clId="{902B9FA5-99EB-4549-A0DD-A40789484765}" dt="2025-03-12T20:38:21.354" v="757" actId="47"/>
        <pc:sldMkLst>
          <pc:docMk/>
          <pc:sldMk cId="44953916" sldId="15254"/>
        </pc:sldMkLst>
      </pc:sldChg>
      <pc:sldChg chg="modSp add mod ord">
        <pc:chgData name="Nathaly Castro" userId="c6661946-9789-44f7-bc4b-28e5d8848f7f" providerId="ADAL" clId="{902B9FA5-99EB-4549-A0DD-A40789484765}" dt="2025-03-12T15:39:12.508" v="27" actId="692"/>
        <pc:sldMkLst>
          <pc:docMk/>
          <pc:sldMk cId="1233809781" sldId="15261"/>
        </pc:sldMkLst>
        <pc:graphicFrameChg chg="mod">
          <ac:chgData name="Nathaly Castro" userId="c6661946-9789-44f7-bc4b-28e5d8848f7f" providerId="ADAL" clId="{902B9FA5-99EB-4549-A0DD-A40789484765}" dt="2025-03-12T15:39:12.508" v="27" actId="692"/>
          <ac:graphicFrameMkLst>
            <pc:docMk/>
            <pc:sldMk cId="1233809781" sldId="15261"/>
            <ac:graphicFrameMk id="4" creationId="{5DD1365B-14FD-4506-A22F-C4655439C9EA}"/>
          </ac:graphicFrameMkLst>
        </pc:graphicFrameChg>
      </pc:sldChg>
      <pc:sldChg chg="add">
        <pc:chgData name="Nathaly Castro" userId="c6661946-9789-44f7-bc4b-28e5d8848f7f" providerId="ADAL" clId="{902B9FA5-99EB-4549-A0DD-A40789484765}" dt="2025-03-12T16:25:53.615" v="111" actId="2890"/>
        <pc:sldMkLst>
          <pc:docMk/>
          <pc:sldMk cId="346811644" sldId="15262"/>
        </pc:sldMkLst>
      </pc:sldChg>
      <pc:sldChg chg="addSp delSp modSp add mod ord">
        <pc:chgData name="Nathaly Castro" userId="c6661946-9789-44f7-bc4b-28e5d8848f7f" providerId="ADAL" clId="{902B9FA5-99EB-4549-A0DD-A40789484765}" dt="2025-03-12T20:34:21.641" v="682" actId="20577"/>
        <pc:sldMkLst>
          <pc:docMk/>
          <pc:sldMk cId="306166120" sldId="15263"/>
        </pc:sldMkLst>
        <pc:spChg chg="add mod">
          <ac:chgData name="Nathaly Castro" userId="c6661946-9789-44f7-bc4b-28e5d8848f7f" providerId="ADAL" clId="{902B9FA5-99EB-4549-A0DD-A40789484765}" dt="2025-03-12T19:32:23.059" v="499" actId="1076"/>
          <ac:spMkLst>
            <pc:docMk/>
            <pc:sldMk cId="306166120" sldId="15263"/>
            <ac:spMk id="5" creationId="{B1DFD595-8750-EA95-0E8E-DADD82D6A045}"/>
          </ac:spMkLst>
        </pc:spChg>
        <pc:spChg chg="add mod">
          <ac:chgData name="Nathaly Castro" userId="c6661946-9789-44f7-bc4b-28e5d8848f7f" providerId="ADAL" clId="{902B9FA5-99EB-4549-A0DD-A40789484765}" dt="2025-03-12T19:32:26.615" v="500" actId="1076"/>
          <ac:spMkLst>
            <pc:docMk/>
            <pc:sldMk cId="306166120" sldId="15263"/>
            <ac:spMk id="6" creationId="{D2268175-5B4E-758B-B3EE-C2AB2379DB88}"/>
          </ac:spMkLst>
        </pc:spChg>
        <pc:spChg chg="mod">
          <ac:chgData name="Nathaly Castro" userId="c6661946-9789-44f7-bc4b-28e5d8848f7f" providerId="ADAL" clId="{902B9FA5-99EB-4549-A0DD-A40789484765}" dt="2025-03-12T20:34:21.641" v="682" actId="20577"/>
          <ac:spMkLst>
            <pc:docMk/>
            <pc:sldMk cId="306166120" sldId="15263"/>
            <ac:spMk id="11" creationId="{ED27E22A-2DB6-90CE-8C78-863A5BDFDA81}"/>
          </ac:spMkLst>
        </pc:spChg>
        <pc:spChg chg="del">
          <ac:chgData name="Nathaly Castro" userId="c6661946-9789-44f7-bc4b-28e5d8848f7f" providerId="ADAL" clId="{902B9FA5-99EB-4549-A0DD-A40789484765}" dt="2025-03-12T19:27:41.195" v="402" actId="478"/>
          <ac:spMkLst>
            <pc:docMk/>
            <pc:sldMk cId="306166120" sldId="15263"/>
            <ac:spMk id="15" creationId="{310D2A58-B5EE-C95E-E224-2A2BC99210B3}"/>
          </ac:spMkLst>
        </pc:spChg>
        <pc:spChg chg="mod">
          <ac:chgData name="Nathaly Castro" userId="c6661946-9789-44f7-bc4b-28e5d8848f7f" providerId="ADAL" clId="{902B9FA5-99EB-4549-A0DD-A40789484765}" dt="2025-03-12T19:58:00.520" v="552" actId="207"/>
          <ac:spMkLst>
            <pc:docMk/>
            <pc:sldMk cId="306166120" sldId="15263"/>
            <ac:spMk id="17" creationId="{A8B45B44-F7AC-FD6B-71C3-942AF97E74B1}"/>
          </ac:spMkLst>
        </pc:spChg>
        <pc:spChg chg="mod">
          <ac:chgData name="Nathaly Castro" userId="c6661946-9789-44f7-bc4b-28e5d8848f7f" providerId="ADAL" clId="{902B9FA5-99EB-4549-A0DD-A40789484765}" dt="2025-03-12T20:10:03.649" v="633" actId="20577"/>
          <ac:spMkLst>
            <pc:docMk/>
            <pc:sldMk cId="306166120" sldId="15263"/>
            <ac:spMk id="22" creationId="{B1BFA65F-6ACB-C0EC-7E5E-45F365095FF8}"/>
          </ac:spMkLst>
        </pc:spChg>
        <pc:graphicFrameChg chg="mod">
          <ac:chgData name="Nathaly Castro" userId="c6661946-9789-44f7-bc4b-28e5d8848f7f" providerId="ADAL" clId="{902B9FA5-99EB-4549-A0DD-A40789484765}" dt="2025-03-12T19:58:59.987" v="561" actId="207"/>
          <ac:graphicFrameMkLst>
            <pc:docMk/>
            <pc:sldMk cId="306166120" sldId="15263"/>
            <ac:graphicFrameMk id="2" creationId="{F9D8B790-5665-B332-BE70-9CF8E3EE21CC}"/>
          </ac:graphicFrameMkLst>
        </pc:graphicFrameChg>
        <pc:graphicFrameChg chg="add mod">
          <ac:chgData name="Nathaly Castro" userId="c6661946-9789-44f7-bc4b-28e5d8848f7f" providerId="ADAL" clId="{902B9FA5-99EB-4549-A0DD-A40789484765}" dt="2025-03-12T19:32:06.454" v="496"/>
          <ac:graphicFrameMkLst>
            <pc:docMk/>
            <pc:sldMk cId="306166120" sldId="15263"/>
            <ac:graphicFrameMk id="4" creationId="{B5F707B3-0B96-40D0-B374-C762A5E0AE43}"/>
          </ac:graphicFrameMkLst>
        </pc:graphicFrameChg>
        <pc:graphicFrameChg chg="del">
          <ac:chgData name="Nathaly Castro" userId="c6661946-9789-44f7-bc4b-28e5d8848f7f" providerId="ADAL" clId="{902B9FA5-99EB-4549-A0DD-A40789484765}" dt="2025-03-12T16:49:24.295" v="309" actId="478"/>
          <ac:graphicFrameMkLst>
            <pc:docMk/>
            <pc:sldMk cId="306166120" sldId="15263"/>
            <ac:graphicFrameMk id="18" creationId="{8AEBC557-4BB0-F65E-0CA0-ECA517E607F4}"/>
          </ac:graphicFrameMkLst>
        </pc:graphicFrameChg>
      </pc:sldChg>
      <pc:sldChg chg="modSp add mod">
        <pc:chgData name="Nathaly Castro" userId="c6661946-9789-44f7-bc4b-28e5d8848f7f" providerId="ADAL" clId="{902B9FA5-99EB-4549-A0DD-A40789484765}" dt="2025-03-12T20:34:33.946" v="696" actId="20577"/>
        <pc:sldMkLst>
          <pc:docMk/>
          <pc:sldMk cId="3017982934" sldId="15264"/>
        </pc:sldMkLst>
        <pc:spChg chg="mod">
          <ac:chgData name="Nathaly Castro" userId="c6661946-9789-44f7-bc4b-28e5d8848f7f" providerId="ADAL" clId="{902B9FA5-99EB-4549-A0DD-A40789484765}" dt="2025-03-12T19:30:17.688" v="453" actId="1038"/>
          <ac:spMkLst>
            <pc:docMk/>
            <pc:sldMk cId="3017982934" sldId="15264"/>
            <ac:spMk id="5" creationId="{5B11E72B-2476-A7AE-AD4A-69B6BB90DBD0}"/>
          </ac:spMkLst>
        </pc:spChg>
        <pc:spChg chg="mod">
          <ac:chgData name="Nathaly Castro" userId="c6661946-9789-44f7-bc4b-28e5d8848f7f" providerId="ADAL" clId="{902B9FA5-99EB-4549-A0DD-A40789484765}" dt="2025-03-12T19:30:21.774" v="460" actId="1038"/>
          <ac:spMkLst>
            <pc:docMk/>
            <pc:sldMk cId="3017982934" sldId="15264"/>
            <ac:spMk id="7" creationId="{7F842AD7-3522-E711-78C0-AED1DD7E402F}"/>
          </ac:spMkLst>
        </pc:spChg>
        <pc:spChg chg="mod">
          <ac:chgData name="Nathaly Castro" userId="c6661946-9789-44f7-bc4b-28e5d8848f7f" providerId="ADAL" clId="{902B9FA5-99EB-4549-A0DD-A40789484765}" dt="2025-03-12T20:08:44.533" v="613" actId="207"/>
          <ac:spMkLst>
            <pc:docMk/>
            <pc:sldMk cId="3017982934" sldId="15264"/>
            <ac:spMk id="10" creationId="{7FDEDCDE-911E-4602-406F-978CA9B70AAE}"/>
          </ac:spMkLst>
        </pc:spChg>
        <pc:spChg chg="mod">
          <ac:chgData name="Nathaly Castro" userId="c6661946-9789-44f7-bc4b-28e5d8848f7f" providerId="ADAL" clId="{902B9FA5-99EB-4549-A0DD-A40789484765}" dt="2025-03-12T20:34:33.946" v="696" actId="20577"/>
          <ac:spMkLst>
            <pc:docMk/>
            <pc:sldMk cId="3017982934" sldId="15264"/>
            <ac:spMk id="11" creationId="{28F99679-11C8-22E6-6D1D-31A75DC4EF5A}"/>
          </ac:spMkLst>
        </pc:spChg>
        <pc:spChg chg="mod">
          <ac:chgData name="Nathaly Castro" userId="c6661946-9789-44f7-bc4b-28e5d8848f7f" providerId="ADAL" clId="{902B9FA5-99EB-4549-A0DD-A40789484765}" dt="2025-03-12T19:30:38.549" v="486" actId="20577"/>
          <ac:spMkLst>
            <pc:docMk/>
            <pc:sldMk cId="3017982934" sldId="15264"/>
            <ac:spMk id="22" creationId="{3CAC5C53-83BC-5CCF-18A5-7725CA64643D}"/>
          </ac:spMkLst>
        </pc:spChg>
        <pc:graphicFrameChg chg="mod">
          <ac:chgData name="Nathaly Castro" userId="c6661946-9789-44f7-bc4b-28e5d8848f7f" providerId="ADAL" clId="{902B9FA5-99EB-4549-A0DD-A40789484765}" dt="2025-03-12T20:09:43.173" v="628" actId="207"/>
          <ac:graphicFrameMkLst>
            <pc:docMk/>
            <pc:sldMk cId="3017982934" sldId="15264"/>
            <ac:graphicFrameMk id="6" creationId="{7BB14866-255D-DC1C-907C-B09E5093EF3D}"/>
          </ac:graphicFrameMkLst>
        </pc:graphicFrameChg>
        <pc:graphicFrameChg chg="mod">
          <ac:chgData name="Nathaly Castro" userId="c6661946-9789-44f7-bc4b-28e5d8848f7f" providerId="ADAL" clId="{902B9FA5-99EB-4549-A0DD-A40789484765}" dt="2025-03-12T20:09:49.546" v="630" actId="207"/>
          <ac:graphicFrameMkLst>
            <pc:docMk/>
            <pc:sldMk cId="3017982934" sldId="15264"/>
            <ac:graphicFrameMk id="9" creationId="{9F45D7C5-AEA2-0B13-6475-73B13A96806A}"/>
          </ac:graphicFrameMkLst>
        </pc:graphicFrameChg>
      </pc:sldChg>
    </pc:docChg>
  </pc:docChgLst>
  <pc:docChgLst>
    <pc:chgData name="Diego Fernando Montañez Herrera" userId="82695c21-d357-4296-ab2b-5452df8abee9" providerId="ADAL" clId="{397E0DDA-A11A-4199-87DB-0C2CBDB28B4E}"/>
    <pc:docChg chg="undo custSel addSld modSld">
      <pc:chgData name="Diego Fernando Montañez Herrera" userId="82695c21-d357-4296-ab2b-5452df8abee9" providerId="ADAL" clId="{397E0DDA-A11A-4199-87DB-0C2CBDB28B4E}" dt="2025-01-16T14:56:08.795" v="318" actId="403"/>
      <pc:docMkLst>
        <pc:docMk/>
      </pc:docMkLst>
      <pc:sldChg chg="modSp mod">
        <pc:chgData name="Diego Fernando Montañez Herrera" userId="82695c21-d357-4296-ab2b-5452df8abee9" providerId="ADAL" clId="{397E0DDA-A11A-4199-87DB-0C2CBDB28B4E}" dt="2025-01-16T14:48:40.507" v="314"/>
        <pc:sldMkLst>
          <pc:docMk/>
          <pc:sldMk cId="2093171541" sldId="15250"/>
        </pc:sldMkLst>
      </pc:sldChg>
      <pc:sldChg chg="addSp delSp modSp add mod">
        <pc:chgData name="Diego Fernando Montañez Herrera" userId="82695c21-d357-4296-ab2b-5452df8abee9" providerId="ADAL" clId="{397E0DDA-A11A-4199-87DB-0C2CBDB28B4E}" dt="2025-01-16T14:56:08.795" v="318" actId="403"/>
        <pc:sldMkLst>
          <pc:docMk/>
          <pc:sldMk cId="540351541" sldId="15256"/>
        </pc:sldMkLst>
      </pc:sldChg>
      <pc:sldChg chg="addSp delSp modSp add mod">
        <pc:chgData name="Diego Fernando Montañez Herrera" userId="82695c21-d357-4296-ab2b-5452df8abee9" providerId="ADAL" clId="{397E0DDA-A11A-4199-87DB-0C2CBDB28B4E}" dt="2025-01-16T14:44:07.906" v="310" actId="113"/>
        <pc:sldMkLst>
          <pc:docMk/>
          <pc:sldMk cId="726228353" sldId="15257"/>
        </pc:sldMkLst>
      </pc:sldChg>
    </pc:docChg>
  </pc:docChgLst>
  <pc:docChgLst>
    <pc:chgData name="Nikolas Buitrago" userId="600a14df-701f-4e65-9aae-8fb58f1f99d7" providerId="ADAL" clId="{A9A0D1FF-B929-4418-8095-6CCE6366AEC9}"/>
    <pc:docChg chg="modSld">
      <pc:chgData name="Nikolas Buitrago" userId="600a14df-701f-4e65-9aae-8fb58f1f99d7" providerId="ADAL" clId="{A9A0D1FF-B929-4418-8095-6CCE6366AEC9}" dt="2025-01-14T15:39:59.931" v="9" actId="27918"/>
      <pc:docMkLst>
        <pc:docMk/>
      </pc:docMkLst>
      <pc:sldChg chg="mod">
        <pc:chgData name="Nikolas Buitrago" userId="600a14df-701f-4e65-9aae-8fb58f1f99d7" providerId="ADAL" clId="{A9A0D1FF-B929-4418-8095-6CCE6366AEC9}" dt="2025-01-14T15:39:59.931" v="9" actId="27918"/>
        <pc:sldMkLst>
          <pc:docMk/>
          <pc:sldMk cId="3999722643" sldId="15249"/>
        </pc:sldMkLst>
      </pc:sldChg>
    </pc:docChg>
  </pc:docChgLst>
  <pc:docChgLst>
    <pc:chgData name="Nathaly Castro" userId="c6661946-9789-44f7-bc4b-28e5d8848f7f" providerId="ADAL" clId="{F73AF993-0C48-44EA-B22A-46041E1137A6}"/>
    <pc:docChg chg="undo custSel addSld delSld modSld sldOrd">
      <pc:chgData name="Nathaly Castro" userId="c6661946-9789-44f7-bc4b-28e5d8848f7f" providerId="ADAL" clId="{F73AF993-0C48-44EA-B22A-46041E1137A6}" dt="2025-01-17T16:57:31.212" v="1411" actId="47"/>
      <pc:docMkLst>
        <pc:docMk/>
      </pc:docMkLst>
      <pc:sldChg chg="addSp delSp modSp del mod modShow">
        <pc:chgData name="Nathaly Castro" userId="c6661946-9789-44f7-bc4b-28e5d8848f7f" providerId="ADAL" clId="{F73AF993-0C48-44EA-B22A-46041E1137A6}" dt="2025-01-13T21:56:12.867" v="297" actId="2696"/>
        <pc:sldMkLst>
          <pc:docMk/>
          <pc:sldMk cId="1554676117" sldId="14940"/>
        </pc:sldMkLst>
      </pc:sldChg>
      <pc:sldChg chg="modSp mod">
        <pc:chgData name="Nathaly Castro" userId="c6661946-9789-44f7-bc4b-28e5d8848f7f" providerId="ADAL" clId="{F73AF993-0C48-44EA-B22A-46041E1137A6}" dt="2025-01-14T15:09:44.409" v="1055" actId="20577"/>
        <pc:sldMkLst>
          <pc:docMk/>
          <pc:sldMk cId="2836396176" sldId="15243"/>
        </pc:sldMkLst>
      </pc:sldChg>
      <pc:sldChg chg="modSp mod">
        <pc:chgData name="Nathaly Castro" userId="c6661946-9789-44f7-bc4b-28e5d8848f7f" providerId="ADAL" clId="{F73AF993-0C48-44EA-B22A-46041E1137A6}" dt="2025-01-15T23:56:44.016" v="1409" actId="20577"/>
        <pc:sldMkLst>
          <pc:docMk/>
          <pc:sldMk cId="812072334" sldId="15244"/>
        </pc:sldMkLst>
        <pc:spChg chg="mod">
          <ac:chgData name="Nathaly Castro" userId="c6661946-9789-44f7-bc4b-28e5d8848f7f" providerId="ADAL" clId="{F73AF993-0C48-44EA-B22A-46041E1137A6}" dt="2025-01-15T23:56:44.016" v="1409" actId="20577"/>
          <ac:spMkLst>
            <pc:docMk/>
            <pc:sldMk cId="812072334" sldId="15244"/>
            <ac:spMk id="8" creationId="{F3A02E0A-0E14-7699-5F90-E4EF49C1AA4A}"/>
          </ac:spMkLst>
        </pc:spChg>
        <pc:spChg chg="mod">
          <ac:chgData name="Nathaly Castro" userId="c6661946-9789-44f7-bc4b-28e5d8848f7f" providerId="ADAL" clId="{F73AF993-0C48-44EA-B22A-46041E1137A6}" dt="2025-01-15T22:06:56.501" v="1408" actId="20577"/>
          <ac:spMkLst>
            <pc:docMk/>
            <pc:sldMk cId="812072334" sldId="15244"/>
            <ac:spMk id="22" creationId="{8862DF8F-C2B4-E806-B19F-A7BC18AEACAA}"/>
          </ac:spMkLst>
        </pc:spChg>
      </pc:sldChg>
      <pc:sldChg chg="addSp delSp modSp mod">
        <pc:chgData name="Nathaly Castro" userId="c6661946-9789-44f7-bc4b-28e5d8848f7f" providerId="ADAL" clId="{F73AF993-0C48-44EA-B22A-46041E1137A6}" dt="2025-01-14T21:31:38.012" v="1371" actId="27918"/>
        <pc:sldMkLst>
          <pc:docMk/>
          <pc:sldMk cId="2148474102" sldId="15247"/>
        </pc:sldMkLst>
        <pc:spChg chg="mod">
          <ac:chgData name="Nathaly Castro" userId="c6661946-9789-44f7-bc4b-28e5d8848f7f" providerId="ADAL" clId="{F73AF993-0C48-44EA-B22A-46041E1137A6}" dt="2025-01-13T21:06:49.016" v="74" actId="20577"/>
          <ac:spMkLst>
            <pc:docMk/>
            <pc:sldMk cId="2148474102" sldId="15247"/>
            <ac:spMk id="22" creationId="{5410D3E6-B487-BFE3-0939-7158AAF29041}"/>
          </ac:spMkLst>
        </pc:spChg>
        <pc:graphicFrameChg chg="add mod">
          <ac:chgData name="Nathaly Castro" userId="c6661946-9789-44f7-bc4b-28e5d8848f7f" providerId="ADAL" clId="{F73AF993-0C48-44EA-B22A-46041E1137A6}" dt="2025-01-13T21:54:38.776" v="291" actId="403"/>
          <ac:graphicFrameMkLst>
            <pc:docMk/>
            <pc:sldMk cId="2148474102" sldId="15247"/>
            <ac:graphicFrameMk id="2" creationId="{9C5420F0-064D-4B7D-88CB-29FAB3DCD706}"/>
          </ac:graphicFrameMkLst>
        </pc:graphicFrameChg>
      </pc:sldChg>
      <pc:sldChg chg="modSp mod">
        <pc:chgData name="Nathaly Castro" userId="c6661946-9789-44f7-bc4b-28e5d8848f7f" providerId="ADAL" clId="{F73AF993-0C48-44EA-B22A-46041E1137A6}" dt="2025-01-15T01:54:46.576" v="1393" actId="20577"/>
        <pc:sldMkLst>
          <pc:docMk/>
          <pc:sldMk cId="723858513" sldId="15248"/>
        </pc:sldMkLst>
      </pc:sldChg>
      <pc:sldChg chg="addSp delSp modSp mod">
        <pc:chgData name="Nathaly Castro" userId="c6661946-9789-44f7-bc4b-28e5d8848f7f" providerId="ADAL" clId="{F73AF993-0C48-44EA-B22A-46041E1137A6}" dt="2025-01-15T01:54:34.174" v="1377" actId="20577"/>
        <pc:sldMkLst>
          <pc:docMk/>
          <pc:sldMk cId="3999722643" sldId="15249"/>
        </pc:sldMkLst>
        <pc:spChg chg="add mod">
          <ac:chgData name="Nathaly Castro" userId="c6661946-9789-44f7-bc4b-28e5d8848f7f" providerId="ADAL" clId="{F73AF993-0C48-44EA-B22A-46041E1137A6}" dt="2025-01-13T22:17:00.407" v="450"/>
          <ac:spMkLst>
            <pc:docMk/>
            <pc:sldMk cId="3999722643" sldId="15249"/>
            <ac:spMk id="2" creationId="{C6B9E072-750F-ACD7-77F2-DC143514D3FA}"/>
          </ac:spMkLst>
        </pc:spChg>
        <pc:spChg chg="mod">
          <ac:chgData name="Nathaly Castro" userId="c6661946-9789-44f7-bc4b-28e5d8848f7f" providerId="ADAL" clId="{F73AF993-0C48-44EA-B22A-46041E1137A6}" dt="2025-01-15T01:54:34.174" v="1377" actId="20577"/>
          <ac:spMkLst>
            <pc:docMk/>
            <pc:sldMk cId="3999722643" sldId="15249"/>
            <ac:spMk id="11" creationId="{9C23AC8E-A1B7-9ECF-A522-1423A7B1B1FA}"/>
          </ac:spMkLst>
        </pc:spChg>
        <pc:graphicFrameChg chg="mod">
          <ac:chgData name="Nathaly Castro" userId="c6661946-9789-44f7-bc4b-28e5d8848f7f" providerId="ADAL" clId="{F73AF993-0C48-44EA-B22A-46041E1137A6}" dt="2025-01-14T20:42:15.187" v="1351"/>
          <ac:graphicFrameMkLst>
            <pc:docMk/>
            <pc:sldMk cId="3999722643" sldId="15249"/>
            <ac:graphicFrameMk id="4" creationId="{3DFA4657-1698-DCB1-C105-907B829BC3A7}"/>
          </ac:graphicFrameMkLst>
        </pc:graphicFrameChg>
      </pc:sldChg>
      <pc:sldChg chg="modSp add mod modShow">
        <pc:chgData name="Nathaly Castro" userId="c6661946-9789-44f7-bc4b-28e5d8848f7f" providerId="ADAL" clId="{F73AF993-0C48-44EA-B22A-46041E1137A6}" dt="2025-01-14T15:09:15.863" v="1054" actId="20577"/>
        <pc:sldMkLst>
          <pc:docMk/>
          <pc:sldMk cId="2093171541" sldId="15250"/>
        </pc:sldMkLst>
      </pc:sldChg>
      <pc:sldChg chg="addSp modSp add del mod">
        <pc:chgData name="Nathaly Castro" userId="c6661946-9789-44f7-bc4b-28e5d8848f7f" providerId="ADAL" clId="{F73AF993-0C48-44EA-B22A-46041E1137A6}" dt="2025-01-13T21:50:31.036" v="281" actId="2696"/>
        <pc:sldMkLst>
          <pc:docMk/>
          <pc:sldMk cId="2046112531" sldId="15251"/>
        </pc:sldMkLst>
      </pc:sldChg>
      <pc:sldChg chg="addSp delSp modSp add mod ord modNotesTx">
        <pc:chgData name="Nathaly Castro" userId="c6661946-9789-44f7-bc4b-28e5d8848f7f" providerId="ADAL" clId="{F73AF993-0C48-44EA-B22A-46041E1137A6}" dt="2025-01-15T16:05:17.624" v="1405" actId="27918"/>
        <pc:sldMkLst>
          <pc:docMk/>
          <pc:sldMk cId="8410101" sldId="15252"/>
        </pc:sldMkLst>
        <pc:spChg chg="mod">
          <ac:chgData name="Nathaly Castro" userId="c6661946-9789-44f7-bc4b-28e5d8848f7f" providerId="ADAL" clId="{F73AF993-0C48-44EA-B22A-46041E1137A6}" dt="2025-01-13T21:42:35.759" v="183"/>
          <ac:spMkLst>
            <pc:docMk/>
            <pc:sldMk cId="8410101" sldId="15252"/>
            <ac:spMk id="11" creationId="{5EDE55E7-ED20-7B4C-4E2C-82EDE2214A96}"/>
          </ac:spMkLst>
        </pc:spChg>
        <pc:spChg chg="mod">
          <ac:chgData name="Nathaly Castro" userId="c6661946-9789-44f7-bc4b-28e5d8848f7f" providerId="ADAL" clId="{F73AF993-0C48-44EA-B22A-46041E1137A6}" dt="2025-01-13T21:55:38.595" v="296" actId="113"/>
          <ac:spMkLst>
            <pc:docMk/>
            <pc:sldMk cId="8410101" sldId="15252"/>
            <ac:spMk id="22" creationId="{8C795E0A-A3AB-5F03-78DB-A3D0DB4CBA11}"/>
          </ac:spMkLst>
        </pc:spChg>
        <pc:graphicFrameChg chg="add mod">
          <ac:chgData name="Nathaly Castro" userId="c6661946-9789-44f7-bc4b-28e5d8848f7f" providerId="ADAL" clId="{F73AF993-0C48-44EA-B22A-46041E1137A6}" dt="2025-01-13T21:47:26.427" v="260" actId="207"/>
          <ac:graphicFrameMkLst>
            <pc:docMk/>
            <pc:sldMk cId="8410101" sldId="15252"/>
            <ac:graphicFrameMk id="2" creationId="{97015538-7C99-857A-5CE7-1B44FD6B099E}"/>
          </ac:graphicFrameMkLst>
        </pc:graphicFrameChg>
        <pc:graphicFrameChg chg="mod modGraphic">
          <ac:chgData name="Nathaly Castro" userId="c6661946-9789-44f7-bc4b-28e5d8848f7f" providerId="ADAL" clId="{F73AF993-0C48-44EA-B22A-46041E1137A6}" dt="2025-01-13T21:50:11.948" v="280" actId="1076"/>
          <ac:graphicFrameMkLst>
            <pc:docMk/>
            <pc:sldMk cId="8410101" sldId="15252"/>
            <ac:graphicFrameMk id="5" creationId="{19126B50-44E9-8C16-1590-30D4152C3ADB}"/>
          </ac:graphicFrameMkLst>
        </pc:graphicFrameChg>
      </pc:sldChg>
      <pc:sldChg chg="addSp delSp modSp add mod">
        <pc:chgData name="Nathaly Castro" userId="c6661946-9789-44f7-bc4b-28e5d8848f7f" providerId="ADAL" clId="{F73AF993-0C48-44EA-B22A-46041E1137A6}" dt="2025-01-14T15:08:54.597" v="1047" actId="27918"/>
        <pc:sldMkLst>
          <pc:docMk/>
          <pc:sldMk cId="2277114733" sldId="15253"/>
        </pc:sldMkLst>
        <pc:spChg chg="add mod">
          <ac:chgData name="Nathaly Castro" userId="c6661946-9789-44f7-bc4b-28e5d8848f7f" providerId="ADAL" clId="{F73AF993-0C48-44EA-B22A-46041E1137A6}" dt="2025-01-13T22:12:56.979" v="440" actId="20577"/>
          <ac:spMkLst>
            <pc:docMk/>
            <pc:sldMk cId="2277114733" sldId="15253"/>
            <ac:spMk id="6" creationId="{F4A37D38-2E27-4218-3A0C-811AF784DE4D}"/>
          </ac:spMkLst>
        </pc:spChg>
        <pc:spChg chg="mod">
          <ac:chgData name="Nathaly Castro" userId="c6661946-9789-44f7-bc4b-28e5d8848f7f" providerId="ADAL" clId="{F73AF993-0C48-44EA-B22A-46041E1137A6}" dt="2025-01-13T21:58:13.860" v="320" actId="20577"/>
          <ac:spMkLst>
            <pc:docMk/>
            <pc:sldMk cId="2277114733" sldId="15253"/>
            <ac:spMk id="11" creationId="{CDDD024F-248D-253F-B7EB-D2F9056A1083}"/>
          </ac:spMkLst>
        </pc:spChg>
        <pc:graphicFrameChg chg="add mod">
          <ac:chgData name="Nathaly Castro" userId="c6661946-9789-44f7-bc4b-28e5d8848f7f" providerId="ADAL" clId="{F73AF993-0C48-44EA-B22A-46041E1137A6}" dt="2025-01-14T15:08:44.225" v="1045"/>
          <ac:graphicFrameMkLst>
            <pc:docMk/>
            <pc:sldMk cId="2277114733" sldId="15253"/>
            <ac:graphicFrameMk id="10" creationId="{981EEAF8-0BC8-3DB5-DDE5-CF637607B42C}"/>
          </ac:graphicFrameMkLst>
        </pc:graphicFrameChg>
      </pc:sldChg>
      <pc:sldChg chg="addSp delSp modSp add mod">
        <pc:chgData name="Nathaly Castro" userId="c6661946-9789-44f7-bc4b-28e5d8848f7f" providerId="ADAL" clId="{F73AF993-0C48-44EA-B22A-46041E1137A6}" dt="2025-01-15T02:04:41.260" v="1399" actId="27918"/>
        <pc:sldMkLst>
          <pc:docMk/>
          <pc:sldMk cId="44953916" sldId="15254"/>
        </pc:sldMkLst>
      </pc:sldChg>
      <pc:sldChg chg="add">
        <pc:chgData name="Nathaly Castro" userId="c6661946-9789-44f7-bc4b-28e5d8848f7f" providerId="ADAL" clId="{F73AF993-0C48-44EA-B22A-46041E1137A6}" dt="2025-01-14T15:03:00.596" v="1005"/>
        <pc:sldMkLst>
          <pc:docMk/>
          <pc:sldMk cId="3853447179" sldId="15255"/>
        </pc:sldMkLst>
      </pc:sldChg>
      <pc:sldChg chg="del">
        <pc:chgData name="Nathaly Castro" userId="c6661946-9789-44f7-bc4b-28e5d8848f7f" providerId="ADAL" clId="{F73AF993-0C48-44EA-B22A-46041E1137A6}" dt="2025-01-17T16:57:28.759" v="1410" actId="47"/>
        <pc:sldMkLst>
          <pc:docMk/>
          <pc:sldMk cId="540351541" sldId="15256"/>
        </pc:sldMkLst>
      </pc:sldChg>
      <pc:sldChg chg="del">
        <pc:chgData name="Nathaly Castro" userId="c6661946-9789-44f7-bc4b-28e5d8848f7f" providerId="ADAL" clId="{F73AF993-0C48-44EA-B22A-46041E1137A6}" dt="2025-01-17T16:57:31.212" v="1411" actId="47"/>
        <pc:sldMkLst>
          <pc:docMk/>
          <pc:sldMk cId="726228353" sldId="1525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9.xml"/><Relationship Id="rId2" Type="http://schemas.microsoft.com/office/2011/relationships/chartColorStyle" Target="colors9.xml"/><Relationship Id="rId1" Type="http://schemas.microsoft.com/office/2011/relationships/chartStyle" Target="style9.xml"/><Relationship Id="rId4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0.xml"/><Relationship Id="rId2" Type="http://schemas.microsoft.com/office/2011/relationships/chartColorStyle" Target="colors10.xml"/><Relationship Id="rId1" Type="http://schemas.microsoft.com/office/2011/relationships/chartStyle" Target="style10.xml"/><Relationship Id="rId4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1.xml"/><Relationship Id="rId2" Type="http://schemas.microsoft.com/office/2011/relationships/chartColorStyle" Target="colors11.xml"/><Relationship Id="rId1" Type="http://schemas.microsoft.com/office/2011/relationships/chartStyle" Target="style11.xml"/><Relationship Id="rId4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2.xml"/><Relationship Id="rId2" Type="http://schemas.microsoft.com/office/2011/relationships/chartColorStyle" Target="colors12.xml"/><Relationship Id="rId1" Type="http://schemas.microsoft.com/office/2011/relationships/chartStyle" Target="style12.xml"/><Relationship Id="rId4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3.xml"/><Relationship Id="rId2" Type="http://schemas.microsoft.com/office/2011/relationships/chartColorStyle" Target="colors13.xml"/><Relationship Id="rId1" Type="http://schemas.microsoft.com/office/2011/relationships/chartStyle" Target="style13.xml"/><Relationship Id="rId4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4.xml"/><Relationship Id="rId2" Type="http://schemas.microsoft.com/office/2011/relationships/chartColorStyle" Target="colors14.xml"/><Relationship Id="rId1" Type="http://schemas.microsoft.com/office/2011/relationships/chartStyle" Target="style14.xml"/><Relationship Id="rId5" Type="http://schemas.openxmlformats.org/officeDocument/2006/relationships/chartUserShapes" Target="../drawings/drawing1.xml"/><Relationship Id="rId4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Proyección!$E$1</c:f>
              <c:strCache>
                <c:ptCount val="1"/>
                <c:pt idx="0">
                  <c:v>Variación mensual (eje der.)</c:v>
                </c:pt>
              </c:strCache>
            </c:strRef>
          </c:tx>
          <c:spPr>
            <a:solidFill>
              <a:srgbClr val="0E2841">
                <a:lumMod val="25000"/>
                <a:lumOff val="75000"/>
              </a:srgb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A06C-4B7E-A8AA-251590F0D3AD}"/>
              </c:ext>
            </c:extLst>
          </c:dPt>
          <c:dPt>
            <c:idx val="1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E-1E06-4752-8ECA-107DCE0519B7}"/>
              </c:ext>
            </c:extLst>
          </c:dPt>
          <c:dPt>
            <c:idx val="11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22B-4EE0-A1CE-0CBD6113D37E}"/>
              </c:ext>
            </c:extLst>
          </c:dPt>
          <c:dPt>
            <c:idx val="12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A06C-4B7E-A8AA-251590F0D3AD}"/>
              </c:ext>
            </c:extLst>
          </c:dPt>
          <c:dPt>
            <c:idx val="13"/>
            <c:invertIfNegative val="0"/>
            <c:bubble3D val="0"/>
            <c:spPr>
              <a:solidFill>
                <a:srgbClr val="A6CAE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1E06-4752-8ECA-107DCE0519B7}"/>
              </c:ext>
            </c:extLst>
          </c:dPt>
          <c:dPt>
            <c:idx val="14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E-A310-42C4-9FC4-5A8A6325BFBF}"/>
              </c:ext>
            </c:extLst>
          </c:dPt>
          <c:dPt>
            <c:idx val="23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22B-4EE0-A1CE-0CBD6113D37E}"/>
              </c:ext>
            </c:extLst>
          </c:dPt>
          <c:dPt>
            <c:idx val="24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A06C-4B7E-A8AA-251590F0D3AD}"/>
              </c:ext>
            </c:extLst>
          </c:dPt>
          <c:dPt>
            <c:idx val="25"/>
            <c:invertIfNegative val="0"/>
            <c:bubble3D val="0"/>
            <c:spPr>
              <a:solidFill>
                <a:srgbClr val="A6CAE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0-1E06-4752-8ECA-107DCE0519B7}"/>
              </c:ext>
            </c:extLst>
          </c:dPt>
          <c:dPt>
            <c:idx val="26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F-A310-42C4-9FC4-5A8A6325BFBF}"/>
              </c:ext>
            </c:extLst>
          </c:dPt>
          <c:dPt>
            <c:idx val="35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22B-4EE0-A1CE-0CBD6113D37E}"/>
              </c:ext>
            </c:extLst>
          </c:dPt>
          <c:dPt>
            <c:idx val="36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A06C-4B7E-A8AA-251590F0D3AD}"/>
              </c:ext>
            </c:extLst>
          </c:dPt>
          <c:dPt>
            <c:idx val="38"/>
            <c:invertIfNegative val="0"/>
            <c:bubble3D val="0"/>
            <c:spPr>
              <a:solidFill>
                <a:srgbClr val="A6CAE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1-1E06-4752-8ECA-107DCE0519B7}"/>
              </c:ext>
            </c:extLst>
          </c:dPt>
          <c:dPt>
            <c:idx val="39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30-A310-42C4-9FC4-5A8A6325BFBF}"/>
              </c:ext>
            </c:extLst>
          </c:dPt>
          <c:dPt>
            <c:idx val="47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22B-4EE0-A1CE-0CBD6113D37E}"/>
              </c:ext>
            </c:extLst>
          </c:dPt>
          <c:dPt>
            <c:idx val="48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A06C-4B7E-A8AA-251590F0D3AD}"/>
              </c:ext>
            </c:extLst>
          </c:dPt>
          <c:dPt>
            <c:idx val="49"/>
            <c:invertIfNegative val="0"/>
            <c:bubble3D val="0"/>
            <c:spPr>
              <a:solidFill>
                <a:srgbClr val="A6CAE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2-1E06-4752-8ECA-107DCE0519B7}"/>
              </c:ext>
            </c:extLst>
          </c:dPt>
          <c:dPt>
            <c:idx val="50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31-A310-42C4-9FC4-5A8A6325BFBF}"/>
              </c:ext>
            </c:extLst>
          </c:dPt>
          <c:dPt>
            <c:idx val="59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22B-4EE0-A1CE-0CBD6113D37E}"/>
              </c:ext>
            </c:extLst>
          </c:dPt>
          <c:dPt>
            <c:idx val="60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2-A06C-4B7E-A8AA-251590F0D3AD}"/>
              </c:ext>
            </c:extLst>
          </c:dPt>
          <c:dPt>
            <c:idx val="61"/>
            <c:invertIfNegative val="0"/>
            <c:bubble3D val="0"/>
            <c:spPr>
              <a:solidFill>
                <a:srgbClr val="A6CAE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7-1E06-4752-8ECA-107DCE0519B7}"/>
              </c:ext>
            </c:extLst>
          </c:dPt>
          <c:dPt>
            <c:idx val="62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32-A310-42C4-9FC4-5A8A6325BFBF}"/>
              </c:ext>
            </c:extLst>
          </c:dPt>
          <c:dPt>
            <c:idx val="71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22B-4EE0-A1CE-0CBD6113D37E}"/>
              </c:ext>
            </c:extLst>
          </c:dPt>
          <c:dPt>
            <c:idx val="72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4-A06C-4B7E-A8AA-251590F0D3AD}"/>
              </c:ext>
            </c:extLst>
          </c:dPt>
          <c:dPt>
            <c:idx val="73"/>
            <c:invertIfNegative val="0"/>
            <c:bubble3D val="0"/>
            <c:spPr>
              <a:solidFill>
                <a:srgbClr val="A6CAE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5-1E06-4752-8ECA-107DCE0519B7}"/>
              </c:ext>
            </c:extLst>
          </c:dPt>
          <c:dPt>
            <c:idx val="74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33-A310-42C4-9FC4-5A8A6325BFBF}"/>
              </c:ext>
            </c:extLst>
          </c:dPt>
          <c:dPt>
            <c:idx val="83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22B-4EE0-A1CE-0CBD6113D37E}"/>
              </c:ext>
            </c:extLst>
          </c:dPt>
          <c:dPt>
            <c:idx val="84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6-A06C-4B7E-A8AA-251590F0D3AD}"/>
              </c:ext>
            </c:extLst>
          </c:dPt>
          <c:dPt>
            <c:idx val="85"/>
            <c:invertIfNegative val="0"/>
            <c:bubble3D val="0"/>
            <c:spPr>
              <a:solidFill>
                <a:srgbClr val="A6CAE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6-1E06-4752-8ECA-107DCE0519B7}"/>
              </c:ext>
            </c:extLst>
          </c:dPt>
          <c:dPt>
            <c:idx val="86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34-A310-42C4-9FC4-5A8A6325BFBF}"/>
              </c:ext>
            </c:extLst>
          </c:dPt>
          <c:dLbls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1E06-4752-8ECA-107DCE0519B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1E06-4752-8ECA-107DCE0519B7}"/>
                </c:ext>
              </c:extLst>
            </c:dLbl>
            <c:dLbl>
              <c:idx val="14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A310-42C4-9FC4-5A8A6325BFBF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1E06-4752-8ECA-107DCE0519B7}"/>
                </c:ext>
              </c:extLst>
            </c:dLbl>
            <c:dLbl>
              <c:idx val="26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A310-42C4-9FC4-5A8A6325BFBF}"/>
                </c:ext>
              </c:extLst>
            </c:dLbl>
            <c:dLbl>
              <c:idx val="3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1E06-4752-8ECA-107DCE0519B7}"/>
                </c:ext>
              </c:extLst>
            </c:dLbl>
            <c:dLbl>
              <c:idx val="39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A310-42C4-9FC4-5A8A6325BFBF}"/>
                </c:ext>
              </c:extLst>
            </c:dLbl>
            <c:dLbl>
              <c:idx val="4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1E06-4752-8ECA-107DCE0519B7}"/>
                </c:ext>
              </c:extLst>
            </c:dLbl>
            <c:dLbl>
              <c:idx val="5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A310-42C4-9FC4-5A8A6325BFBF}"/>
                </c:ext>
              </c:extLst>
            </c:dLbl>
            <c:dLbl>
              <c:idx val="6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1E06-4752-8ECA-107DCE0519B7}"/>
                </c:ext>
              </c:extLst>
            </c:dLbl>
            <c:dLbl>
              <c:idx val="6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A310-42C4-9FC4-5A8A6325BFBF}"/>
                </c:ext>
              </c:extLst>
            </c:dLbl>
            <c:dLbl>
              <c:idx val="7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1E06-4752-8ECA-107DCE0519B7}"/>
                </c:ext>
              </c:extLst>
            </c:dLbl>
            <c:dLbl>
              <c:idx val="74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A310-42C4-9FC4-5A8A6325BFBF}"/>
                </c:ext>
              </c:extLst>
            </c:dLbl>
            <c:dLbl>
              <c:idx val="8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1E06-4752-8ECA-107DCE0519B7}"/>
                </c:ext>
              </c:extLst>
            </c:dLbl>
            <c:dLbl>
              <c:idx val="86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A310-42C4-9FC4-5A8A6325BFB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Proyección!$A$182:$A$268</c:f>
              <c:numCache>
                <c:formatCode>mmm\-yy</c:formatCode>
                <c:ptCount val="87"/>
                <c:pt idx="0">
                  <c:v>43466</c:v>
                </c:pt>
                <c:pt idx="1">
                  <c:v>43497</c:v>
                </c:pt>
                <c:pt idx="2">
                  <c:v>43525</c:v>
                </c:pt>
                <c:pt idx="3">
                  <c:v>43556</c:v>
                </c:pt>
                <c:pt idx="4">
                  <c:v>43586</c:v>
                </c:pt>
                <c:pt idx="5">
                  <c:v>43617</c:v>
                </c:pt>
                <c:pt idx="6">
                  <c:v>43647</c:v>
                </c:pt>
                <c:pt idx="7">
                  <c:v>43678</c:v>
                </c:pt>
                <c:pt idx="8">
                  <c:v>43709</c:v>
                </c:pt>
                <c:pt idx="9">
                  <c:v>43739</c:v>
                </c:pt>
                <c:pt idx="10">
                  <c:v>43770</c:v>
                </c:pt>
                <c:pt idx="11">
                  <c:v>43800</c:v>
                </c:pt>
                <c:pt idx="12">
                  <c:v>43831</c:v>
                </c:pt>
                <c:pt idx="13">
                  <c:v>43862</c:v>
                </c:pt>
                <c:pt idx="14">
                  <c:v>43891</c:v>
                </c:pt>
                <c:pt idx="15">
                  <c:v>43922</c:v>
                </c:pt>
                <c:pt idx="16">
                  <c:v>43952</c:v>
                </c:pt>
                <c:pt idx="17">
                  <c:v>43983</c:v>
                </c:pt>
                <c:pt idx="18">
                  <c:v>44013</c:v>
                </c:pt>
                <c:pt idx="19">
                  <c:v>44044</c:v>
                </c:pt>
                <c:pt idx="20">
                  <c:v>44075</c:v>
                </c:pt>
                <c:pt idx="21">
                  <c:v>44105</c:v>
                </c:pt>
                <c:pt idx="22">
                  <c:v>44136</c:v>
                </c:pt>
                <c:pt idx="23">
                  <c:v>44166</c:v>
                </c:pt>
                <c:pt idx="24">
                  <c:v>44197</c:v>
                </c:pt>
                <c:pt idx="25">
                  <c:v>44228</c:v>
                </c:pt>
                <c:pt idx="26">
                  <c:v>44256</c:v>
                </c:pt>
                <c:pt idx="27">
                  <c:v>44287</c:v>
                </c:pt>
                <c:pt idx="28">
                  <c:v>44317</c:v>
                </c:pt>
                <c:pt idx="29">
                  <c:v>44348</c:v>
                </c:pt>
                <c:pt idx="30">
                  <c:v>44378</c:v>
                </c:pt>
                <c:pt idx="31">
                  <c:v>44409</c:v>
                </c:pt>
                <c:pt idx="32">
                  <c:v>44440</c:v>
                </c:pt>
                <c:pt idx="33">
                  <c:v>44470</c:v>
                </c:pt>
                <c:pt idx="34">
                  <c:v>44501</c:v>
                </c:pt>
                <c:pt idx="35">
                  <c:v>44531</c:v>
                </c:pt>
                <c:pt idx="36">
                  <c:v>44562</c:v>
                </c:pt>
                <c:pt idx="37">
                  <c:v>44593</c:v>
                </c:pt>
                <c:pt idx="38">
                  <c:v>44621</c:v>
                </c:pt>
                <c:pt idx="39">
                  <c:v>44652</c:v>
                </c:pt>
                <c:pt idx="40">
                  <c:v>44682</c:v>
                </c:pt>
                <c:pt idx="41">
                  <c:v>44713</c:v>
                </c:pt>
                <c:pt idx="42">
                  <c:v>44743</c:v>
                </c:pt>
                <c:pt idx="43">
                  <c:v>44774</c:v>
                </c:pt>
                <c:pt idx="44">
                  <c:v>44805</c:v>
                </c:pt>
                <c:pt idx="45">
                  <c:v>44835</c:v>
                </c:pt>
                <c:pt idx="46">
                  <c:v>44866</c:v>
                </c:pt>
                <c:pt idx="47">
                  <c:v>44896</c:v>
                </c:pt>
                <c:pt idx="48">
                  <c:v>44927</c:v>
                </c:pt>
                <c:pt idx="49">
                  <c:v>44958</c:v>
                </c:pt>
                <c:pt idx="50">
                  <c:v>44986</c:v>
                </c:pt>
                <c:pt idx="51">
                  <c:v>45017</c:v>
                </c:pt>
                <c:pt idx="52">
                  <c:v>45047</c:v>
                </c:pt>
                <c:pt idx="53">
                  <c:v>45078</c:v>
                </c:pt>
                <c:pt idx="54">
                  <c:v>45108</c:v>
                </c:pt>
                <c:pt idx="55">
                  <c:v>45139</c:v>
                </c:pt>
                <c:pt idx="56">
                  <c:v>45170</c:v>
                </c:pt>
                <c:pt idx="57">
                  <c:v>45200</c:v>
                </c:pt>
                <c:pt idx="58">
                  <c:v>45231</c:v>
                </c:pt>
                <c:pt idx="59">
                  <c:v>45261</c:v>
                </c:pt>
                <c:pt idx="60">
                  <c:v>45292</c:v>
                </c:pt>
                <c:pt idx="61">
                  <c:v>45323</c:v>
                </c:pt>
                <c:pt idx="62">
                  <c:v>45352</c:v>
                </c:pt>
                <c:pt idx="63">
                  <c:v>45383</c:v>
                </c:pt>
                <c:pt idx="64">
                  <c:v>45413</c:v>
                </c:pt>
                <c:pt idx="65">
                  <c:v>45444</c:v>
                </c:pt>
                <c:pt idx="66">
                  <c:v>45474</c:v>
                </c:pt>
                <c:pt idx="67">
                  <c:v>45505</c:v>
                </c:pt>
                <c:pt idx="68">
                  <c:v>45536</c:v>
                </c:pt>
                <c:pt idx="69">
                  <c:v>45566</c:v>
                </c:pt>
                <c:pt idx="70">
                  <c:v>45597</c:v>
                </c:pt>
                <c:pt idx="71">
                  <c:v>45627</c:v>
                </c:pt>
                <c:pt idx="72">
                  <c:v>45658</c:v>
                </c:pt>
                <c:pt idx="73">
                  <c:v>45689</c:v>
                </c:pt>
                <c:pt idx="74">
                  <c:v>45717</c:v>
                </c:pt>
                <c:pt idx="75">
                  <c:v>45748</c:v>
                </c:pt>
                <c:pt idx="76">
                  <c:v>45778</c:v>
                </c:pt>
                <c:pt idx="77">
                  <c:v>45809</c:v>
                </c:pt>
                <c:pt idx="78">
                  <c:v>45839</c:v>
                </c:pt>
                <c:pt idx="79">
                  <c:v>45870</c:v>
                </c:pt>
                <c:pt idx="80">
                  <c:v>45901</c:v>
                </c:pt>
                <c:pt idx="81">
                  <c:v>45931</c:v>
                </c:pt>
                <c:pt idx="82">
                  <c:v>45962</c:v>
                </c:pt>
                <c:pt idx="83">
                  <c:v>45992</c:v>
                </c:pt>
                <c:pt idx="84">
                  <c:v>46023</c:v>
                </c:pt>
                <c:pt idx="85">
                  <c:v>46054</c:v>
                </c:pt>
                <c:pt idx="86">
                  <c:v>46082</c:v>
                </c:pt>
              </c:numCache>
            </c:numRef>
          </c:cat>
          <c:val>
            <c:numRef>
              <c:f>Proyección!$E$182:$E$268</c:f>
              <c:numCache>
                <c:formatCode>0.00</c:formatCode>
                <c:ptCount val="87"/>
                <c:pt idx="0">
                  <c:v>0.60000000000000053</c:v>
                </c:pt>
                <c:pt idx="1">
                  <c:v>0.57654075546720307</c:v>
                </c:pt>
                <c:pt idx="2">
                  <c:v>0.43486855109704514</c:v>
                </c:pt>
                <c:pt idx="3">
                  <c:v>0.49202912812438271</c:v>
                </c:pt>
                <c:pt idx="4">
                  <c:v>0.31335683509596812</c:v>
                </c:pt>
                <c:pt idx="5">
                  <c:v>0.26356891839125485</c:v>
                </c:pt>
                <c:pt idx="6">
                  <c:v>0.22393145750170262</c:v>
                </c:pt>
                <c:pt idx="7">
                  <c:v>8.7429570623664965E-2</c:v>
                </c:pt>
                <c:pt idx="8">
                  <c:v>0.2232359506939785</c:v>
                </c:pt>
                <c:pt idx="9">
                  <c:v>0.16463296533024696</c:v>
                </c:pt>
                <c:pt idx="10">
                  <c:v>0.10635212220826418</c:v>
                </c:pt>
                <c:pt idx="11">
                  <c:v>0.25111068186207675</c:v>
                </c:pt>
                <c:pt idx="12">
                  <c:v>0.42389210019266876</c:v>
                </c:pt>
                <c:pt idx="13">
                  <c:v>0.67152724481964743</c:v>
                </c:pt>
                <c:pt idx="14">
                  <c:v>0.56222603392415138</c:v>
                </c:pt>
                <c:pt idx="15">
                  <c:v>0.16109163271107452</c:v>
                </c:pt>
                <c:pt idx="16">
                  <c:v>-0.32166508987701015</c:v>
                </c:pt>
                <c:pt idx="17">
                  <c:v>-0.37015945330296507</c:v>
                </c:pt>
                <c:pt idx="18">
                  <c:v>0</c:v>
                </c:pt>
                <c:pt idx="19">
                  <c:v>-9.526531389925097E-3</c:v>
                </c:pt>
                <c:pt idx="20">
                  <c:v>0.31440548780488076</c:v>
                </c:pt>
                <c:pt idx="21">
                  <c:v>-5.6985468705483822E-2</c:v>
                </c:pt>
                <c:pt idx="22">
                  <c:v>-0.14254490164402611</c:v>
                </c:pt>
                <c:pt idx="23">
                  <c:v>0.3806623524933439</c:v>
                </c:pt>
                <c:pt idx="24">
                  <c:v>0.40766021994689261</c:v>
                </c:pt>
                <c:pt idx="25">
                  <c:v>0.63261259560003502</c:v>
                </c:pt>
                <c:pt idx="26">
                  <c:v>0.50666166260087131</c:v>
                </c:pt>
                <c:pt idx="27">
                  <c:v>0.59746079163554011</c:v>
                </c:pt>
                <c:pt idx="28">
                  <c:v>1.0022271714922093</c:v>
                </c:pt>
                <c:pt idx="29">
                  <c:v>-5.5126791620729865E-2</c:v>
                </c:pt>
                <c:pt idx="30">
                  <c:v>0.3309431880860414</c:v>
                </c:pt>
                <c:pt idx="31">
                  <c:v>0.43980208905993745</c:v>
                </c:pt>
                <c:pt idx="32">
                  <c:v>0.38314176245211051</c:v>
                </c:pt>
                <c:pt idx="33">
                  <c:v>1.8175209014903437E-2</c:v>
                </c:pt>
                <c:pt idx="34">
                  <c:v>0.49064146829000954</c:v>
                </c:pt>
                <c:pt idx="35">
                  <c:v>0.73236889692585017</c:v>
                </c:pt>
                <c:pt idx="36">
                  <c:v>1.6605331657840505</c:v>
                </c:pt>
                <c:pt idx="37">
                  <c:v>1.6334098534345642</c:v>
                </c:pt>
                <c:pt idx="38">
                  <c:v>0.99904439232039177</c:v>
                </c:pt>
                <c:pt idx="39">
                  <c:v>1.2472045415448108</c:v>
                </c:pt>
                <c:pt idx="40">
                  <c:v>0.8410500382295627</c:v>
                </c:pt>
                <c:pt idx="41">
                  <c:v>0.51390058972198283</c:v>
                </c:pt>
                <c:pt idx="42">
                  <c:v>0.80462660296705124</c:v>
                </c:pt>
                <c:pt idx="43">
                  <c:v>1.0226989274133125</c:v>
                </c:pt>
                <c:pt idx="44">
                  <c:v>0.93004115226336115</c:v>
                </c:pt>
                <c:pt idx="45">
                  <c:v>0.71760580608335456</c:v>
                </c:pt>
                <c:pt idx="46">
                  <c:v>0.76916848838148866</c:v>
                </c:pt>
                <c:pt idx="47">
                  <c:v>1.2614494616744354</c:v>
                </c:pt>
                <c:pt idx="48">
                  <c:v>1.777354598111569</c:v>
                </c:pt>
                <c:pt idx="49">
                  <c:v>1.6605597567630692</c:v>
                </c:pt>
                <c:pt idx="50">
                  <c:v>1.0506134969325176</c:v>
                </c:pt>
                <c:pt idx="51">
                  <c:v>0.78166502238750102</c:v>
                </c:pt>
                <c:pt idx="52">
                  <c:v>0.43674698795179712</c:v>
                </c:pt>
                <c:pt idx="53">
                  <c:v>0.29989503673715223</c:v>
                </c:pt>
                <c:pt idx="54">
                  <c:v>0.50082224547765009</c:v>
                </c:pt>
                <c:pt idx="55">
                  <c:v>0.69914466344365156</c:v>
                </c:pt>
                <c:pt idx="56">
                  <c:v>0.53179703079992979</c:v>
                </c:pt>
                <c:pt idx="57">
                  <c:v>0.24979795753432565</c:v>
                </c:pt>
                <c:pt idx="58">
                  <c:v>0.4690362770245704</c:v>
                </c:pt>
                <c:pt idx="59">
                  <c:v>0.45955211904586957</c:v>
                </c:pt>
                <c:pt idx="60">
                  <c:v>0.91489979668892829</c:v>
                </c:pt>
                <c:pt idx="61">
                  <c:v>1.0864872643546075</c:v>
                </c:pt>
                <c:pt idx="62">
                  <c:v>0.70467648942984518</c:v>
                </c:pt>
                <c:pt idx="63">
                  <c:v>0.59372349448685302</c:v>
                </c:pt>
                <c:pt idx="64">
                  <c:v>0.42158516020236458</c:v>
                </c:pt>
                <c:pt idx="65">
                  <c:v>0.32185838231177932</c:v>
                </c:pt>
                <c:pt idx="66">
                  <c:v>0.20225972939043046</c:v>
                </c:pt>
                <c:pt idx="67">
                  <c:v>0</c:v>
                </c:pt>
                <c:pt idx="68">
                  <c:v>0.24361383726596575</c:v>
                </c:pt>
                <c:pt idx="69">
                  <c:v>-0.13192612137202797</c:v>
                </c:pt>
                <c:pt idx="70">
                  <c:v>0.27115344503927385</c:v>
                </c:pt>
                <c:pt idx="71">
                  <c:v>0.45763417001802864</c:v>
                </c:pt>
                <c:pt idx="72">
                  <c:v>0.93870789618994976</c:v>
                </c:pt>
                <c:pt idx="73">
                  <c:v>1.1351203501094087</c:v>
                </c:pt>
                <c:pt idx="74">
                  <c:v>0.72359574004798866</c:v>
                </c:pt>
                <c:pt idx="75">
                  <c:v>0.627853195277428</c:v>
                </c:pt>
                <c:pt idx="76">
                  <c:v>0.44074947063692527</c:v>
                </c:pt>
                <c:pt idx="77">
                  <c:v>0.24375537478591447</c:v>
                </c:pt>
                <c:pt idx="78">
                  <c:v>8.7045384270556525E-2</c:v>
                </c:pt>
                <c:pt idx="79">
                  <c:v>-0.29248467565408109</c:v>
                </c:pt>
                <c:pt idx="80">
                  <c:v>-3.78852549051234E-2</c:v>
                </c:pt>
                <c:pt idx="81">
                  <c:v>-0.41316038902829977</c:v>
                </c:pt>
                <c:pt idx="82">
                  <c:v>0.13062952486262436</c:v>
                </c:pt>
                <c:pt idx="83">
                  <c:v>0.43081353619729423</c:v>
                </c:pt>
                <c:pt idx="84">
                  <c:v>0.82183174596874853</c:v>
                </c:pt>
                <c:pt idx="85">
                  <c:v>0.94560292541219226</c:v>
                </c:pt>
                <c:pt idx="86">
                  <c:v>0.59758082908021315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22B-4EE0-A1CE-0CBD6113D3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1760287616"/>
        <c:axId val="1778265104"/>
      </c:barChart>
      <c:lineChart>
        <c:grouping val="standard"/>
        <c:varyColors val="0"/>
        <c:ser>
          <c:idx val="0"/>
          <c:order val="0"/>
          <c:tx>
            <c:strRef>
              <c:f>Proyección!$D$1</c:f>
              <c:strCache>
                <c:ptCount val="1"/>
                <c:pt idx="0">
                  <c:v>Variación anual</c:v>
                </c:pt>
              </c:strCache>
            </c:strRef>
          </c:tx>
          <c:spPr>
            <a:ln w="2222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14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A310-42C4-9FC4-5A8A6325BFBF}"/>
                </c:ext>
              </c:extLst>
            </c:dLbl>
            <c:dLbl>
              <c:idx val="26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A310-42C4-9FC4-5A8A6325BFBF}"/>
                </c:ext>
              </c:extLst>
            </c:dLbl>
            <c:dLbl>
              <c:idx val="39"/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A310-42C4-9FC4-5A8A6325BFBF}"/>
                </c:ext>
              </c:extLst>
            </c:dLbl>
            <c:dLbl>
              <c:idx val="4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1E06-4752-8ECA-107DCE0519B7}"/>
                </c:ext>
              </c:extLst>
            </c:dLbl>
            <c:dLbl>
              <c:idx val="5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A310-42C4-9FC4-5A8A6325BFBF}"/>
                </c:ext>
              </c:extLst>
            </c:dLbl>
            <c:dLbl>
              <c:idx val="6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1E06-4752-8ECA-107DCE0519B7}"/>
                </c:ext>
              </c:extLst>
            </c:dLbl>
            <c:dLbl>
              <c:idx val="62"/>
              <c:layout>
                <c:manualLayout>
                  <c:x val="-2.1773177725444751E-2"/>
                  <c:y val="6.300570602574756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A310-42C4-9FC4-5A8A6325BFBF}"/>
                </c:ext>
              </c:extLst>
            </c:dLbl>
            <c:dLbl>
              <c:idx val="7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1E06-4752-8ECA-107DCE0519B7}"/>
                </c:ext>
              </c:extLst>
            </c:dLbl>
            <c:dLbl>
              <c:idx val="74"/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A310-42C4-9FC4-5A8A6325BFBF}"/>
                </c:ext>
              </c:extLst>
            </c:dLbl>
            <c:dLbl>
              <c:idx val="85"/>
              <c:layout>
                <c:manualLayout>
                  <c:x val="-2.3464079770166166E-2"/>
                  <c:y val="1.5606335914857295E-2"/>
                </c:manualLayout>
              </c:layout>
              <c:tx>
                <c:rich>
                  <a:bodyPr/>
                  <a:lstStyle/>
                  <a:p>
                    <a:fld id="{CD6A45C3-FA90-4E4C-B872-96EC1A16F53C}" type="CELLREF">
                      <a:rPr lang="en-US" smtClean="0"/>
                      <a:pPr/>
                      <a:t>[CELLREF]</a:t>
                    </a:fld>
                    <a:endParaRPr lang="es-CO"/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{CD6A45C3-FA90-4E4C-B872-96EC1A16F53C}</c15:txfldGUID>
                      <c15:f>Proyección!$D$268</c15:f>
                      <c15:dlblFieldTableCache>
                        <c:ptCount val="1"/>
                        <c:pt idx="0">
                          <c:v>3,63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38-A310-42C4-9FC4-5A8A6325BFBF}"/>
                </c:ext>
              </c:extLst>
            </c:dLbl>
            <c:spPr>
              <a:solidFill>
                <a:srgbClr val="00206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Proyección!$A$182:$A$267</c:f>
              <c:numCache>
                <c:formatCode>mmm\-yy</c:formatCode>
                <c:ptCount val="86"/>
                <c:pt idx="0">
                  <c:v>43466</c:v>
                </c:pt>
                <c:pt idx="1">
                  <c:v>43497</c:v>
                </c:pt>
                <c:pt idx="2">
                  <c:v>43525</c:v>
                </c:pt>
                <c:pt idx="3">
                  <c:v>43556</c:v>
                </c:pt>
                <c:pt idx="4">
                  <c:v>43586</c:v>
                </c:pt>
                <c:pt idx="5">
                  <c:v>43617</c:v>
                </c:pt>
                <c:pt idx="6">
                  <c:v>43647</c:v>
                </c:pt>
                <c:pt idx="7">
                  <c:v>43678</c:v>
                </c:pt>
                <c:pt idx="8">
                  <c:v>43709</c:v>
                </c:pt>
                <c:pt idx="9">
                  <c:v>43739</c:v>
                </c:pt>
                <c:pt idx="10">
                  <c:v>43770</c:v>
                </c:pt>
                <c:pt idx="11">
                  <c:v>43800</c:v>
                </c:pt>
                <c:pt idx="12">
                  <c:v>43831</c:v>
                </c:pt>
                <c:pt idx="13">
                  <c:v>43862</c:v>
                </c:pt>
                <c:pt idx="14">
                  <c:v>43891</c:v>
                </c:pt>
                <c:pt idx="15">
                  <c:v>43922</c:v>
                </c:pt>
                <c:pt idx="16">
                  <c:v>43952</c:v>
                </c:pt>
                <c:pt idx="17">
                  <c:v>43983</c:v>
                </c:pt>
                <c:pt idx="18">
                  <c:v>44013</c:v>
                </c:pt>
                <c:pt idx="19">
                  <c:v>44044</c:v>
                </c:pt>
                <c:pt idx="20">
                  <c:v>44075</c:v>
                </c:pt>
                <c:pt idx="21">
                  <c:v>44105</c:v>
                </c:pt>
                <c:pt idx="22">
                  <c:v>44136</c:v>
                </c:pt>
                <c:pt idx="23">
                  <c:v>44166</c:v>
                </c:pt>
                <c:pt idx="24">
                  <c:v>44197</c:v>
                </c:pt>
                <c:pt idx="25">
                  <c:v>44228</c:v>
                </c:pt>
                <c:pt idx="26">
                  <c:v>44256</c:v>
                </c:pt>
                <c:pt idx="27">
                  <c:v>44287</c:v>
                </c:pt>
                <c:pt idx="28">
                  <c:v>44317</c:v>
                </c:pt>
                <c:pt idx="29">
                  <c:v>44348</c:v>
                </c:pt>
                <c:pt idx="30">
                  <c:v>44378</c:v>
                </c:pt>
                <c:pt idx="31">
                  <c:v>44409</c:v>
                </c:pt>
                <c:pt idx="32">
                  <c:v>44440</c:v>
                </c:pt>
                <c:pt idx="33">
                  <c:v>44470</c:v>
                </c:pt>
                <c:pt idx="34">
                  <c:v>44501</c:v>
                </c:pt>
                <c:pt idx="35">
                  <c:v>44531</c:v>
                </c:pt>
                <c:pt idx="36">
                  <c:v>44562</c:v>
                </c:pt>
                <c:pt idx="37">
                  <c:v>44593</c:v>
                </c:pt>
                <c:pt idx="38">
                  <c:v>44621</c:v>
                </c:pt>
                <c:pt idx="39">
                  <c:v>44652</c:v>
                </c:pt>
                <c:pt idx="40">
                  <c:v>44682</c:v>
                </c:pt>
                <c:pt idx="41">
                  <c:v>44713</c:v>
                </c:pt>
                <c:pt idx="42">
                  <c:v>44743</c:v>
                </c:pt>
                <c:pt idx="43">
                  <c:v>44774</c:v>
                </c:pt>
                <c:pt idx="44">
                  <c:v>44805</c:v>
                </c:pt>
                <c:pt idx="45">
                  <c:v>44835</c:v>
                </c:pt>
                <c:pt idx="46">
                  <c:v>44866</c:v>
                </c:pt>
                <c:pt idx="47">
                  <c:v>44896</c:v>
                </c:pt>
                <c:pt idx="48">
                  <c:v>44927</c:v>
                </c:pt>
                <c:pt idx="49">
                  <c:v>44958</c:v>
                </c:pt>
                <c:pt idx="50">
                  <c:v>44986</c:v>
                </c:pt>
                <c:pt idx="51">
                  <c:v>45017</c:v>
                </c:pt>
                <c:pt idx="52">
                  <c:v>45047</c:v>
                </c:pt>
                <c:pt idx="53">
                  <c:v>45078</c:v>
                </c:pt>
                <c:pt idx="54">
                  <c:v>45108</c:v>
                </c:pt>
                <c:pt idx="55">
                  <c:v>45139</c:v>
                </c:pt>
                <c:pt idx="56">
                  <c:v>45170</c:v>
                </c:pt>
                <c:pt idx="57">
                  <c:v>45200</c:v>
                </c:pt>
                <c:pt idx="58">
                  <c:v>45231</c:v>
                </c:pt>
                <c:pt idx="59">
                  <c:v>45261</c:v>
                </c:pt>
                <c:pt idx="60">
                  <c:v>45292</c:v>
                </c:pt>
                <c:pt idx="61">
                  <c:v>45323</c:v>
                </c:pt>
                <c:pt idx="62">
                  <c:v>45352</c:v>
                </c:pt>
                <c:pt idx="63">
                  <c:v>45383</c:v>
                </c:pt>
                <c:pt idx="64">
                  <c:v>45413</c:v>
                </c:pt>
                <c:pt idx="65">
                  <c:v>45444</c:v>
                </c:pt>
                <c:pt idx="66">
                  <c:v>45474</c:v>
                </c:pt>
                <c:pt idx="67">
                  <c:v>45505</c:v>
                </c:pt>
                <c:pt idx="68">
                  <c:v>45536</c:v>
                </c:pt>
                <c:pt idx="69">
                  <c:v>45566</c:v>
                </c:pt>
                <c:pt idx="70">
                  <c:v>45597</c:v>
                </c:pt>
                <c:pt idx="71">
                  <c:v>45627</c:v>
                </c:pt>
                <c:pt idx="72">
                  <c:v>45658</c:v>
                </c:pt>
                <c:pt idx="73">
                  <c:v>45689</c:v>
                </c:pt>
                <c:pt idx="74">
                  <c:v>45717</c:v>
                </c:pt>
                <c:pt idx="75">
                  <c:v>45748</c:v>
                </c:pt>
                <c:pt idx="76">
                  <c:v>45778</c:v>
                </c:pt>
                <c:pt idx="77">
                  <c:v>45809</c:v>
                </c:pt>
                <c:pt idx="78">
                  <c:v>45839</c:v>
                </c:pt>
                <c:pt idx="79">
                  <c:v>45870</c:v>
                </c:pt>
                <c:pt idx="80">
                  <c:v>45901</c:v>
                </c:pt>
                <c:pt idx="81">
                  <c:v>45931</c:v>
                </c:pt>
                <c:pt idx="82">
                  <c:v>45962</c:v>
                </c:pt>
                <c:pt idx="83">
                  <c:v>45992</c:v>
                </c:pt>
                <c:pt idx="84">
                  <c:v>46023</c:v>
                </c:pt>
                <c:pt idx="85">
                  <c:v>46054</c:v>
                </c:pt>
              </c:numCache>
            </c:numRef>
          </c:cat>
          <c:val>
            <c:numRef>
              <c:f>Proyección!$D$182:$D$268</c:f>
              <c:numCache>
                <c:formatCode>0.00</c:formatCode>
                <c:ptCount val="87"/>
                <c:pt idx="0">
                  <c:v>3.1477494104378057</c:v>
                </c:pt>
                <c:pt idx="1">
                  <c:v>3.0136428425982631</c:v>
                </c:pt>
                <c:pt idx="2">
                  <c:v>3.2199085830370677</c:v>
                </c:pt>
                <c:pt idx="3">
                  <c:v>3.2453745829542191</c:v>
                </c:pt>
                <c:pt idx="4">
                  <c:v>3.3077853973376481</c:v>
                </c:pt>
                <c:pt idx="5">
                  <c:v>3.4236229986909672</c:v>
                </c:pt>
                <c:pt idx="6">
                  <c:v>3.7910869126839941</c:v>
                </c:pt>
                <c:pt idx="7">
                  <c:v>3.7562940584088711</c:v>
                </c:pt>
                <c:pt idx="8">
                  <c:v>3.8101940283502556</c:v>
                </c:pt>
                <c:pt idx="9">
                  <c:v>3.8558088161462001</c:v>
                </c:pt>
                <c:pt idx="10">
                  <c:v>3.8515546639919851</c:v>
                </c:pt>
                <c:pt idx="11">
                  <c:v>3.8000000000000034</c:v>
                </c:pt>
                <c:pt idx="12">
                  <c:v>3.6182902584493082</c:v>
                </c:pt>
                <c:pt idx="13">
                  <c:v>3.7161494366475534</c:v>
                </c:pt>
                <c:pt idx="14">
                  <c:v>3.8476677819326843</c:v>
                </c:pt>
                <c:pt idx="15">
                  <c:v>3.5056795926361017</c:v>
                </c:pt>
                <c:pt idx="16">
                  <c:v>2.8504490433424401</c:v>
                </c:pt>
                <c:pt idx="17">
                  <c:v>2.2003699737124016</c:v>
                </c:pt>
                <c:pt idx="18">
                  <c:v>1.9720225374004308</c:v>
                </c:pt>
                <c:pt idx="19">
                  <c:v>1.8732408036494119</c:v>
                </c:pt>
                <c:pt idx="20">
                  <c:v>1.96591129188457</c:v>
                </c:pt>
                <c:pt idx="21">
                  <c:v>1.740307454316925</c:v>
                </c:pt>
                <c:pt idx="22">
                  <c:v>1.4873478848754118</c:v>
                </c:pt>
                <c:pt idx="23">
                  <c:v>1.6184971098265999</c:v>
                </c:pt>
                <c:pt idx="24">
                  <c:v>1.602072141212596</c:v>
                </c:pt>
                <c:pt idx="25">
                  <c:v>1.5627977892128886</c:v>
                </c:pt>
                <c:pt idx="26">
                  <c:v>1.5066805647683257</c:v>
                </c:pt>
                <c:pt idx="27">
                  <c:v>1.948912015137183</c:v>
                </c:pt>
                <c:pt idx="28">
                  <c:v>3.302961275626437</c:v>
                </c:pt>
                <c:pt idx="29">
                  <c:v>3.6296084595598854</c:v>
                </c:pt>
                <c:pt idx="30">
                  <c:v>3.9725635895970335</c:v>
                </c:pt>
                <c:pt idx="31">
                  <c:v>4.4397865853658569</c:v>
                </c:pt>
                <c:pt idx="32">
                  <c:v>4.511349605850512</c:v>
                </c:pt>
                <c:pt idx="33">
                  <c:v>4.5899458329373699</c:v>
                </c:pt>
                <c:pt idx="34">
                  <c:v>5.253140464408057</c:v>
                </c:pt>
                <c:pt idx="35">
                  <c:v>5.6219188471748227</c:v>
                </c:pt>
                <c:pt idx="36">
                  <c:v>6.9398545935228206</c:v>
                </c:pt>
                <c:pt idx="37">
                  <c:v>8.0033777444173495</c:v>
                </c:pt>
                <c:pt idx="38">
                  <c:v>8.5324869305451791</c:v>
                </c:pt>
                <c:pt idx="39">
                  <c:v>9.2334818114327977</c:v>
                </c:pt>
                <c:pt idx="40">
                  <c:v>9.0591694230062423</c:v>
                </c:pt>
                <c:pt idx="41">
                  <c:v>9.6800882515168283</c:v>
                </c:pt>
                <c:pt idx="42">
                  <c:v>10.197910940076959</c:v>
                </c:pt>
                <c:pt idx="43">
                  <c:v>10.837438423645306</c:v>
                </c:pt>
                <c:pt idx="44">
                  <c:v>11.441294074881858</c:v>
                </c:pt>
                <c:pt idx="45">
                  <c:v>12.220606941668176</c:v>
                </c:pt>
                <c:pt idx="46">
                  <c:v>12.531645569620252</c:v>
                </c:pt>
                <c:pt idx="47">
                  <c:v>13.122699937169013</c:v>
                </c:pt>
                <c:pt idx="48">
                  <c:v>13.252692918947551</c:v>
                </c:pt>
                <c:pt idx="49">
                  <c:v>13.28294674659023</c:v>
                </c:pt>
                <c:pt idx="50">
                  <c:v>13.340787889213846</c:v>
                </c:pt>
                <c:pt idx="51">
                  <c:v>12.819641491801903</c:v>
                </c:pt>
                <c:pt idx="52">
                  <c:v>12.367312552653754</c:v>
                </c:pt>
                <c:pt idx="53">
                  <c:v>12.12806973430558</c:v>
                </c:pt>
                <c:pt idx="54">
                  <c:v>11.790138854244603</c:v>
                </c:pt>
                <c:pt idx="55">
                  <c:v>11.432098765432098</c:v>
                </c:pt>
                <c:pt idx="56">
                  <c:v>10.992416211367551</c:v>
                </c:pt>
                <c:pt idx="57">
                  <c:v>10.476884462796532</c:v>
                </c:pt>
                <c:pt idx="58">
                  <c:v>10.147838663024267</c:v>
                </c:pt>
                <c:pt idx="59">
                  <c:v>9.2755693088947044</c:v>
                </c:pt>
                <c:pt idx="60">
                  <c:v>8.3495751149917918</c:v>
                </c:pt>
                <c:pt idx="61">
                  <c:v>7.7377300613497013</c:v>
                </c:pt>
                <c:pt idx="62">
                  <c:v>7.3689003566820732</c:v>
                </c:pt>
                <c:pt idx="63">
                  <c:v>7.1686746987951633</c:v>
                </c:pt>
                <c:pt idx="64">
                  <c:v>7.1524966261808265</c:v>
                </c:pt>
                <c:pt idx="65">
                  <c:v>7.1759605322170739</c:v>
                </c:pt>
                <c:pt idx="66">
                  <c:v>6.857567869096326</c:v>
                </c:pt>
                <c:pt idx="67">
                  <c:v>6.1156658541989817</c:v>
                </c:pt>
                <c:pt idx="68">
                  <c:v>5.8114760120490772</c:v>
                </c:pt>
                <c:pt idx="69">
                  <c:v>5.4085745694393728</c:v>
                </c:pt>
                <c:pt idx="70">
                  <c:v>5.2009628711065625</c:v>
                </c:pt>
                <c:pt idx="71">
                  <c:v>5.1989544002323473</c:v>
                </c:pt>
                <c:pt idx="72">
                  <c:v>5.2237732047776708</c:v>
                </c:pt>
                <c:pt idx="73">
                  <c:v>5.2743967542173698</c:v>
                </c:pt>
                <c:pt idx="74">
                  <c:v>5.2941745119670536</c:v>
                </c:pt>
                <c:pt idx="75">
                  <c:v>5.3298989940345765</c:v>
                </c:pt>
                <c:pt idx="76">
                  <c:v>5.3500000000000103</c:v>
                </c:pt>
                <c:pt idx="77">
                  <c:v>5.2679824618928839</c:v>
                </c:pt>
                <c:pt idx="78">
                  <c:v>5.146943458439357</c:v>
                </c:pt>
                <c:pt idx="79">
                  <c:v>4.8394047619047642</c:v>
                </c:pt>
                <c:pt idx="80">
                  <c:v>4.544999999999999</c:v>
                </c:pt>
                <c:pt idx="81">
                  <c:v>4.2505952380952339</c:v>
                </c:pt>
                <c:pt idx="82">
                  <c:v>4.1044943723897553</c:v>
                </c:pt>
                <c:pt idx="83">
                  <c:v>4.0767000833272782</c:v>
                </c:pt>
                <c:pt idx="84">
                  <c:v>3.9561904761904909</c:v>
                </c:pt>
                <c:pt idx="85">
                  <c:v>3.7613866391833506</c:v>
                </c:pt>
                <c:pt idx="86">
                  <c:v>3.6315711594721689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22B-4EE0-A1CE-0CBD6113D3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55577423"/>
        <c:axId val="2055580783"/>
      </c:lineChart>
      <c:dateAx>
        <c:axId val="2055577423"/>
        <c:scaling>
          <c:orientation val="minMax"/>
          <c:max val="46082"/>
          <c:min val="4352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none"/>
        <c:minorTickMark val="none"/>
        <c:tickLblPos val="low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055580783"/>
        <c:crosses val="autoZero"/>
        <c:auto val="1"/>
        <c:lblOffset val="100"/>
        <c:baseTimeUnit val="months"/>
        <c:majorUnit val="4"/>
        <c:majorTimeUnit val="months"/>
      </c:dateAx>
      <c:valAx>
        <c:axId val="2055580783"/>
        <c:scaling>
          <c:orientation val="minMax"/>
          <c:max val="14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055577423"/>
        <c:crosses val="autoZero"/>
        <c:crossBetween val="between"/>
      </c:valAx>
      <c:valAx>
        <c:axId val="1778265104"/>
        <c:scaling>
          <c:orientation val="minMax"/>
          <c:min val="-0.5"/>
        </c:scaling>
        <c:delete val="0"/>
        <c:axPos val="r"/>
        <c:numFmt formatCode="0.0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760287616"/>
        <c:crosses val="max"/>
        <c:crossBetween val="between"/>
      </c:valAx>
      <c:dateAx>
        <c:axId val="1760287616"/>
        <c:scaling>
          <c:orientation val="minMax"/>
        </c:scaling>
        <c:delete val="1"/>
        <c:axPos val="b"/>
        <c:numFmt formatCode="mmm\-yy" sourceLinked="1"/>
        <c:majorTickMark val="out"/>
        <c:minorTickMark val="none"/>
        <c:tickLblPos val="nextTo"/>
        <c:crossAx val="1778265104"/>
        <c:crosses val="autoZero"/>
        <c:auto val="1"/>
        <c:lblOffset val="100"/>
        <c:baseTimeUnit val="months"/>
        <c:majorUnit val="1"/>
        <c:minorUnit val="1"/>
      </c:date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Proyección!$E$1</c:f>
              <c:strCache>
                <c:ptCount val="1"/>
                <c:pt idx="0">
                  <c:v>Variación mensual (eje der.)</c:v>
                </c:pt>
              </c:strCache>
            </c:strRef>
          </c:tx>
          <c:spPr>
            <a:solidFill>
              <a:schemeClr val="tx2">
                <a:lumMod val="25000"/>
                <a:lumOff val="7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6CAE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7CA5-4431-AEDA-463A0385258D}"/>
              </c:ext>
            </c:extLst>
          </c:dPt>
          <c:dPt>
            <c:idx val="2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CB27-49C0-B722-3BE7C2151946}"/>
              </c:ext>
            </c:extLst>
          </c:dPt>
          <c:dPt>
            <c:idx val="11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8F39-4B8E-9EC6-4D89A0E1C146}"/>
              </c:ext>
            </c:extLst>
          </c:dPt>
          <c:dPt>
            <c:idx val="12"/>
            <c:invertIfNegative val="0"/>
            <c:bubble3D val="0"/>
            <c:spPr>
              <a:solidFill>
                <a:srgbClr val="A6CAE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7CA5-4431-AEDA-463A0385258D}"/>
              </c:ext>
            </c:extLst>
          </c:dPt>
          <c:dPt>
            <c:idx val="14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B27-49C0-B722-3BE7C2151946}"/>
              </c:ext>
            </c:extLst>
          </c:dPt>
          <c:dPt>
            <c:idx val="23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F39-4B8E-9EC6-4D89A0E1C146}"/>
              </c:ext>
            </c:extLst>
          </c:dPt>
          <c:dPt>
            <c:idx val="24"/>
            <c:invertIfNegative val="0"/>
            <c:bubble3D val="0"/>
            <c:spPr>
              <a:solidFill>
                <a:srgbClr val="A6CAE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7CA5-4431-AEDA-463A0385258D}"/>
              </c:ext>
            </c:extLst>
          </c:dPt>
          <c:dPt>
            <c:idx val="26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CB27-49C0-B722-3BE7C2151946}"/>
              </c:ext>
            </c:extLst>
          </c:dPt>
          <c:dPt>
            <c:idx val="35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8F39-4B8E-9EC6-4D89A0E1C146}"/>
              </c:ext>
            </c:extLst>
          </c:dPt>
          <c:dPt>
            <c:idx val="36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7CA5-4431-AEDA-463A0385258D}"/>
              </c:ext>
            </c:extLst>
          </c:dPt>
          <c:dLbls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CB27-49C0-B722-3BE7C2151946}"/>
                </c:ext>
              </c:extLst>
            </c:dLbl>
            <c:dLbl>
              <c:idx val="14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CB27-49C0-B722-3BE7C2151946}"/>
                </c:ext>
              </c:extLst>
            </c:dLbl>
            <c:dLbl>
              <c:idx val="26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CB27-49C0-B722-3BE7C2151946}"/>
                </c:ext>
              </c:extLst>
            </c:dLbl>
            <c:dLbl>
              <c:idx val="36"/>
              <c:layout>
                <c:manualLayout>
                  <c:x val="-4.542203147353473E-3"/>
                  <c:y val="-2.4498456790123459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CA5-4431-AEDA-463A0385258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Proyección!$A$230:$A$268</c:f>
              <c:numCache>
                <c:formatCode>mmm\-yy</c:formatCode>
                <c:ptCount val="39"/>
                <c:pt idx="0">
                  <c:v>44927</c:v>
                </c:pt>
                <c:pt idx="1">
                  <c:v>44958</c:v>
                </c:pt>
                <c:pt idx="2">
                  <c:v>44986</c:v>
                </c:pt>
                <c:pt idx="3">
                  <c:v>45017</c:v>
                </c:pt>
                <c:pt idx="4">
                  <c:v>45047</c:v>
                </c:pt>
                <c:pt idx="5">
                  <c:v>45078</c:v>
                </c:pt>
                <c:pt idx="6">
                  <c:v>45108</c:v>
                </c:pt>
                <c:pt idx="7">
                  <c:v>45139</c:v>
                </c:pt>
                <c:pt idx="8">
                  <c:v>45170</c:v>
                </c:pt>
                <c:pt idx="9">
                  <c:v>45200</c:v>
                </c:pt>
                <c:pt idx="10">
                  <c:v>45231</c:v>
                </c:pt>
                <c:pt idx="11">
                  <c:v>45261</c:v>
                </c:pt>
                <c:pt idx="12">
                  <c:v>45292</c:v>
                </c:pt>
                <c:pt idx="13">
                  <c:v>45323</c:v>
                </c:pt>
                <c:pt idx="14">
                  <c:v>45352</c:v>
                </c:pt>
                <c:pt idx="15">
                  <c:v>45383</c:v>
                </c:pt>
                <c:pt idx="16">
                  <c:v>45413</c:v>
                </c:pt>
                <c:pt idx="17">
                  <c:v>45444</c:v>
                </c:pt>
                <c:pt idx="18">
                  <c:v>45474</c:v>
                </c:pt>
                <c:pt idx="19">
                  <c:v>45505</c:v>
                </c:pt>
                <c:pt idx="20">
                  <c:v>45536</c:v>
                </c:pt>
                <c:pt idx="21">
                  <c:v>45566</c:v>
                </c:pt>
                <c:pt idx="22">
                  <c:v>45597</c:v>
                </c:pt>
                <c:pt idx="23">
                  <c:v>45627</c:v>
                </c:pt>
                <c:pt idx="24">
                  <c:v>45658</c:v>
                </c:pt>
                <c:pt idx="25">
                  <c:v>45689</c:v>
                </c:pt>
                <c:pt idx="26">
                  <c:v>45717</c:v>
                </c:pt>
                <c:pt idx="27">
                  <c:v>45748</c:v>
                </c:pt>
                <c:pt idx="28">
                  <c:v>45778</c:v>
                </c:pt>
                <c:pt idx="29">
                  <c:v>45809</c:v>
                </c:pt>
                <c:pt idx="30">
                  <c:v>45839</c:v>
                </c:pt>
                <c:pt idx="31">
                  <c:v>45870</c:v>
                </c:pt>
                <c:pt idx="32">
                  <c:v>45901</c:v>
                </c:pt>
                <c:pt idx="33">
                  <c:v>45931</c:v>
                </c:pt>
                <c:pt idx="34">
                  <c:v>45962</c:v>
                </c:pt>
                <c:pt idx="35">
                  <c:v>45992</c:v>
                </c:pt>
                <c:pt idx="36">
                  <c:v>46023</c:v>
                </c:pt>
                <c:pt idx="37">
                  <c:v>46054</c:v>
                </c:pt>
                <c:pt idx="38">
                  <c:v>46082</c:v>
                </c:pt>
              </c:numCache>
            </c:numRef>
          </c:cat>
          <c:val>
            <c:numRef>
              <c:f>Proyección!$E$230:$E$268</c:f>
              <c:numCache>
                <c:formatCode>0.00</c:formatCode>
                <c:ptCount val="39"/>
                <c:pt idx="0">
                  <c:v>1.777354598111569</c:v>
                </c:pt>
                <c:pt idx="1">
                  <c:v>1.6605597567630692</c:v>
                </c:pt>
                <c:pt idx="2">
                  <c:v>1.0506134969325176</c:v>
                </c:pt>
                <c:pt idx="3">
                  <c:v>0.78166502238750102</c:v>
                </c:pt>
                <c:pt idx="4">
                  <c:v>0.43674698795179712</c:v>
                </c:pt>
                <c:pt idx="5">
                  <c:v>0.29989503673715223</c:v>
                </c:pt>
                <c:pt idx="6">
                  <c:v>0.50082224547765009</c:v>
                </c:pt>
                <c:pt idx="7">
                  <c:v>0.69914466344365156</c:v>
                </c:pt>
                <c:pt idx="8">
                  <c:v>0.53179703079992979</c:v>
                </c:pt>
                <c:pt idx="9">
                  <c:v>0.24979795753432565</c:v>
                </c:pt>
                <c:pt idx="10">
                  <c:v>0.4690362770245704</c:v>
                </c:pt>
                <c:pt idx="11">
                  <c:v>0.45955211904586957</c:v>
                </c:pt>
                <c:pt idx="12">
                  <c:v>0.91489979668892829</c:v>
                </c:pt>
                <c:pt idx="13">
                  <c:v>1.0864872643546075</c:v>
                </c:pt>
                <c:pt idx="14">
                  <c:v>0.70467648942984518</c:v>
                </c:pt>
                <c:pt idx="15">
                  <c:v>0.59372349448685302</c:v>
                </c:pt>
                <c:pt idx="16">
                  <c:v>0.42158516020236458</c:v>
                </c:pt>
                <c:pt idx="17">
                  <c:v>0.32185838231177932</c:v>
                </c:pt>
                <c:pt idx="18">
                  <c:v>0.20225972939043046</c:v>
                </c:pt>
                <c:pt idx="19">
                  <c:v>0</c:v>
                </c:pt>
                <c:pt idx="20">
                  <c:v>0.24361383726596575</c:v>
                </c:pt>
                <c:pt idx="21">
                  <c:v>-0.13192612137202797</c:v>
                </c:pt>
                <c:pt idx="22">
                  <c:v>0.27115344503927385</c:v>
                </c:pt>
                <c:pt idx="23">
                  <c:v>0.45763417001802864</c:v>
                </c:pt>
                <c:pt idx="24">
                  <c:v>0.93870789618994976</c:v>
                </c:pt>
                <c:pt idx="25">
                  <c:v>1.1351203501094087</c:v>
                </c:pt>
                <c:pt idx="26">
                  <c:v>0.72359574004798866</c:v>
                </c:pt>
                <c:pt idx="27">
                  <c:v>0.627853195277428</c:v>
                </c:pt>
                <c:pt idx="28">
                  <c:v>0.44074947063692527</c:v>
                </c:pt>
                <c:pt idx="29">
                  <c:v>0.24375537478591447</c:v>
                </c:pt>
                <c:pt idx="30">
                  <c:v>8.7045384270556525E-2</c:v>
                </c:pt>
                <c:pt idx="31">
                  <c:v>-0.29248467565408109</c:v>
                </c:pt>
                <c:pt idx="32">
                  <c:v>-3.78852549051234E-2</c:v>
                </c:pt>
                <c:pt idx="33">
                  <c:v>-0.41316038902829977</c:v>
                </c:pt>
                <c:pt idx="34">
                  <c:v>0.13062952486262436</c:v>
                </c:pt>
                <c:pt idx="35">
                  <c:v>0.43081353619729423</c:v>
                </c:pt>
                <c:pt idx="36">
                  <c:v>0.82183174596874853</c:v>
                </c:pt>
                <c:pt idx="37">
                  <c:v>0.94560292541219226</c:v>
                </c:pt>
                <c:pt idx="38">
                  <c:v>0.59758082908021315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39-4B8E-9EC6-4D89A0E1C1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"/>
        <c:axId val="1146654815"/>
        <c:axId val="1146657695"/>
      </c:barChart>
      <c:lineChart>
        <c:grouping val="standard"/>
        <c:varyColors val="0"/>
        <c:ser>
          <c:idx val="0"/>
          <c:order val="0"/>
          <c:tx>
            <c:strRef>
              <c:f>Proyección!$D$1</c:f>
              <c:strCache>
                <c:ptCount val="1"/>
                <c:pt idx="0">
                  <c:v>Variación anual</c:v>
                </c:pt>
              </c:strCache>
            </c:strRef>
          </c:tx>
          <c:spPr>
            <a:ln w="2222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2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CB27-49C0-B722-3BE7C2151946}"/>
                </c:ext>
              </c:extLst>
            </c:dLbl>
            <c:dLbl>
              <c:idx val="14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CB27-49C0-B722-3BE7C2151946}"/>
                </c:ext>
              </c:extLst>
            </c:dLbl>
            <c:dLbl>
              <c:idx val="26"/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CB27-49C0-B722-3BE7C2151946}"/>
                </c:ext>
              </c:extLst>
            </c:dLbl>
            <c:spPr>
              <a:solidFill>
                <a:srgbClr val="00206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Proyección!$A$230:$A$265</c:f>
              <c:numCache>
                <c:formatCode>mmm\-yy</c:formatCode>
                <c:ptCount val="36"/>
                <c:pt idx="0">
                  <c:v>44927</c:v>
                </c:pt>
                <c:pt idx="1">
                  <c:v>44958</c:v>
                </c:pt>
                <c:pt idx="2">
                  <c:v>44986</c:v>
                </c:pt>
                <c:pt idx="3">
                  <c:v>45017</c:v>
                </c:pt>
                <c:pt idx="4">
                  <c:v>45047</c:v>
                </c:pt>
                <c:pt idx="5">
                  <c:v>45078</c:v>
                </c:pt>
                <c:pt idx="6">
                  <c:v>45108</c:v>
                </c:pt>
                <c:pt idx="7">
                  <c:v>45139</c:v>
                </c:pt>
                <c:pt idx="8">
                  <c:v>45170</c:v>
                </c:pt>
                <c:pt idx="9">
                  <c:v>45200</c:v>
                </c:pt>
                <c:pt idx="10">
                  <c:v>45231</c:v>
                </c:pt>
                <c:pt idx="11">
                  <c:v>45261</c:v>
                </c:pt>
                <c:pt idx="12">
                  <c:v>45292</c:v>
                </c:pt>
                <c:pt idx="13">
                  <c:v>45323</c:v>
                </c:pt>
                <c:pt idx="14">
                  <c:v>45352</c:v>
                </c:pt>
                <c:pt idx="15">
                  <c:v>45383</c:v>
                </c:pt>
                <c:pt idx="16">
                  <c:v>45413</c:v>
                </c:pt>
                <c:pt idx="17">
                  <c:v>45444</c:v>
                </c:pt>
                <c:pt idx="18">
                  <c:v>45474</c:v>
                </c:pt>
                <c:pt idx="19">
                  <c:v>45505</c:v>
                </c:pt>
                <c:pt idx="20">
                  <c:v>45536</c:v>
                </c:pt>
                <c:pt idx="21">
                  <c:v>45566</c:v>
                </c:pt>
                <c:pt idx="22">
                  <c:v>45597</c:v>
                </c:pt>
                <c:pt idx="23">
                  <c:v>45627</c:v>
                </c:pt>
                <c:pt idx="24">
                  <c:v>45658</c:v>
                </c:pt>
                <c:pt idx="25">
                  <c:v>45689</c:v>
                </c:pt>
                <c:pt idx="26">
                  <c:v>45717</c:v>
                </c:pt>
                <c:pt idx="27">
                  <c:v>45748</c:v>
                </c:pt>
                <c:pt idx="28">
                  <c:v>45778</c:v>
                </c:pt>
                <c:pt idx="29">
                  <c:v>45809</c:v>
                </c:pt>
                <c:pt idx="30">
                  <c:v>45839</c:v>
                </c:pt>
                <c:pt idx="31">
                  <c:v>45870</c:v>
                </c:pt>
                <c:pt idx="32">
                  <c:v>45901</c:v>
                </c:pt>
                <c:pt idx="33">
                  <c:v>45931</c:v>
                </c:pt>
                <c:pt idx="34">
                  <c:v>45962</c:v>
                </c:pt>
                <c:pt idx="35">
                  <c:v>45992</c:v>
                </c:pt>
              </c:numCache>
            </c:numRef>
          </c:cat>
          <c:val>
            <c:numRef>
              <c:f>Proyección!$D$230:$D$268</c:f>
              <c:numCache>
                <c:formatCode>0.00</c:formatCode>
                <c:ptCount val="39"/>
                <c:pt idx="0">
                  <c:v>13.252692918947551</c:v>
                </c:pt>
                <c:pt idx="1">
                  <c:v>13.28294674659023</c:v>
                </c:pt>
                <c:pt idx="2">
                  <c:v>13.340787889213846</c:v>
                </c:pt>
                <c:pt idx="3">
                  <c:v>12.819641491801903</c:v>
                </c:pt>
                <c:pt idx="4">
                  <c:v>12.367312552653754</c:v>
                </c:pt>
                <c:pt idx="5">
                  <c:v>12.12806973430558</c:v>
                </c:pt>
                <c:pt idx="6">
                  <c:v>11.790138854244603</c:v>
                </c:pt>
                <c:pt idx="7">
                  <c:v>11.432098765432098</c:v>
                </c:pt>
                <c:pt idx="8">
                  <c:v>10.992416211367551</c:v>
                </c:pt>
                <c:pt idx="9">
                  <c:v>10.476884462796532</c:v>
                </c:pt>
                <c:pt idx="10">
                  <c:v>10.147838663024267</c:v>
                </c:pt>
                <c:pt idx="11">
                  <c:v>9.2755693088947044</c:v>
                </c:pt>
                <c:pt idx="12">
                  <c:v>8.3495751149917918</c:v>
                </c:pt>
                <c:pt idx="13">
                  <c:v>7.7377300613497013</c:v>
                </c:pt>
                <c:pt idx="14">
                  <c:v>7.3689003566820732</c:v>
                </c:pt>
                <c:pt idx="15">
                  <c:v>7.1686746987951633</c:v>
                </c:pt>
                <c:pt idx="16">
                  <c:v>7.1524966261808265</c:v>
                </c:pt>
                <c:pt idx="17">
                  <c:v>7.1759605322170739</c:v>
                </c:pt>
                <c:pt idx="18">
                  <c:v>6.857567869096326</c:v>
                </c:pt>
                <c:pt idx="19">
                  <c:v>6.1156658541989817</c:v>
                </c:pt>
                <c:pt idx="20">
                  <c:v>5.8114760120490772</c:v>
                </c:pt>
                <c:pt idx="21">
                  <c:v>5.4085745694393728</c:v>
                </c:pt>
                <c:pt idx="22">
                  <c:v>5.2009628711065625</c:v>
                </c:pt>
                <c:pt idx="23">
                  <c:v>5.1989544002323473</c:v>
                </c:pt>
                <c:pt idx="24">
                  <c:v>5.2237732047776708</c:v>
                </c:pt>
                <c:pt idx="25">
                  <c:v>5.2743967542173698</c:v>
                </c:pt>
                <c:pt idx="26">
                  <c:v>5.2941745119670536</c:v>
                </c:pt>
                <c:pt idx="27">
                  <c:v>5.3298989940345765</c:v>
                </c:pt>
                <c:pt idx="28">
                  <c:v>5.3500000000000103</c:v>
                </c:pt>
                <c:pt idx="29">
                  <c:v>5.2679824618928839</c:v>
                </c:pt>
                <c:pt idx="30">
                  <c:v>5.146943458439357</c:v>
                </c:pt>
                <c:pt idx="31">
                  <c:v>4.8394047619047642</c:v>
                </c:pt>
                <c:pt idx="32">
                  <c:v>4.544999999999999</c:v>
                </c:pt>
                <c:pt idx="33">
                  <c:v>4.2505952380952339</c:v>
                </c:pt>
                <c:pt idx="34">
                  <c:v>4.1044943723897553</c:v>
                </c:pt>
                <c:pt idx="35">
                  <c:v>4.0767000833272782</c:v>
                </c:pt>
                <c:pt idx="36">
                  <c:v>3.9561904761904909</c:v>
                </c:pt>
                <c:pt idx="37">
                  <c:v>3.7613866391833506</c:v>
                </c:pt>
                <c:pt idx="38">
                  <c:v>3.6315711594721689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F39-4B8E-9EC6-4D89A0E1C1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55577423"/>
        <c:axId val="2055580783"/>
      </c:lineChart>
      <c:dateAx>
        <c:axId val="2055577423"/>
        <c:scaling>
          <c:orientation val="minMax"/>
          <c:max val="4599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none"/>
        <c:minorTickMark val="none"/>
        <c:tickLblPos val="low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055580783"/>
        <c:crosses val="autoZero"/>
        <c:auto val="1"/>
        <c:lblOffset val="100"/>
        <c:baseTimeUnit val="months"/>
        <c:majorUnit val="1"/>
        <c:majorTimeUnit val="months"/>
      </c:dateAx>
      <c:valAx>
        <c:axId val="2055580783"/>
        <c:scaling>
          <c:orientation val="minMax"/>
          <c:max val="1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solidFill>
              <a:srgbClr val="00206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055577423"/>
        <c:crosses val="autoZero"/>
        <c:crossBetween val="between"/>
      </c:valAx>
      <c:valAx>
        <c:axId val="1146657695"/>
        <c:scaling>
          <c:orientation val="minMax"/>
          <c:min val="-0.2"/>
        </c:scaling>
        <c:delete val="0"/>
        <c:axPos val="r"/>
        <c:numFmt formatCode="0.00" sourceLinked="1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146654815"/>
        <c:crosses val="max"/>
        <c:crossBetween val="between"/>
      </c:valAx>
      <c:dateAx>
        <c:axId val="1146654815"/>
        <c:scaling>
          <c:orientation val="minMax"/>
        </c:scaling>
        <c:delete val="1"/>
        <c:axPos val="b"/>
        <c:numFmt formatCode="mmm\-yy" sourceLinked="1"/>
        <c:majorTickMark val="out"/>
        <c:minorTickMark val="none"/>
        <c:tickLblPos val="nextTo"/>
        <c:crossAx val="1146657695"/>
        <c:crosses val="autoZero"/>
        <c:auto val="1"/>
        <c:lblOffset val="100"/>
        <c:baseTimeUnit val="months"/>
        <c:majorUnit val="1"/>
        <c:minorUnit val="1"/>
      </c:date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4.6876976491542495E-2"/>
          <c:y val="9.9418386857792473E-2"/>
          <c:w val="0.88896995094351883"/>
          <c:h val="0.83001800518869195"/>
        </c:manualLayout>
      </c:layout>
      <c:lineChart>
        <c:grouping val="standard"/>
        <c:varyColors val="0"/>
        <c:ser>
          <c:idx val="0"/>
          <c:order val="0"/>
          <c:tx>
            <c:strRef>
              <c:f>Hoja1!$B$3</c:f>
              <c:strCache>
                <c:ptCount val="1"/>
                <c:pt idx="0">
                  <c:v>Inflación total</c:v>
                </c:pt>
              </c:strCache>
            </c:strRef>
          </c:tx>
          <c:spPr>
            <a:ln w="25400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345-4D1A-9E05-58A9AFBE8115}"/>
                </c:ext>
              </c:extLst>
            </c:dLbl>
            <c:dLbl>
              <c:idx val="62"/>
              <c:layout>
                <c:manualLayout>
                  <c:x val="-1.1129929662120812E-16"/>
                  <c:y val="7.3109121792505182E-3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00206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F759-4C58-AF8E-14415DBF03E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Hoja1!$A$4:$A$66</c:f>
              <c:numCache>
                <c:formatCode>mmm\-yy</c:formatCode>
                <c:ptCount val="63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  <c:pt idx="61">
                  <c:v>45658</c:v>
                </c:pt>
                <c:pt idx="62">
                  <c:v>45689</c:v>
                </c:pt>
              </c:numCache>
            </c:numRef>
          </c:cat>
          <c:val>
            <c:numRef>
              <c:f>Hoja1!$B$4:$B$66</c:f>
              <c:numCache>
                <c:formatCode>0.0%</c:formatCode>
                <c:ptCount val="63"/>
                <c:pt idx="0">
                  <c:v>3.7999999999999999E-2</c:v>
                </c:pt>
                <c:pt idx="1">
                  <c:v>3.6182902584493082E-2</c:v>
                </c:pt>
                <c:pt idx="2">
                  <c:v>3.7161494366475534E-2</c:v>
                </c:pt>
                <c:pt idx="3">
                  <c:v>3.8476677819326843E-2</c:v>
                </c:pt>
                <c:pt idx="4">
                  <c:v>3.5056795926361017E-2</c:v>
                </c:pt>
                <c:pt idx="5">
                  <c:v>2.8504490433424401E-2</c:v>
                </c:pt>
                <c:pt idx="6">
                  <c:v>2.2003699737124016E-2</c:v>
                </c:pt>
                <c:pt idx="7">
                  <c:v>1.9720225374004308E-2</c:v>
                </c:pt>
                <c:pt idx="8">
                  <c:v>1.8732408036494119E-2</c:v>
                </c:pt>
                <c:pt idx="9">
                  <c:v>1.96591129188457E-2</c:v>
                </c:pt>
                <c:pt idx="10">
                  <c:v>1.740307454316925E-2</c:v>
                </c:pt>
                <c:pt idx="11">
                  <c:v>1.4873478848754118E-2</c:v>
                </c:pt>
                <c:pt idx="12">
                  <c:v>1.6184971098265999E-2</c:v>
                </c:pt>
                <c:pt idx="13">
                  <c:v>1.602072141212596E-2</c:v>
                </c:pt>
                <c:pt idx="14">
                  <c:v>1.5627977892128886E-2</c:v>
                </c:pt>
                <c:pt idx="15">
                  <c:v>1.5066805647683257E-2</c:v>
                </c:pt>
                <c:pt idx="16">
                  <c:v>1.948912015137183E-2</c:v>
                </c:pt>
                <c:pt idx="17">
                  <c:v>3.302961275626437E-2</c:v>
                </c:pt>
                <c:pt idx="18">
                  <c:v>3.6296084595598854E-2</c:v>
                </c:pt>
                <c:pt idx="19">
                  <c:v>3.9725635895970335E-2</c:v>
                </c:pt>
                <c:pt idx="20">
                  <c:v>4.4397865853658569E-2</c:v>
                </c:pt>
                <c:pt idx="21">
                  <c:v>4.511349605850512E-2</c:v>
                </c:pt>
                <c:pt idx="22">
                  <c:v>4.5899458329373699E-2</c:v>
                </c:pt>
                <c:pt idx="23">
                  <c:v>5.253140464408057E-2</c:v>
                </c:pt>
                <c:pt idx="24">
                  <c:v>5.6219188471748227E-2</c:v>
                </c:pt>
                <c:pt idx="25">
                  <c:v>6.9398545935228206E-2</c:v>
                </c:pt>
                <c:pt idx="26">
                  <c:v>8.0033777444173504E-2</c:v>
                </c:pt>
                <c:pt idx="27">
                  <c:v>8.53248693054518E-2</c:v>
                </c:pt>
                <c:pt idx="28">
                  <c:v>9.2334818114327977E-2</c:v>
                </c:pt>
                <c:pt idx="29">
                  <c:v>9.0591694230062414E-2</c:v>
                </c:pt>
                <c:pt idx="30">
                  <c:v>9.6800882515168274E-2</c:v>
                </c:pt>
                <c:pt idx="31">
                  <c:v>0.1019791094007696</c:v>
                </c:pt>
                <c:pt idx="32">
                  <c:v>0.10837438423645307</c:v>
                </c:pt>
                <c:pt idx="33">
                  <c:v>0.11441294074881858</c:v>
                </c:pt>
                <c:pt idx="34">
                  <c:v>0.12220606941668177</c:v>
                </c:pt>
                <c:pt idx="35">
                  <c:v>0.12531645569620253</c:v>
                </c:pt>
                <c:pt idx="36">
                  <c:v>0.13122699937169013</c:v>
                </c:pt>
                <c:pt idx="37">
                  <c:v>0.13252692918947551</c:v>
                </c:pt>
                <c:pt idx="38">
                  <c:v>0.1328294674659023</c:v>
                </c:pt>
                <c:pt idx="39">
                  <c:v>0.13340787889213845</c:v>
                </c:pt>
                <c:pt idx="40">
                  <c:v>0.12819641491801903</c:v>
                </c:pt>
                <c:pt idx="41">
                  <c:v>0.12367312552653753</c:v>
                </c:pt>
                <c:pt idx="42">
                  <c:v>0.1212806973430558</c:v>
                </c:pt>
                <c:pt idx="43">
                  <c:v>0.11790138854244603</c:v>
                </c:pt>
                <c:pt idx="44">
                  <c:v>0.11432098765432097</c:v>
                </c:pt>
                <c:pt idx="45">
                  <c:v>0.10992416211367551</c:v>
                </c:pt>
                <c:pt idx="46">
                  <c:v>0.10476884462796532</c:v>
                </c:pt>
                <c:pt idx="47">
                  <c:v>0.10147838663024267</c:v>
                </c:pt>
                <c:pt idx="48">
                  <c:v>9.2755693088947044E-2</c:v>
                </c:pt>
                <c:pt idx="49">
                  <c:v>8.3495751149917918E-2</c:v>
                </c:pt>
                <c:pt idx="50">
                  <c:v>7.7377300613497013E-2</c:v>
                </c:pt>
                <c:pt idx="51">
                  <c:v>7.3689003566820732E-2</c:v>
                </c:pt>
                <c:pt idx="52">
                  <c:v>7.1686746987951633E-2</c:v>
                </c:pt>
                <c:pt idx="53">
                  <c:v>7.1524966261808265E-2</c:v>
                </c:pt>
                <c:pt idx="54">
                  <c:v>7.1759605322170739E-2</c:v>
                </c:pt>
                <c:pt idx="55">
                  <c:v>6.857567869096326E-2</c:v>
                </c:pt>
                <c:pt idx="56">
                  <c:v>6.1156658541989817E-2</c:v>
                </c:pt>
                <c:pt idx="57">
                  <c:v>5.8114760120490772E-2</c:v>
                </c:pt>
                <c:pt idx="58">
                  <c:v>5.4085745694393728E-2</c:v>
                </c:pt>
                <c:pt idx="59">
                  <c:v>5.2000000000000005E-2</c:v>
                </c:pt>
                <c:pt idx="60">
                  <c:v>5.2000000000000005E-2</c:v>
                </c:pt>
                <c:pt idx="61">
                  <c:v>5.2199999999999996E-2</c:v>
                </c:pt>
                <c:pt idx="62">
                  <c:v>5.28E-2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345-4D1A-9E05-58A9AFBE8115}"/>
            </c:ext>
          </c:extLst>
        </c:ser>
        <c:ser>
          <c:idx val="1"/>
          <c:order val="1"/>
          <c:tx>
            <c:strRef>
              <c:f>Hoja1!$C$3</c:f>
              <c:strCache>
                <c:ptCount val="1"/>
                <c:pt idx="0">
                  <c:v>Sin alimentos</c:v>
                </c:pt>
              </c:strCache>
            </c:strRef>
          </c:tx>
          <c:spPr>
            <a:ln w="25400" cap="rnd">
              <a:solidFill>
                <a:srgbClr val="0070C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D345-4D1A-9E05-58A9AFBE8115}"/>
                </c:ext>
              </c:extLst>
            </c:dLbl>
            <c:dLbl>
              <c:idx val="62"/>
              <c:layout>
                <c:manualLayout>
                  <c:x val="-1.1129929662120812E-16"/>
                  <c:y val="-2.193273653775164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759-4C58-AF8E-14415DBF03E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70C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Hoja1!$A$4:$A$66</c:f>
              <c:numCache>
                <c:formatCode>mmm\-yy</c:formatCode>
                <c:ptCount val="63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  <c:pt idx="61">
                  <c:v>45658</c:v>
                </c:pt>
                <c:pt idx="62">
                  <c:v>45689</c:v>
                </c:pt>
              </c:numCache>
            </c:numRef>
          </c:cat>
          <c:val>
            <c:numRef>
              <c:f>Hoja1!$C$4:$C$66</c:f>
              <c:numCache>
                <c:formatCode>0.0%</c:formatCode>
                <c:ptCount val="63"/>
                <c:pt idx="0">
                  <c:v>3.4506032890039999E-2</c:v>
                </c:pt>
                <c:pt idx="1">
                  <c:v>3.3519381646407304E-2</c:v>
                </c:pt>
                <c:pt idx="2">
                  <c:v>3.3370946335096303E-2</c:v>
                </c:pt>
                <c:pt idx="3">
                  <c:v>3.2579235720645E-2</c:v>
                </c:pt>
                <c:pt idx="4">
                  <c:v>2.6550753297996499E-2</c:v>
                </c:pt>
                <c:pt idx="5">
                  <c:v>1.9996184905312599E-2</c:v>
                </c:pt>
                <c:pt idx="6">
                  <c:v>1.3993950963227999E-2</c:v>
                </c:pt>
                <c:pt idx="7">
                  <c:v>1.4154359399104598E-2</c:v>
                </c:pt>
                <c:pt idx="8">
                  <c:v>1.36917786075955E-2</c:v>
                </c:pt>
                <c:pt idx="9">
                  <c:v>1.5702045352786301E-2</c:v>
                </c:pt>
                <c:pt idx="10">
                  <c:v>1.41880591723387E-2</c:v>
                </c:pt>
                <c:pt idx="11">
                  <c:v>1.01514661001939E-2</c:v>
                </c:pt>
                <c:pt idx="12">
                  <c:v>1.0330702844556601E-2</c:v>
                </c:pt>
                <c:pt idx="13">
                  <c:v>8.8513775535457393E-3</c:v>
                </c:pt>
                <c:pt idx="14">
                  <c:v>9.3263207636413697E-3</c:v>
                </c:pt>
                <c:pt idx="15">
                  <c:v>1.05757269420857E-2</c:v>
                </c:pt>
                <c:pt idx="16">
                  <c:v>1.56200949689448E-2</c:v>
                </c:pt>
                <c:pt idx="17">
                  <c:v>2.1074045003466199E-2</c:v>
                </c:pt>
                <c:pt idx="18">
                  <c:v>2.6996664977830803E-2</c:v>
                </c:pt>
                <c:pt idx="19">
                  <c:v>2.8617137641078497E-2</c:v>
                </c:pt>
                <c:pt idx="20">
                  <c:v>3.1094940930106899E-2</c:v>
                </c:pt>
                <c:pt idx="21">
                  <c:v>3.0277759973044001E-2</c:v>
                </c:pt>
                <c:pt idx="22">
                  <c:v>2.8642268053743099E-2</c:v>
                </c:pt>
                <c:pt idx="23">
                  <c:v>3.3658725468327003E-2</c:v>
                </c:pt>
                <c:pt idx="24">
                  <c:v>3.4403082012828899E-2</c:v>
                </c:pt>
                <c:pt idx="25">
                  <c:v>4.4714024292112596E-2</c:v>
                </c:pt>
                <c:pt idx="26">
                  <c:v>5.1021359962253002E-2</c:v>
                </c:pt>
                <c:pt idx="27">
                  <c:v>5.3074407719159201E-2</c:v>
                </c:pt>
                <c:pt idx="28">
                  <c:v>5.9372063132861606E-2</c:v>
                </c:pt>
                <c:pt idx="29">
                  <c:v>6.4996709791782598E-2</c:v>
                </c:pt>
                <c:pt idx="30">
                  <c:v>6.8446278708188008E-2</c:v>
                </c:pt>
                <c:pt idx="31">
                  <c:v>7.2869821447638802E-2</c:v>
                </c:pt>
                <c:pt idx="32">
                  <c:v>7.8295803194853103E-2</c:v>
                </c:pt>
                <c:pt idx="33">
                  <c:v>8.3264237515203204E-2</c:v>
                </c:pt>
                <c:pt idx="34">
                  <c:v>9.1548742076362405E-2</c:v>
                </c:pt>
                <c:pt idx="35">
                  <c:v>9.4817845496012701E-2</c:v>
                </c:pt>
                <c:pt idx="36">
                  <c:v>9.9939551493372608E-2</c:v>
                </c:pt>
                <c:pt idx="37">
                  <c:v>0.10428795542637601</c:v>
                </c:pt>
                <c:pt idx="38">
                  <c:v>0.10860190412021301</c:v>
                </c:pt>
                <c:pt idx="39">
                  <c:v>0.114166793898799</c:v>
                </c:pt>
                <c:pt idx="40">
                  <c:v>0.11513158666781299</c:v>
                </c:pt>
                <c:pt idx="41">
                  <c:v>0.115883669633009</c:v>
                </c:pt>
                <c:pt idx="42">
                  <c:v>0.11618485140061401</c:v>
                </c:pt>
                <c:pt idx="43">
                  <c:v>0.114420704951411</c:v>
                </c:pt>
                <c:pt idx="44">
                  <c:v>0.111858382859466</c:v>
                </c:pt>
                <c:pt idx="45">
                  <c:v>0.10879294525983201</c:v>
                </c:pt>
                <c:pt idx="46">
                  <c:v>0.10506106519106399</c:v>
                </c:pt>
                <c:pt idx="47">
                  <c:v>0.106115665150459</c:v>
                </c:pt>
                <c:pt idx="48">
                  <c:v>0.103344483750249</c:v>
                </c:pt>
                <c:pt idx="49">
                  <c:v>9.6902194367215505E-2</c:v>
                </c:pt>
                <c:pt idx="50">
                  <c:v>9.1956672884854096E-2</c:v>
                </c:pt>
                <c:pt idx="51">
                  <c:v>8.764020630279519E-2</c:v>
                </c:pt>
                <c:pt idx="52">
                  <c:v>8.1926522823408399E-2</c:v>
                </c:pt>
                <c:pt idx="53">
                  <c:v>7.8254365744471407E-2</c:v>
                </c:pt>
                <c:pt idx="54">
                  <c:v>7.6423001500160403E-2</c:v>
                </c:pt>
                <c:pt idx="55">
                  <c:v>7.2426356185638197E-2</c:v>
                </c:pt>
                <c:pt idx="56">
                  <c:v>6.7795402890301171E-2</c:v>
                </c:pt>
                <c:pt idx="57">
                  <c:v>6.5499682145333304E-2</c:v>
                </c:pt>
                <c:pt idx="58">
                  <c:v>6.2872516394959499E-2</c:v>
                </c:pt>
                <c:pt idx="59">
                  <c:v>5.8765325383264101E-2</c:v>
                </c:pt>
                <c:pt idx="60">
                  <c:v>5.6478022449350206E-2</c:v>
                </c:pt>
                <c:pt idx="61">
                  <c:v>5.39377922094368E-2</c:v>
                </c:pt>
                <c:pt idx="62">
                  <c:v>5.44258465190103E-2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D345-4D1A-9E05-58A9AFBE8115}"/>
            </c:ext>
          </c:extLst>
        </c:ser>
        <c:ser>
          <c:idx val="2"/>
          <c:order val="2"/>
          <c:tx>
            <c:strRef>
              <c:f>Hoja1!$D$3</c:f>
              <c:strCache>
                <c:ptCount val="1"/>
                <c:pt idx="0">
                  <c:v>Alimentos</c:v>
                </c:pt>
              </c:strCache>
            </c:strRef>
          </c:tx>
          <c:spPr>
            <a:ln w="25400" cap="rnd">
              <a:solidFill>
                <a:srgbClr val="00B05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D345-4D1A-9E05-58A9AFBE8115}"/>
                </c:ext>
              </c:extLst>
            </c:dLbl>
            <c:dLbl>
              <c:idx val="62"/>
              <c:layout>
                <c:manualLayout>
                  <c:x val="-1.1129929662120812E-16"/>
                  <c:y val="3.411759016983575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759-4C58-AF8E-14415DBF03E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B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Hoja1!$A$4:$A$66</c:f>
              <c:numCache>
                <c:formatCode>mmm\-yy</c:formatCode>
                <c:ptCount val="63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  <c:pt idx="61">
                  <c:v>45658</c:v>
                </c:pt>
                <c:pt idx="62">
                  <c:v>45689</c:v>
                </c:pt>
              </c:numCache>
            </c:numRef>
          </c:cat>
          <c:val>
            <c:numRef>
              <c:f>Hoja1!$D$4:$D$66</c:f>
              <c:numCache>
                <c:formatCode>0.0%</c:formatCode>
                <c:ptCount val="63"/>
                <c:pt idx="0">
                  <c:v>5.8000000000000003E-2</c:v>
                </c:pt>
                <c:pt idx="1">
                  <c:v>5.12820512820511E-2</c:v>
                </c:pt>
                <c:pt idx="2">
                  <c:v>5.8748277898051482E-2</c:v>
                </c:pt>
                <c:pt idx="3">
                  <c:v>7.193683594892275E-2</c:v>
                </c:pt>
                <c:pt idx="4">
                  <c:v>8.2272376543209846E-2</c:v>
                </c:pt>
                <c:pt idx="5">
                  <c:v>7.5699501724798779E-2</c:v>
                </c:pt>
                <c:pt idx="6">
                  <c:v>6.5463182897862238E-2</c:v>
                </c:pt>
                <c:pt idx="7">
                  <c:v>5.0028317915801424E-2</c:v>
                </c:pt>
                <c:pt idx="8">
                  <c:v>4.6691871455576628E-2</c:v>
                </c:pt>
                <c:pt idx="9">
                  <c:v>4.1396180261548565E-2</c:v>
                </c:pt>
                <c:pt idx="10">
                  <c:v>3.5472972972973027E-2</c:v>
                </c:pt>
                <c:pt idx="11">
                  <c:v>4.0916375978127695E-2</c:v>
                </c:pt>
                <c:pt idx="12">
                  <c:v>4.8015122873345861E-2</c:v>
                </c:pt>
                <c:pt idx="13">
                  <c:v>5.5159474671669928E-2</c:v>
                </c:pt>
                <c:pt idx="14">
                  <c:v>5.0190538154103459E-2</c:v>
                </c:pt>
                <c:pt idx="15">
                  <c:v>3.9192507047376646E-2</c:v>
                </c:pt>
                <c:pt idx="16">
                  <c:v>3.9746903128063504E-2</c:v>
                </c:pt>
                <c:pt idx="17">
                  <c:v>9.5136290753607522E-2</c:v>
                </c:pt>
                <c:pt idx="18">
                  <c:v>8.5161405386124489E-2</c:v>
                </c:pt>
                <c:pt idx="19">
                  <c:v>9.8076231571377237E-2</c:v>
                </c:pt>
                <c:pt idx="20">
                  <c:v>0.11495394618024202</c:v>
                </c:pt>
                <c:pt idx="21">
                  <c:v>0.12394976962688586</c:v>
                </c:pt>
                <c:pt idx="22">
                  <c:v>0.13757476889613907</c:v>
                </c:pt>
                <c:pt idx="23">
                  <c:v>0.15333756000362286</c:v>
                </c:pt>
                <c:pt idx="24">
                  <c:v>0.17225829725829711</c:v>
                </c:pt>
                <c:pt idx="25">
                  <c:v>0.19941322901849201</c:v>
                </c:pt>
                <c:pt idx="26">
                  <c:v>0.23294096822727672</c:v>
                </c:pt>
                <c:pt idx="27">
                  <c:v>0.25367518375918796</c:v>
                </c:pt>
                <c:pt idx="28">
                  <c:v>0.26176394960144012</c:v>
                </c:pt>
                <c:pt idx="29">
                  <c:v>0.21604034488368318</c:v>
                </c:pt>
                <c:pt idx="30">
                  <c:v>0.23642041252362578</c:v>
                </c:pt>
                <c:pt idx="31">
                  <c:v>0.24617273843634879</c:v>
                </c:pt>
                <c:pt idx="32">
                  <c:v>0.25560864987446341</c:v>
                </c:pt>
                <c:pt idx="33">
                  <c:v>0.26621654207861112</c:v>
                </c:pt>
                <c:pt idx="34">
                  <c:v>0.27023581899298921</c:v>
                </c:pt>
                <c:pt idx="35">
                  <c:v>0.27077116381341293</c:v>
                </c:pt>
                <c:pt idx="36">
                  <c:v>0.27811971072472685</c:v>
                </c:pt>
                <c:pt idx="37">
                  <c:v>0.26180416574012311</c:v>
                </c:pt>
                <c:pt idx="38">
                  <c:v>0.24140406288134364</c:v>
                </c:pt>
                <c:pt idx="39">
                  <c:v>0.21804983597403482</c:v>
                </c:pt>
                <c:pt idx="40">
                  <c:v>0.18470212621425164</c:v>
                </c:pt>
                <c:pt idx="41">
                  <c:v>0.15658862876254176</c:v>
                </c:pt>
                <c:pt idx="42">
                  <c:v>0.14316097301608388</c:v>
                </c:pt>
                <c:pt idx="43">
                  <c:v>0.13237419524372629</c:v>
                </c:pt>
                <c:pt idx="44">
                  <c:v>0.12442753015545382</c:v>
                </c:pt>
                <c:pt idx="45">
                  <c:v>0.11477178950041278</c:v>
                </c:pt>
                <c:pt idx="46">
                  <c:v>0.10361264425489214</c:v>
                </c:pt>
                <c:pt idx="47">
                  <c:v>8.2499073044123072E-2</c:v>
                </c:pt>
                <c:pt idx="48">
                  <c:v>5.0021067838439848E-2</c:v>
                </c:pt>
                <c:pt idx="49">
                  <c:v>2.9607002291018203E-2</c:v>
                </c:pt>
                <c:pt idx="50">
                  <c:v>1.8908291893142248E-2</c:v>
                </c:pt>
                <c:pt idx="51">
                  <c:v>1.7362901839436118E-2</c:v>
                </c:pt>
                <c:pt idx="52">
                  <c:v>2.9816513761467878E-2</c:v>
                </c:pt>
                <c:pt idx="53">
                  <c:v>4.4011335376785699E-2</c:v>
                </c:pt>
                <c:pt idx="54">
                  <c:v>5.2616279069767513E-2</c:v>
                </c:pt>
                <c:pt idx="55">
                  <c:v>5.2619365318790967E-2</c:v>
                </c:pt>
                <c:pt idx="56">
                  <c:v>3.3788435061955058E-2</c:v>
                </c:pt>
                <c:pt idx="57">
                  <c:v>2.7333295370423061E-2</c:v>
                </c:pt>
                <c:pt idx="58">
                  <c:v>1.7503978176858226E-2</c:v>
                </c:pt>
                <c:pt idx="59">
                  <c:v>2.3447214027004101E-2</c:v>
                </c:pt>
                <c:pt idx="60">
                  <c:v>3.3149042656397801E-2</c:v>
                </c:pt>
                <c:pt idx="61">
                  <c:v>4.4939084245289404E-2</c:v>
                </c:pt>
                <c:pt idx="62">
                  <c:v>4.5632369611870095E-2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D345-4D1A-9E05-58A9AFBE8115}"/>
            </c:ext>
          </c:extLst>
        </c:ser>
        <c:ser>
          <c:idx val="3"/>
          <c:order val="3"/>
          <c:tx>
            <c:strRef>
              <c:f>Hoja1!$E$3</c:f>
              <c:strCache>
                <c:ptCount val="1"/>
                <c:pt idx="0">
                  <c:v>Meta de inflación </c:v>
                </c:pt>
              </c:strCache>
            </c:strRef>
          </c:tx>
          <c:spPr>
            <a:ln w="19050" cap="rnd">
              <a:solidFill>
                <a:srgbClr val="00B0F0">
                  <a:alpha val="99000"/>
                </a:srgbClr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Hoja1!$A$4:$A$66</c:f>
              <c:numCache>
                <c:formatCode>mmm\-yy</c:formatCode>
                <c:ptCount val="63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  <c:pt idx="61">
                  <c:v>45658</c:v>
                </c:pt>
                <c:pt idx="62">
                  <c:v>45689</c:v>
                </c:pt>
              </c:numCache>
            </c:numRef>
          </c:cat>
          <c:val>
            <c:numRef>
              <c:f>Hoja1!$E$4:$E$66</c:f>
              <c:numCache>
                <c:formatCode>0.0%</c:formatCode>
                <c:ptCount val="63"/>
                <c:pt idx="0">
                  <c:v>0.03</c:v>
                </c:pt>
                <c:pt idx="1">
                  <c:v>0.03</c:v>
                </c:pt>
                <c:pt idx="2">
                  <c:v>0.03</c:v>
                </c:pt>
                <c:pt idx="3">
                  <c:v>0.03</c:v>
                </c:pt>
                <c:pt idx="4">
                  <c:v>0.03</c:v>
                </c:pt>
                <c:pt idx="5">
                  <c:v>0.03</c:v>
                </c:pt>
                <c:pt idx="6">
                  <c:v>0.03</c:v>
                </c:pt>
                <c:pt idx="7">
                  <c:v>0.03</c:v>
                </c:pt>
                <c:pt idx="8">
                  <c:v>0.03</c:v>
                </c:pt>
                <c:pt idx="9">
                  <c:v>0.03</c:v>
                </c:pt>
                <c:pt idx="10">
                  <c:v>0.03</c:v>
                </c:pt>
                <c:pt idx="11">
                  <c:v>0.03</c:v>
                </c:pt>
                <c:pt idx="12">
                  <c:v>0.03</c:v>
                </c:pt>
                <c:pt idx="13">
                  <c:v>0.03</c:v>
                </c:pt>
                <c:pt idx="14">
                  <c:v>0.03</c:v>
                </c:pt>
                <c:pt idx="15">
                  <c:v>0.03</c:v>
                </c:pt>
                <c:pt idx="16">
                  <c:v>0.03</c:v>
                </c:pt>
                <c:pt idx="17">
                  <c:v>0.03</c:v>
                </c:pt>
                <c:pt idx="18">
                  <c:v>0.03</c:v>
                </c:pt>
                <c:pt idx="19">
                  <c:v>0.03</c:v>
                </c:pt>
                <c:pt idx="20">
                  <c:v>0.03</c:v>
                </c:pt>
                <c:pt idx="21">
                  <c:v>0.03</c:v>
                </c:pt>
                <c:pt idx="22">
                  <c:v>0.03</c:v>
                </c:pt>
                <c:pt idx="23">
                  <c:v>0.03</c:v>
                </c:pt>
                <c:pt idx="24">
                  <c:v>0.03</c:v>
                </c:pt>
                <c:pt idx="25">
                  <c:v>0.03</c:v>
                </c:pt>
                <c:pt idx="26">
                  <c:v>0.03</c:v>
                </c:pt>
                <c:pt idx="27">
                  <c:v>0.03</c:v>
                </c:pt>
                <c:pt idx="28">
                  <c:v>0.03</c:v>
                </c:pt>
                <c:pt idx="29">
                  <c:v>0.03</c:v>
                </c:pt>
                <c:pt idx="30">
                  <c:v>0.03</c:v>
                </c:pt>
                <c:pt idx="31">
                  <c:v>0.03</c:v>
                </c:pt>
                <c:pt idx="32">
                  <c:v>0.03</c:v>
                </c:pt>
                <c:pt idx="33">
                  <c:v>0.03</c:v>
                </c:pt>
                <c:pt idx="34">
                  <c:v>0.03</c:v>
                </c:pt>
                <c:pt idx="35">
                  <c:v>0.03</c:v>
                </c:pt>
                <c:pt idx="36">
                  <c:v>0.03</c:v>
                </c:pt>
                <c:pt idx="37">
                  <c:v>0.03</c:v>
                </c:pt>
                <c:pt idx="38">
                  <c:v>0.03</c:v>
                </c:pt>
                <c:pt idx="39">
                  <c:v>0.03</c:v>
                </c:pt>
                <c:pt idx="40">
                  <c:v>0.03</c:v>
                </c:pt>
                <c:pt idx="41">
                  <c:v>0.03</c:v>
                </c:pt>
                <c:pt idx="42">
                  <c:v>0.03</c:v>
                </c:pt>
                <c:pt idx="43">
                  <c:v>0.03</c:v>
                </c:pt>
                <c:pt idx="44">
                  <c:v>0.03</c:v>
                </c:pt>
                <c:pt idx="45">
                  <c:v>0.03</c:v>
                </c:pt>
                <c:pt idx="46">
                  <c:v>0.03</c:v>
                </c:pt>
                <c:pt idx="47">
                  <c:v>0.03</c:v>
                </c:pt>
                <c:pt idx="48">
                  <c:v>0.03</c:v>
                </c:pt>
                <c:pt idx="49">
                  <c:v>0.03</c:v>
                </c:pt>
                <c:pt idx="50">
                  <c:v>0.03</c:v>
                </c:pt>
                <c:pt idx="51">
                  <c:v>0.03</c:v>
                </c:pt>
                <c:pt idx="52">
                  <c:v>0.03</c:v>
                </c:pt>
                <c:pt idx="53">
                  <c:v>0.03</c:v>
                </c:pt>
                <c:pt idx="54">
                  <c:v>0.03</c:v>
                </c:pt>
                <c:pt idx="55">
                  <c:v>0.03</c:v>
                </c:pt>
                <c:pt idx="56">
                  <c:v>0.03</c:v>
                </c:pt>
                <c:pt idx="57">
                  <c:v>0.03</c:v>
                </c:pt>
                <c:pt idx="58">
                  <c:v>0.03</c:v>
                </c:pt>
                <c:pt idx="59">
                  <c:v>0.03</c:v>
                </c:pt>
                <c:pt idx="60">
                  <c:v>0.03</c:v>
                </c:pt>
                <c:pt idx="61">
                  <c:v>0.03</c:v>
                </c:pt>
                <c:pt idx="62">
                  <c:v>0.03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345-4D1A-9E05-58A9AFBE81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22600624"/>
        <c:axId val="322599184"/>
      </c:lineChart>
      <c:dateAx>
        <c:axId val="322600624"/>
        <c:scaling>
          <c:orientation val="minMax"/>
          <c:min val="4386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322599184"/>
        <c:crosses val="autoZero"/>
        <c:auto val="1"/>
        <c:lblOffset val="100"/>
        <c:baseTimeUnit val="months"/>
        <c:majorUnit val="6"/>
        <c:majorTimeUnit val="months"/>
      </c:dateAx>
      <c:valAx>
        <c:axId val="3225991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3226006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5.5145701855039204E-2"/>
          <c:y val="9.6486149478207495E-2"/>
          <c:w val="0.88868916140753507"/>
          <c:h val="0.79171942142418672"/>
        </c:manualLayout>
      </c:layout>
      <c:lineChart>
        <c:grouping val="standard"/>
        <c:varyColors val="0"/>
        <c:ser>
          <c:idx val="0"/>
          <c:order val="0"/>
          <c:tx>
            <c:strRef>
              <c:f>Hoja2!$B$3</c:f>
              <c:strCache>
                <c:ptCount val="1"/>
                <c:pt idx="0">
                  <c:v>Inflación total</c:v>
                </c:pt>
              </c:strCache>
            </c:strRef>
          </c:tx>
          <c:spPr>
            <a:ln w="25400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62"/>
              <c:layout>
                <c:manualLayout>
                  <c:x val="-1.5179766685789668E-3"/>
                  <c:y val="2.9235727440147151E-2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00206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ADD-42A3-95D0-F318A957FFB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Hoja2!$A$4:$A$66</c:f>
              <c:numCache>
                <c:formatCode>mmm\-yy</c:formatCode>
                <c:ptCount val="63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  <c:pt idx="61">
                  <c:v>45658</c:v>
                </c:pt>
                <c:pt idx="62">
                  <c:v>45689</c:v>
                </c:pt>
              </c:numCache>
            </c:numRef>
          </c:cat>
          <c:val>
            <c:numRef>
              <c:f>Hoja2!$B$4:$B$66</c:f>
              <c:numCache>
                <c:formatCode>0.0%</c:formatCode>
                <c:ptCount val="63"/>
                <c:pt idx="0">
                  <c:v>3.7999999999999999E-2</c:v>
                </c:pt>
                <c:pt idx="1">
                  <c:v>3.6182902584493082E-2</c:v>
                </c:pt>
                <c:pt idx="2">
                  <c:v>3.7161494366475534E-2</c:v>
                </c:pt>
                <c:pt idx="3">
                  <c:v>3.8476677819326843E-2</c:v>
                </c:pt>
                <c:pt idx="4">
                  <c:v>3.5056795926361017E-2</c:v>
                </c:pt>
                <c:pt idx="5">
                  <c:v>2.8504490433424401E-2</c:v>
                </c:pt>
                <c:pt idx="6">
                  <c:v>2.2003699737124016E-2</c:v>
                </c:pt>
                <c:pt idx="7">
                  <c:v>1.9720225374004308E-2</c:v>
                </c:pt>
                <c:pt idx="8">
                  <c:v>1.8732408036494119E-2</c:v>
                </c:pt>
                <c:pt idx="9">
                  <c:v>1.96591129188457E-2</c:v>
                </c:pt>
                <c:pt idx="10">
                  <c:v>1.740307454316925E-2</c:v>
                </c:pt>
                <c:pt idx="11">
                  <c:v>1.4873478848754118E-2</c:v>
                </c:pt>
                <c:pt idx="12">
                  <c:v>1.6184971098265999E-2</c:v>
                </c:pt>
                <c:pt idx="13">
                  <c:v>1.602072141212596E-2</c:v>
                </c:pt>
                <c:pt idx="14">
                  <c:v>1.5627977892128886E-2</c:v>
                </c:pt>
                <c:pt idx="15">
                  <c:v>1.5066805647683257E-2</c:v>
                </c:pt>
                <c:pt idx="16">
                  <c:v>1.948912015137183E-2</c:v>
                </c:pt>
                <c:pt idx="17">
                  <c:v>3.302961275626437E-2</c:v>
                </c:pt>
                <c:pt idx="18">
                  <c:v>3.6296084595598854E-2</c:v>
                </c:pt>
                <c:pt idx="19">
                  <c:v>3.9725635895970335E-2</c:v>
                </c:pt>
                <c:pt idx="20">
                  <c:v>4.4397865853658569E-2</c:v>
                </c:pt>
                <c:pt idx="21">
                  <c:v>4.511349605850512E-2</c:v>
                </c:pt>
                <c:pt idx="22">
                  <c:v>4.5899458329373699E-2</c:v>
                </c:pt>
                <c:pt idx="23">
                  <c:v>5.253140464408057E-2</c:v>
                </c:pt>
                <c:pt idx="24">
                  <c:v>5.6219188471748227E-2</c:v>
                </c:pt>
                <c:pt idx="25">
                  <c:v>6.9398545935228206E-2</c:v>
                </c:pt>
                <c:pt idx="26">
                  <c:v>8.0033777444173504E-2</c:v>
                </c:pt>
                <c:pt idx="27">
                  <c:v>8.53248693054518E-2</c:v>
                </c:pt>
                <c:pt idx="28">
                  <c:v>9.2334818114327977E-2</c:v>
                </c:pt>
                <c:pt idx="29">
                  <c:v>9.0591694230062414E-2</c:v>
                </c:pt>
                <c:pt idx="30">
                  <c:v>9.6800882515168274E-2</c:v>
                </c:pt>
                <c:pt idx="31">
                  <c:v>0.1019791094007696</c:v>
                </c:pt>
                <c:pt idx="32">
                  <c:v>0.10837438423645307</c:v>
                </c:pt>
                <c:pt idx="33">
                  <c:v>0.11441294074881858</c:v>
                </c:pt>
                <c:pt idx="34">
                  <c:v>0.12220606941668177</c:v>
                </c:pt>
                <c:pt idx="35">
                  <c:v>0.12531645569620253</c:v>
                </c:pt>
                <c:pt idx="36">
                  <c:v>0.13122699937169013</c:v>
                </c:pt>
                <c:pt idx="37">
                  <c:v>0.13252692918947551</c:v>
                </c:pt>
                <c:pt idx="38">
                  <c:v>0.1328294674659023</c:v>
                </c:pt>
                <c:pt idx="39">
                  <c:v>0.13340787889213845</c:v>
                </c:pt>
                <c:pt idx="40">
                  <c:v>0.12819641491801903</c:v>
                </c:pt>
                <c:pt idx="41">
                  <c:v>0.12367312552653753</c:v>
                </c:pt>
                <c:pt idx="42">
                  <c:v>0.1212806973430558</c:v>
                </c:pt>
                <c:pt idx="43">
                  <c:v>0.11790138854244603</c:v>
                </c:pt>
                <c:pt idx="44">
                  <c:v>0.11432098765432097</c:v>
                </c:pt>
                <c:pt idx="45">
                  <c:v>0.10992416211367551</c:v>
                </c:pt>
                <c:pt idx="46">
                  <c:v>0.10476884462796532</c:v>
                </c:pt>
                <c:pt idx="47">
                  <c:v>0.10147838663024267</c:v>
                </c:pt>
                <c:pt idx="48">
                  <c:v>9.2755693088947044E-2</c:v>
                </c:pt>
                <c:pt idx="49">
                  <c:v>8.3495751149917918E-2</c:v>
                </c:pt>
                <c:pt idx="50">
                  <c:v>7.7377300613497013E-2</c:v>
                </c:pt>
                <c:pt idx="51">
                  <c:v>7.3689003566820732E-2</c:v>
                </c:pt>
                <c:pt idx="52">
                  <c:v>7.1686746987951633E-2</c:v>
                </c:pt>
                <c:pt idx="53">
                  <c:v>7.1524966261808265E-2</c:v>
                </c:pt>
                <c:pt idx="54">
                  <c:v>7.1759605322170739E-2</c:v>
                </c:pt>
                <c:pt idx="55">
                  <c:v>6.857567869096326E-2</c:v>
                </c:pt>
                <c:pt idx="56">
                  <c:v>6.1156658541989817E-2</c:v>
                </c:pt>
                <c:pt idx="57">
                  <c:v>5.8114760120490772E-2</c:v>
                </c:pt>
                <c:pt idx="58">
                  <c:v>5.4085745694393728E-2</c:v>
                </c:pt>
                <c:pt idx="59">
                  <c:v>5.2009628711065625E-2</c:v>
                </c:pt>
                <c:pt idx="60">
                  <c:v>5.1989544002323473E-2</c:v>
                </c:pt>
                <c:pt idx="61">
                  <c:v>5.2199999999999996E-2</c:v>
                </c:pt>
                <c:pt idx="62">
                  <c:v>5.28E-2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3D8B-4F14-8259-E8BECA85ADBE}"/>
            </c:ext>
          </c:extLst>
        </c:ser>
        <c:ser>
          <c:idx val="1"/>
          <c:order val="1"/>
          <c:tx>
            <c:strRef>
              <c:f>Hoja2!$C$3</c:f>
              <c:strCache>
                <c:ptCount val="1"/>
                <c:pt idx="0">
                  <c:v>Sin alimentos</c:v>
                </c:pt>
              </c:strCache>
            </c:strRef>
          </c:tx>
          <c:spPr>
            <a:ln w="25400" cap="rnd">
              <a:solidFill>
                <a:srgbClr val="0070C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6.008904666284183E-2"/>
                      <c:h val="6.8630870165745858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3D8B-4F14-8259-E8BECA85ADBE}"/>
                </c:ext>
              </c:extLst>
            </c:dLbl>
            <c:dLbl>
              <c:idx val="62"/>
              <c:layout>
                <c:manualLayout>
                  <c:x val="-2.2390753490151081E-3"/>
                  <c:y val="-2.335194137507682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ADD-42A3-95D0-F318A957FFB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Hoja2!$A$4:$A$66</c:f>
              <c:numCache>
                <c:formatCode>mmm\-yy</c:formatCode>
                <c:ptCount val="63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  <c:pt idx="61">
                  <c:v>45658</c:v>
                </c:pt>
                <c:pt idx="62">
                  <c:v>45689</c:v>
                </c:pt>
              </c:numCache>
            </c:numRef>
          </c:cat>
          <c:val>
            <c:numRef>
              <c:f>Hoja2!$C$4:$C$66</c:f>
              <c:numCache>
                <c:formatCode>0.0%</c:formatCode>
                <c:ptCount val="63"/>
                <c:pt idx="0">
                  <c:v>3.4506032890039999E-2</c:v>
                </c:pt>
                <c:pt idx="1">
                  <c:v>3.3519381646407304E-2</c:v>
                </c:pt>
                <c:pt idx="2">
                  <c:v>3.3370946335096303E-2</c:v>
                </c:pt>
                <c:pt idx="3">
                  <c:v>3.2579235720645E-2</c:v>
                </c:pt>
                <c:pt idx="4">
                  <c:v>2.6550753297996499E-2</c:v>
                </c:pt>
                <c:pt idx="5">
                  <c:v>1.9996184905312599E-2</c:v>
                </c:pt>
                <c:pt idx="6">
                  <c:v>1.3993950963227999E-2</c:v>
                </c:pt>
                <c:pt idx="7">
                  <c:v>1.4154359399104598E-2</c:v>
                </c:pt>
                <c:pt idx="8">
                  <c:v>1.36917786075955E-2</c:v>
                </c:pt>
                <c:pt idx="9">
                  <c:v>1.5702045352786301E-2</c:v>
                </c:pt>
                <c:pt idx="10">
                  <c:v>1.41880591723387E-2</c:v>
                </c:pt>
                <c:pt idx="11">
                  <c:v>1.01514661001939E-2</c:v>
                </c:pt>
                <c:pt idx="12">
                  <c:v>1.0330702844556601E-2</c:v>
                </c:pt>
                <c:pt idx="13">
                  <c:v>8.8513775535457393E-3</c:v>
                </c:pt>
                <c:pt idx="14">
                  <c:v>9.3263207636413697E-3</c:v>
                </c:pt>
                <c:pt idx="15">
                  <c:v>1.05757269420857E-2</c:v>
                </c:pt>
                <c:pt idx="16">
                  <c:v>1.56200949689448E-2</c:v>
                </c:pt>
                <c:pt idx="17">
                  <c:v>2.1074045003466199E-2</c:v>
                </c:pt>
                <c:pt idx="18">
                  <c:v>2.6996664977830803E-2</c:v>
                </c:pt>
                <c:pt idx="19">
                  <c:v>2.8617137641078497E-2</c:v>
                </c:pt>
                <c:pt idx="20">
                  <c:v>3.1094940930106899E-2</c:v>
                </c:pt>
                <c:pt idx="21">
                  <c:v>3.0277759973044001E-2</c:v>
                </c:pt>
                <c:pt idx="22">
                  <c:v>2.8642268053743099E-2</c:v>
                </c:pt>
                <c:pt idx="23">
                  <c:v>3.3658725468327003E-2</c:v>
                </c:pt>
                <c:pt idx="24">
                  <c:v>3.4403082012828899E-2</c:v>
                </c:pt>
                <c:pt idx="25">
                  <c:v>4.4714024292112596E-2</c:v>
                </c:pt>
                <c:pt idx="26">
                  <c:v>5.1021359962253002E-2</c:v>
                </c:pt>
                <c:pt idx="27">
                  <c:v>5.3074407719159201E-2</c:v>
                </c:pt>
                <c:pt idx="28">
                  <c:v>5.9372063132861606E-2</c:v>
                </c:pt>
                <c:pt idx="29">
                  <c:v>6.4996709791782598E-2</c:v>
                </c:pt>
                <c:pt idx="30">
                  <c:v>6.8446278708188008E-2</c:v>
                </c:pt>
                <c:pt idx="31">
                  <c:v>7.2869821447638802E-2</c:v>
                </c:pt>
                <c:pt idx="32">
                  <c:v>7.8295803194853103E-2</c:v>
                </c:pt>
                <c:pt idx="33">
                  <c:v>8.3264237515203204E-2</c:v>
                </c:pt>
                <c:pt idx="34">
                  <c:v>9.1548742076362405E-2</c:v>
                </c:pt>
                <c:pt idx="35">
                  <c:v>9.4817845496012701E-2</c:v>
                </c:pt>
                <c:pt idx="36">
                  <c:v>9.9939551493372608E-2</c:v>
                </c:pt>
                <c:pt idx="37">
                  <c:v>0.10428795542637601</c:v>
                </c:pt>
                <c:pt idx="38">
                  <c:v>0.10860190412021301</c:v>
                </c:pt>
                <c:pt idx="39">
                  <c:v>0.114166793898799</c:v>
                </c:pt>
                <c:pt idx="40">
                  <c:v>0.11513158666781299</c:v>
                </c:pt>
                <c:pt idx="41">
                  <c:v>0.115883669633009</c:v>
                </c:pt>
                <c:pt idx="42">
                  <c:v>0.11618485140061401</c:v>
                </c:pt>
                <c:pt idx="43">
                  <c:v>0.114420704951411</c:v>
                </c:pt>
                <c:pt idx="44">
                  <c:v>0.111858382859466</c:v>
                </c:pt>
                <c:pt idx="45">
                  <c:v>0.10879294525983201</c:v>
                </c:pt>
                <c:pt idx="46">
                  <c:v>0.10506106519106399</c:v>
                </c:pt>
                <c:pt idx="47">
                  <c:v>0.106115665150459</c:v>
                </c:pt>
                <c:pt idx="48">
                  <c:v>0.103344483750249</c:v>
                </c:pt>
                <c:pt idx="49">
                  <c:v>9.6902194367215505E-2</c:v>
                </c:pt>
                <c:pt idx="50">
                  <c:v>9.1956672884854096E-2</c:v>
                </c:pt>
                <c:pt idx="51">
                  <c:v>8.764020630279519E-2</c:v>
                </c:pt>
                <c:pt idx="52">
                  <c:v>8.1926522823408399E-2</c:v>
                </c:pt>
                <c:pt idx="53">
                  <c:v>7.8254365744471407E-2</c:v>
                </c:pt>
                <c:pt idx="54">
                  <c:v>7.6423001500160403E-2</c:v>
                </c:pt>
                <c:pt idx="55">
                  <c:v>7.2426356185638197E-2</c:v>
                </c:pt>
                <c:pt idx="56">
                  <c:v>6.7795402890301171E-2</c:v>
                </c:pt>
                <c:pt idx="57">
                  <c:v>6.5499682145333304E-2</c:v>
                </c:pt>
                <c:pt idx="58">
                  <c:v>6.2872516394959499E-2</c:v>
                </c:pt>
                <c:pt idx="59">
                  <c:v>5.8765325383264067E-2</c:v>
                </c:pt>
                <c:pt idx="60">
                  <c:v>5.6478022449349963E-2</c:v>
                </c:pt>
                <c:pt idx="61">
                  <c:v>5.39377922094368E-2</c:v>
                </c:pt>
                <c:pt idx="62">
                  <c:v>5.44258465190103E-2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3D8B-4F14-8259-E8BECA85ADBE}"/>
            </c:ext>
          </c:extLst>
        </c:ser>
        <c:ser>
          <c:idx val="2"/>
          <c:order val="2"/>
          <c:tx>
            <c:strRef>
              <c:f>Hoja2!$D$3</c:f>
              <c:strCache>
                <c:ptCount val="1"/>
                <c:pt idx="0">
                  <c:v>Sin alimentos ni regulados</c:v>
                </c:pt>
              </c:strCache>
            </c:strRef>
          </c:tx>
          <c:spPr>
            <a:ln w="25400" cap="rnd">
              <a:solidFill>
                <a:srgbClr val="00B0F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2"/>
              <c:layout>
                <c:manualLayout>
                  <c:x val="0"/>
                  <c:y val="4.141728054020871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8ADD-42A3-95D0-F318A957FFB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B0F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Hoja2!$A$4:$A$66</c:f>
              <c:numCache>
                <c:formatCode>mmm\-yy</c:formatCode>
                <c:ptCount val="63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  <c:pt idx="61">
                  <c:v>45658</c:v>
                </c:pt>
                <c:pt idx="62">
                  <c:v>45689</c:v>
                </c:pt>
              </c:numCache>
            </c:numRef>
          </c:cat>
          <c:val>
            <c:numRef>
              <c:f>Hoja2!$D$4:$D$66</c:f>
              <c:numCache>
                <c:formatCode>0.0%</c:formatCode>
                <c:ptCount val="63"/>
                <c:pt idx="0">
                  <c:v>3.1014984811930001E-2</c:v>
                </c:pt>
                <c:pt idx="1">
                  <c:v>3.0445341936128401E-2</c:v>
                </c:pt>
                <c:pt idx="2">
                  <c:v>3.0004937442348601E-2</c:v>
                </c:pt>
                <c:pt idx="3">
                  <c:v>2.99435987351497E-2</c:v>
                </c:pt>
                <c:pt idx="4">
                  <c:v>2.5074799883320602E-2</c:v>
                </c:pt>
                <c:pt idx="5">
                  <c:v>2.0267301073333098E-2</c:v>
                </c:pt>
                <c:pt idx="6">
                  <c:v>1.64793879478678E-2</c:v>
                </c:pt>
                <c:pt idx="7">
                  <c:v>1.6578744549998099E-2</c:v>
                </c:pt>
                <c:pt idx="8">
                  <c:v>1.5709303799153199E-2</c:v>
                </c:pt>
                <c:pt idx="9">
                  <c:v>1.66802301768199E-2</c:v>
                </c:pt>
                <c:pt idx="10">
                  <c:v>1.54931377940557E-2</c:v>
                </c:pt>
                <c:pt idx="11">
                  <c:v>1.1281201015539399E-2</c:v>
                </c:pt>
                <c:pt idx="12">
                  <c:v>1.1108708829593502E-2</c:v>
                </c:pt>
                <c:pt idx="13">
                  <c:v>8.6963465342238203E-3</c:v>
                </c:pt>
                <c:pt idx="14">
                  <c:v>9.5899681782949196E-3</c:v>
                </c:pt>
                <c:pt idx="15">
                  <c:v>9.3654142011457501E-3</c:v>
                </c:pt>
                <c:pt idx="16">
                  <c:v>1.24019856079988E-2</c:v>
                </c:pt>
                <c:pt idx="17">
                  <c:v>1.55973592445588E-2</c:v>
                </c:pt>
                <c:pt idx="18">
                  <c:v>1.8734985251677203E-2</c:v>
                </c:pt>
                <c:pt idx="19">
                  <c:v>2.0516342225133301E-2</c:v>
                </c:pt>
                <c:pt idx="20">
                  <c:v>2.3166366107007202E-2</c:v>
                </c:pt>
                <c:pt idx="21">
                  <c:v>2.2758963567641E-2</c:v>
                </c:pt>
                <c:pt idx="22">
                  <c:v>2.0183959382874001E-2</c:v>
                </c:pt>
                <c:pt idx="23">
                  <c:v>2.5372266531983597E-2</c:v>
                </c:pt>
                <c:pt idx="24">
                  <c:v>2.4915811752359903E-2</c:v>
                </c:pt>
                <c:pt idx="25">
                  <c:v>3.4709034740849402E-2</c:v>
                </c:pt>
                <c:pt idx="26">
                  <c:v>4.10552626276081E-2</c:v>
                </c:pt>
                <c:pt idx="27">
                  <c:v>4.5106752102737201E-2</c:v>
                </c:pt>
                <c:pt idx="28">
                  <c:v>5.2562059447386504E-2</c:v>
                </c:pt>
                <c:pt idx="29">
                  <c:v>5.8718568833355606E-2</c:v>
                </c:pt>
                <c:pt idx="30">
                  <c:v>6.0589729459901799E-2</c:v>
                </c:pt>
                <c:pt idx="31">
                  <c:v>6.4343889365809204E-2</c:v>
                </c:pt>
                <c:pt idx="32">
                  <c:v>6.8924679607173495E-2</c:v>
                </c:pt>
                <c:pt idx="33">
                  <c:v>7.4876148521326194E-2</c:v>
                </c:pt>
                <c:pt idx="34">
                  <c:v>8.3796393235602298E-2</c:v>
                </c:pt>
                <c:pt idx="35">
                  <c:v>8.8174836164227208E-2</c:v>
                </c:pt>
                <c:pt idx="36">
                  <c:v>9.5129277050523389E-2</c:v>
                </c:pt>
                <c:pt idx="37">
                  <c:v>9.7788368658363906E-2</c:v>
                </c:pt>
                <c:pt idx="38">
                  <c:v>0.100411920975184</c:v>
                </c:pt>
                <c:pt idx="39">
                  <c:v>0.10510536757521501</c:v>
                </c:pt>
                <c:pt idx="40">
                  <c:v>0.104809624478955</c:v>
                </c:pt>
                <c:pt idx="41">
                  <c:v>0.104636928278683</c:v>
                </c:pt>
                <c:pt idx="42">
                  <c:v>0.10509580772077801</c:v>
                </c:pt>
                <c:pt idx="43">
                  <c:v>0.102235951271964</c:v>
                </c:pt>
                <c:pt idx="44">
                  <c:v>9.9229222013190205E-2</c:v>
                </c:pt>
                <c:pt idx="45">
                  <c:v>9.5087282520715299E-2</c:v>
                </c:pt>
                <c:pt idx="46">
                  <c:v>9.1958478031799101E-2</c:v>
                </c:pt>
                <c:pt idx="47">
                  <c:v>8.8624372857831396E-2</c:v>
                </c:pt>
                <c:pt idx="48">
                  <c:v>8.4248098780999689E-2</c:v>
                </c:pt>
                <c:pt idx="49">
                  <c:v>7.8078356846938202E-2</c:v>
                </c:pt>
                <c:pt idx="50">
                  <c:v>7.2619111213516899E-2</c:v>
                </c:pt>
                <c:pt idx="51">
                  <c:v>6.76745288170644E-2</c:v>
                </c:pt>
                <c:pt idx="52">
                  <c:v>6.3661056418663597E-2</c:v>
                </c:pt>
                <c:pt idx="53">
                  <c:v>6.1272798341412901E-2</c:v>
                </c:pt>
                <c:pt idx="54">
                  <c:v>6.0124212715910799E-2</c:v>
                </c:pt>
                <c:pt idx="55">
                  <c:v>5.8094224015562801E-2</c:v>
                </c:pt>
                <c:pt idx="56">
                  <c:v>5.5075202415038403E-2</c:v>
                </c:pt>
                <c:pt idx="57">
                  <c:v>5.4923049620042574E-2</c:v>
                </c:pt>
                <c:pt idx="58">
                  <c:v>5.3453943146705374E-2</c:v>
                </c:pt>
                <c:pt idx="59">
                  <c:v>5.3652862113753086E-2</c:v>
                </c:pt>
                <c:pt idx="60">
                  <c:v>5.1501345096914397E-2</c:v>
                </c:pt>
                <c:pt idx="61">
                  <c:v>5.0170302291161199E-2</c:v>
                </c:pt>
                <c:pt idx="62">
                  <c:v>4.9003395704675198E-2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3D8B-4F14-8259-E8BECA85ADBE}"/>
            </c:ext>
          </c:extLst>
        </c:ser>
        <c:ser>
          <c:idx val="3"/>
          <c:order val="3"/>
          <c:tx>
            <c:strRef>
              <c:f>Hoja2!$E$3</c:f>
              <c:strCache>
                <c:ptCount val="1"/>
                <c:pt idx="0">
                  <c:v>Inflación básica</c:v>
                </c:pt>
              </c:strCache>
            </c:strRef>
          </c:tx>
          <c:spPr>
            <a:ln w="25400" cap="rnd">
              <a:solidFill>
                <a:srgbClr val="00B05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2"/>
              <c:layout>
                <c:manualLayout>
                  <c:x val="-1.113170030856137E-16"/>
                  <c:y val="4.8726212400245546E-3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00B05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8ADD-42A3-95D0-F318A957FFB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Hoja2!$A$4:$A$66</c:f>
              <c:numCache>
                <c:formatCode>mmm\-yy</c:formatCode>
                <c:ptCount val="63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  <c:pt idx="61">
                  <c:v>45658</c:v>
                </c:pt>
                <c:pt idx="62">
                  <c:v>45689</c:v>
                </c:pt>
              </c:numCache>
            </c:numRef>
          </c:cat>
          <c:val>
            <c:numRef>
              <c:f>Hoja2!$E$4:$E$66</c:f>
              <c:numCache>
                <c:formatCode>0.0%</c:formatCode>
                <c:ptCount val="63"/>
                <c:pt idx="0">
                  <c:v>3.7756386362910004E-2</c:v>
                </c:pt>
                <c:pt idx="1">
                  <c:v>3.6158744539022999E-2</c:v>
                </c:pt>
                <c:pt idx="2">
                  <c:v>3.6107486103009699E-2</c:v>
                </c:pt>
                <c:pt idx="3">
                  <c:v>3.6354662340907999E-2</c:v>
                </c:pt>
                <c:pt idx="4">
                  <c:v>3.23955295096627E-2</c:v>
                </c:pt>
                <c:pt idx="5">
                  <c:v>2.6833681289622602E-2</c:v>
                </c:pt>
                <c:pt idx="6">
                  <c:v>2.16995607935246E-2</c:v>
                </c:pt>
                <c:pt idx="7">
                  <c:v>2.2125664364184061E-2</c:v>
                </c:pt>
                <c:pt idx="8">
                  <c:v>2.1486117676334571E-2</c:v>
                </c:pt>
                <c:pt idx="9">
                  <c:v>2.3262281951645258E-2</c:v>
                </c:pt>
                <c:pt idx="10">
                  <c:v>2.2270042863700823E-2</c:v>
                </c:pt>
                <c:pt idx="11">
                  <c:v>1.9602991278357074E-2</c:v>
                </c:pt>
                <c:pt idx="12">
                  <c:v>1.8832186292945252E-2</c:v>
                </c:pt>
                <c:pt idx="13">
                  <c:v>1.7792726154854277E-2</c:v>
                </c:pt>
                <c:pt idx="14">
                  <c:v>1.7369813900643072E-2</c:v>
                </c:pt>
                <c:pt idx="15">
                  <c:v>1.6694541556690146E-2</c:v>
                </c:pt>
                <c:pt idx="16">
                  <c:v>1.9906238027594725E-2</c:v>
                </c:pt>
                <c:pt idx="17">
                  <c:v>2.7943441068809305E-2</c:v>
                </c:pt>
                <c:pt idx="18">
                  <c:v>3.3553671639014793E-2</c:v>
                </c:pt>
                <c:pt idx="19">
                  <c:v>3.6003467642514497E-2</c:v>
                </c:pt>
                <c:pt idx="20">
                  <c:v>3.908687789157006E-2</c:v>
                </c:pt>
                <c:pt idx="21">
                  <c:v>3.7853501802434852E-2</c:v>
                </c:pt>
                <c:pt idx="22">
                  <c:v>3.6881135626834816E-2</c:v>
                </c:pt>
                <c:pt idx="23">
                  <c:v>4.1683580777507112E-2</c:v>
                </c:pt>
                <c:pt idx="24">
                  <c:v>4.4177667541974053E-2</c:v>
                </c:pt>
                <c:pt idx="25">
                  <c:v>5.5537089405614193E-2</c:v>
                </c:pt>
                <c:pt idx="26">
                  <c:v>6.4466524913162404E-2</c:v>
                </c:pt>
                <c:pt idx="27">
                  <c:v>6.9314126012589572E-2</c:v>
                </c:pt>
                <c:pt idx="28">
                  <c:v>7.6702270238086401E-2</c:v>
                </c:pt>
                <c:pt idx="29">
                  <c:v>8.0243349566120781E-2</c:v>
                </c:pt>
                <c:pt idx="30">
                  <c:v>8.4123456590658341E-2</c:v>
                </c:pt>
                <c:pt idx="31">
                  <c:v>8.8205218519487302E-2</c:v>
                </c:pt>
                <c:pt idx="32">
                  <c:v>9.4060591729838799E-2</c:v>
                </c:pt>
                <c:pt idx="33">
                  <c:v>0.100385115805754</c:v>
                </c:pt>
                <c:pt idx="34">
                  <c:v>0.10839299030072599</c:v>
                </c:pt>
                <c:pt idx="35">
                  <c:v>0.11086487354842299</c:v>
                </c:pt>
                <c:pt idx="36">
                  <c:v>0.11552585687464299</c:v>
                </c:pt>
                <c:pt idx="37">
                  <c:v>0.118372206856105</c:v>
                </c:pt>
                <c:pt idx="38">
                  <c:v>0.12157510531348301</c:v>
                </c:pt>
                <c:pt idx="39">
                  <c:v>0.12411640448821799</c:v>
                </c:pt>
                <c:pt idx="40">
                  <c:v>0.122002078684013</c:v>
                </c:pt>
                <c:pt idx="41">
                  <c:v>0.118843904605618</c:v>
                </c:pt>
                <c:pt idx="42">
                  <c:v>0.116158366417077</c:v>
                </c:pt>
                <c:pt idx="43">
                  <c:v>0.112747026391347</c:v>
                </c:pt>
                <c:pt idx="44">
                  <c:v>0.108486096830248</c:v>
                </c:pt>
                <c:pt idx="45">
                  <c:v>0.10342156732515599</c:v>
                </c:pt>
                <c:pt idx="46">
                  <c:v>9.9056497991624207E-2</c:v>
                </c:pt>
                <c:pt idx="47">
                  <c:v>9.8381431285829796E-2</c:v>
                </c:pt>
                <c:pt idx="48">
                  <c:v>9.4619971501931396E-2</c:v>
                </c:pt>
                <c:pt idx="49">
                  <c:v>8.6772150246305302E-2</c:v>
                </c:pt>
                <c:pt idx="50">
                  <c:v>8.0655411618475309E-2</c:v>
                </c:pt>
                <c:pt idx="51">
                  <c:v>7.641090306149971E-2</c:v>
                </c:pt>
                <c:pt idx="52">
                  <c:v>7.3277639044099202E-2</c:v>
                </c:pt>
                <c:pt idx="53">
                  <c:v>7.1701509581584E-2</c:v>
                </c:pt>
                <c:pt idx="54">
                  <c:v>7.0979152053510602E-2</c:v>
                </c:pt>
                <c:pt idx="55">
                  <c:v>6.7357102098925398E-2</c:v>
                </c:pt>
                <c:pt idx="56">
                  <c:v>6.2581457806449858E-2</c:v>
                </c:pt>
                <c:pt idx="57">
                  <c:v>6.1833904334233081E-2</c:v>
                </c:pt>
                <c:pt idx="58">
                  <c:v>5.9085524735543515E-2</c:v>
                </c:pt>
                <c:pt idx="59">
                  <c:v>5.6303886247624391E-2</c:v>
                </c:pt>
                <c:pt idx="60">
                  <c:v>5.4484528315588365E-2</c:v>
                </c:pt>
                <c:pt idx="61">
                  <c:v>5.4931856707348299E-2</c:v>
                </c:pt>
                <c:pt idx="62">
                  <c:v>5.4207264827898199E-2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3D8B-4F14-8259-E8BECA85AD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07299344"/>
        <c:axId val="1107295984"/>
      </c:lineChart>
      <c:dateAx>
        <c:axId val="1107299344"/>
        <c:scaling>
          <c:orientation val="minMax"/>
          <c:min val="4386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107295984"/>
        <c:crosses val="autoZero"/>
        <c:auto val="1"/>
        <c:lblOffset val="100"/>
        <c:baseTimeUnit val="months"/>
        <c:majorUnit val="2"/>
        <c:majorTimeUnit val="months"/>
      </c:dateAx>
      <c:valAx>
        <c:axId val="11072959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1072993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Hoja3!$B$3</c:f>
              <c:strCache>
                <c:ptCount val="1"/>
                <c:pt idx="0">
                  <c:v>Mensual</c:v>
                </c:pt>
              </c:strCache>
            </c:strRef>
          </c:tx>
          <c:spPr>
            <a:solidFill>
              <a:srgbClr val="4EA72E">
                <a:lumMod val="60000"/>
                <a:lumOff val="40000"/>
              </a:srgb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4EA72E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B2E-432F-8D98-5CEEFE5984AA}"/>
              </c:ext>
            </c:extLst>
          </c:dPt>
          <c:dPt>
            <c:idx val="1"/>
            <c:invertIfNegative val="0"/>
            <c:bubble3D val="0"/>
            <c:spPr>
              <a:solidFill>
                <a:srgbClr val="4EA72E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B2E-432F-8D98-5CEEFE5984AA}"/>
              </c:ext>
            </c:extLst>
          </c:dPt>
          <c:dPt>
            <c:idx val="2"/>
            <c:invertIfNegative val="0"/>
            <c:bubble3D val="0"/>
            <c:spPr>
              <a:solidFill>
                <a:srgbClr val="4EA72E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B2E-432F-8D98-5CEEFE5984AA}"/>
              </c:ext>
            </c:extLst>
          </c:dPt>
          <c:dPt>
            <c:idx val="3"/>
            <c:invertIfNegative val="0"/>
            <c:bubble3D val="0"/>
            <c:spPr>
              <a:solidFill>
                <a:srgbClr val="4EA72E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B2E-432F-8D98-5CEEFE5984AA}"/>
              </c:ext>
            </c:extLst>
          </c:dPt>
          <c:dPt>
            <c:idx val="4"/>
            <c:invertIfNegative val="0"/>
            <c:bubble3D val="0"/>
            <c:spPr>
              <a:solidFill>
                <a:srgbClr val="4EA72E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4B2E-432F-8D98-5CEEFE5984AA}"/>
              </c:ext>
            </c:extLst>
          </c:dPt>
          <c:dPt>
            <c:idx val="5"/>
            <c:invertIfNegative val="0"/>
            <c:bubble3D val="0"/>
            <c:spPr>
              <a:solidFill>
                <a:srgbClr val="4EA72E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4B2E-432F-8D98-5CEEFE5984A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92D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Hoja3!$A$4:$A$9</c:f>
              <c:strCache>
                <c:ptCount val="6"/>
                <c:pt idx="0">
                  <c:v>Restaurantes y hoteles</c:v>
                </c:pt>
                <c:pt idx="1">
                  <c:v>Alimentos</c:v>
                </c:pt>
                <c:pt idx="2">
                  <c:v>Otros</c:v>
                </c:pt>
                <c:pt idx="3">
                  <c:v>Transporte</c:v>
                </c:pt>
                <c:pt idx="4">
                  <c:v>Educación</c:v>
                </c:pt>
                <c:pt idx="5">
                  <c:v>Alojamiento</c:v>
                </c:pt>
              </c:strCache>
            </c:strRef>
          </c:cat>
          <c:val>
            <c:numRef>
              <c:f>Hoja3!$B$4:$B$9</c:f>
              <c:numCache>
                <c:formatCode>0.00</c:formatCode>
                <c:ptCount val="6"/>
                <c:pt idx="0">
                  <c:v>0.09</c:v>
                </c:pt>
                <c:pt idx="1">
                  <c:v>0.11</c:v>
                </c:pt>
                <c:pt idx="2">
                  <c:v>0.14000000000000001</c:v>
                </c:pt>
                <c:pt idx="3">
                  <c:v>0.21</c:v>
                </c:pt>
                <c:pt idx="4">
                  <c:v>0.22</c:v>
                </c:pt>
                <c:pt idx="5">
                  <c:v>0.36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4B2E-432F-8D98-5CEEFE5984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097565968"/>
        <c:axId val="1097566448"/>
      </c:barChart>
      <c:catAx>
        <c:axId val="10975659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097566448"/>
        <c:crosses val="autoZero"/>
        <c:auto val="1"/>
        <c:lblAlgn val="r"/>
        <c:lblOffset val="100"/>
        <c:noMultiLvlLbl val="0"/>
      </c:catAx>
      <c:valAx>
        <c:axId val="1097566448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crossAx val="10975659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bar"/>
        <c:grouping val="clustered"/>
        <c:varyColors val="0"/>
        <c:ser>
          <c:idx val="2"/>
          <c:order val="2"/>
          <c:tx>
            <c:strRef>
              <c:f>Hoja1!$E$80</c:f>
              <c:strCache>
                <c:ptCount val="1"/>
                <c:pt idx="0">
                  <c:v>feb-25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00B05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E9A1-42C4-86D1-3B71BDB42216}"/>
              </c:ext>
            </c:extLst>
          </c:dPt>
          <c:dPt>
            <c:idx val="2"/>
            <c:invertIfNegative val="0"/>
            <c:bubble3D val="0"/>
            <c:spPr>
              <a:solidFill>
                <a:srgbClr val="00B05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E9A1-42C4-86D1-3B71BDB42216}"/>
              </c:ext>
            </c:extLst>
          </c:dPt>
          <c:dPt>
            <c:idx val="3"/>
            <c:invertIfNegative val="0"/>
            <c:bubble3D val="0"/>
            <c:spPr>
              <a:solidFill>
                <a:srgbClr val="00B05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E9A1-42C4-86D1-3B71BDB42216}"/>
              </c:ext>
            </c:extLst>
          </c:dPt>
          <c:dPt>
            <c:idx val="4"/>
            <c:invertIfNegative val="0"/>
            <c:bubble3D val="0"/>
            <c:spPr>
              <a:solidFill>
                <a:srgbClr val="00B05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E9A1-42C4-86D1-3B71BDB42216}"/>
              </c:ext>
            </c:extLst>
          </c:dPt>
          <c:dPt>
            <c:idx val="5"/>
            <c:invertIfNegative val="0"/>
            <c:bubble3D val="0"/>
            <c:spPr>
              <a:solidFill>
                <a:srgbClr val="00B05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E9A1-42C4-86D1-3B71BDB42216}"/>
              </c:ext>
            </c:extLst>
          </c:dPt>
          <c:dPt>
            <c:idx val="6"/>
            <c:invertIfNegative val="0"/>
            <c:bubble3D val="0"/>
            <c:spPr>
              <a:solidFill>
                <a:srgbClr val="00B05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E9A1-42C4-86D1-3B71BDB42216}"/>
              </c:ext>
            </c:extLst>
          </c:dPt>
          <c:dPt>
            <c:idx val="7"/>
            <c:invertIfNegative val="0"/>
            <c:bubble3D val="0"/>
            <c:spPr>
              <a:solidFill>
                <a:srgbClr val="00B05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E9A1-42C4-86D1-3B71BDB42216}"/>
              </c:ext>
            </c:extLst>
          </c:dPt>
          <c:dPt>
            <c:idx val="8"/>
            <c:invertIfNegative val="0"/>
            <c:bubble3D val="0"/>
            <c:spPr>
              <a:solidFill>
                <a:srgbClr val="00B05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E9A1-42C4-86D1-3B71BDB42216}"/>
              </c:ext>
            </c:extLst>
          </c:dPt>
          <c:dPt>
            <c:idx val="10"/>
            <c:invertIfNegative val="0"/>
            <c:bubble3D val="0"/>
            <c:spPr>
              <a:solidFill>
                <a:srgbClr val="00B050">
                  <a:alpha val="8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E9A1-42C4-86D1-3B71BDB42216}"/>
              </c:ext>
            </c:extLst>
          </c:dPt>
          <c:dPt>
            <c:idx val="11"/>
            <c:invertIfNegative val="0"/>
            <c:bubble3D val="0"/>
            <c:spPr>
              <a:solidFill>
                <a:srgbClr val="00B050">
                  <a:alpha val="8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E9A1-42C4-86D1-3B71BDB42216}"/>
              </c:ext>
            </c:extLst>
          </c:dPt>
          <c:dLbls>
            <c:dLbl>
              <c:idx val="0"/>
              <c:layout>
                <c:manualLayout>
                  <c:x val="-8.7801600497002016E-2"/>
                  <c:y val="-9.5254024482534384E-3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00B05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E9A1-42C4-86D1-3B71BDB42216}"/>
                </c:ext>
              </c:extLst>
            </c:dLbl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B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extLst>
                <c:ext xmlns:c15="http://schemas.microsoft.com/office/drawing/2012/chart" uri="{02D57815-91ED-43cb-92C2-25804820EDAC}">
                  <c15:fullRef>
                    <c15:sqref>Hoja1!$B$81:$B$93</c15:sqref>
                  </c15:fullRef>
                </c:ext>
              </c:extLst>
              <c:f>(Hoja1!$B$81:$B$89,Hoja1!$B$91:$B$93)</c:f>
              <c:strCache>
                <c:ptCount val="12"/>
                <c:pt idx="0">
                  <c:v>Información y comunicación </c:v>
                </c:pt>
                <c:pt idx="1">
                  <c:v>Prendas de vestir</c:v>
                </c:pt>
                <c:pt idx="2">
                  <c:v>Salud</c:v>
                </c:pt>
                <c:pt idx="3">
                  <c:v>Alimentos</c:v>
                </c:pt>
                <c:pt idx="4">
                  <c:v>Muebles </c:v>
                </c:pt>
                <c:pt idx="5">
                  <c:v>Bienes y servicios diversos</c:v>
                </c:pt>
                <c:pt idx="6">
                  <c:v>Restaurantes y hoteles</c:v>
                </c:pt>
                <c:pt idx="7">
                  <c:v>Recreación y cultura</c:v>
                </c:pt>
                <c:pt idx="8">
                  <c:v>Bebidas alcohólicas</c:v>
                </c:pt>
                <c:pt idx="9">
                  <c:v>Alojamiento</c:v>
                </c:pt>
                <c:pt idx="10">
                  <c:v>Transporte</c:v>
                </c:pt>
                <c:pt idx="11">
                  <c:v>Educación</c:v>
                </c:pt>
              </c:strCache>
            </c:strRef>
          </c:cat>
          <c:val>
            <c:numRef>
              <c:extLst>
                <c:ext xmlns:c15="http://schemas.microsoft.com/office/drawing/2012/chart" uri="{02D57815-91ED-43cb-92C2-25804820EDAC}">
                  <c15:fullRef>
                    <c15:sqref>Hoja1!$E$81:$E$93</c15:sqref>
                  </c15:fullRef>
                </c:ext>
              </c:extLst>
              <c:f>(Hoja1!$E$81:$E$89,Hoja1!$E$91:$E$93)</c:f>
              <c:numCache>
                <c:formatCode>0.00%</c:formatCode>
                <c:ptCount val="12"/>
                <c:pt idx="0">
                  <c:v>-2.0000000000000001E-4</c:v>
                </c:pt>
                <c:pt idx="1">
                  <c:v>5.4000000000000003E-3</c:v>
                </c:pt>
                <c:pt idx="2">
                  <c:v>5.4000000000000003E-3</c:v>
                </c:pt>
                <c:pt idx="3">
                  <c:v>6.0000000000000001E-3</c:v>
                </c:pt>
                <c:pt idx="4">
                  <c:v>6.5000000000000006E-3</c:v>
                </c:pt>
                <c:pt idx="5">
                  <c:v>8.1000000000000013E-3</c:v>
                </c:pt>
                <c:pt idx="6">
                  <c:v>8.199999999999999E-3</c:v>
                </c:pt>
                <c:pt idx="7">
                  <c:v>9.300000000000001E-3</c:v>
                </c:pt>
                <c:pt idx="8">
                  <c:v>9.7000000000000003E-3</c:v>
                </c:pt>
                <c:pt idx="9">
                  <c:v>1.1599999999999999E-2</c:v>
                </c:pt>
                <c:pt idx="10">
                  <c:v>1.5700000000000002E-2</c:v>
                </c:pt>
                <c:pt idx="11">
                  <c:v>5.57E-2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9A1-42C4-86D1-3B71BDB422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230190191"/>
        <c:axId val="230194031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Hoja1!$C$80</c15:sqref>
                        </c15:formulaRef>
                      </c:ext>
                    </c:extLst>
                    <c:strCache>
                      <c:ptCount val="1"/>
                      <c:pt idx="0">
                        <c:v>feb-23</c:v>
                      </c:pt>
                    </c:strCache>
                  </c:strRef>
                </c:tx>
                <c:spPr>
                  <a:solidFill>
                    <a:schemeClr val="accent1"/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>
                      <c:ext uri="{02D57815-91ED-43cb-92C2-25804820EDAC}">
                        <c15:fullRef>
                          <c15:sqref>Hoja1!$B$81:$B$93</c15:sqref>
                        </c15:fullRef>
                        <c15:formulaRef>
                          <c15:sqref>(Hoja1!$B$81:$B$89,Hoja1!$B$91:$B$93)</c15:sqref>
                        </c15:formulaRef>
                      </c:ext>
                    </c:extLst>
                    <c:strCache>
                      <c:ptCount val="12"/>
                      <c:pt idx="0">
                        <c:v>Información y comunicación </c:v>
                      </c:pt>
                      <c:pt idx="1">
                        <c:v>Prendas de vestir</c:v>
                      </c:pt>
                      <c:pt idx="2">
                        <c:v>Salud</c:v>
                      </c:pt>
                      <c:pt idx="3">
                        <c:v>Alimentos</c:v>
                      </c:pt>
                      <c:pt idx="4">
                        <c:v>Muebles </c:v>
                      </c:pt>
                      <c:pt idx="5">
                        <c:v>Bienes y servicios diversos</c:v>
                      </c:pt>
                      <c:pt idx="6">
                        <c:v>Restaurantes y hoteles</c:v>
                      </c:pt>
                      <c:pt idx="7">
                        <c:v>Recreación y cultura</c:v>
                      </c:pt>
                      <c:pt idx="8">
                        <c:v>Bebidas alcohólicas</c:v>
                      </c:pt>
                      <c:pt idx="9">
                        <c:v>Alojamiento</c:v>
                      </c:pt>
                      <c:pt idx="10">
                        <c:v>Transporte</c:v>
                      </c:pt>
                      <c:pt idx="11">
                        <c:v>Educación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ullRef>
                          <c15:sqref>Hoja1!$C$81:$C$93</c15:sqref>
                        </c15:fullRef>
                        <c15:formulaRef>
                          <c15:sqref>(Hoja1!$C$81:$C$89,Hoja1!$C$91:$C$93)</c15:sqref>
                        </c15:formulaRef>
                      </c:ext>
                    </c:extLst>
                    <c:numCache>
                      <c:formatCode>0.00%</c:formatCode>
                      <c:ptCount val="12"/>
                      <c:pt idx="0">
                        <c:v>-7.000000000000001E-4</c:v>
                      </c:pt>
                      <c:pt idx="1">
                        <c:v>9.300000000000001E-3</c:v>
                      </c:pt>
                      <c:pt idx="2">
                        <c:v>1.26E-2</c:v>
                      </c:pt>
                      <c:pt idx="3">
                        <c:v>1.6E-2</c:v>
                      </c:pt>
                      <c:pt idx="4">
                        <c:v>2.0400000000000001E-2</c:v>
                      </c:pt>
                      <c:pt idx="5">
                        <c:v>1.9699999999999999E-2</c:v>
                      </c:pt>
                      <c:pt idx="6">
                        <c:v>1.7100000000000001E-2</c:v>
                      </c:pt>
                      <c:pt idx="7">
                        <c:v>1.1899999999999999E-2</c:v>
                      </c:pt>
                      <c:pt idx="8">
                        <c:v>1.29E-2</c:v>
                      </c:pt>
                      <c:pt idx="9">
                        <c:v>9.4999999999999998E-3</c:v>
                      </c:pt>
                      <c:pt idx="10">
                        <c:v>1.9900000000000001E-2</c:v>
                      </c:pt>
                      <c:pt idx="11">
                        <c:v>8.5000000000000006E-2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E9A1-42C4-86D1-3B71BDB42216}"/>
                  </c:ext>
                </c:extLst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xmlns:c15="http://schemas.microsoft.com/office/drawing/2012/chart" uri="{02D57815-91ED-43cb-92C2-25804820EDAC}">
                        <c15:formulaRef>
                          <c15:sqref>Hoja1!$D$80</c15:sqref>
                        </c15:formulaRef>
                      </c:ext>
                    </c:extLst>
                    <c:strCache>
                      <c:ptCount val="1"/>
                      <c:pt idx="0">
                        <c:v>feb-24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>
                      <c:ext xmlns:c15="http://schemas.microsoft.com/office/drawing/2012/chart" uri="{02D57815-91ED-43cb-92C2-25804820EDAC}">
                        <c15:fullRef>
                          <c15:sqref>Hoja1!$B$81:$B$93</c15:sqref>
                        </c15:fullRef>
                        <c15:formulaRef>
                          <c15:sqref>(Hoja1!$B$81:$B$89,Hoja1!$B$91:$B$93)</c15:sqref>
                        </c15:formulaRef>
                      </c:ext>
                    </c:extLst>
                    <c:strCache>
                      <c:ptCount val="12"/>
                      <c:pt idx="0">
                        <c:v>Información y comunicación </c:v>
                      </c:pt>
                      <c:pt idx="1">
                        <c:v>Prendas de vestir</c:v>
                      </c:pt>
                      <c:pt idx="2">
                        <c:v>Salud</c:v>
                      </c:pt>
                      <c:pt idx="3">
                        <c:v>Alimentos</c:v>
                      </c:pt>
                      <c:pt idx="4">
                        <c:v>Muebles </c:v>
                      </c:pt>
                      <c:pt idx="5">
                        <c:v>Bienes y servicios diversos</c:v>
                      </c:pt>
                      <c:pt idx="6">
                        <c:v>Restaurantes y hoteles</c:v>
                      </c:pt>
                      <c:pt idx="7">
                        <c:v>Recreación y cultura</c:v>
                      </c:pt>
                      <c:pt idx="8">
                        <c:v>Bebidas alcohólicas</c:v>
                      </c:pt>
                      <c:pt idx="9">
                        <c:v>Alojamiento</c:v>
                      </c:pt>
                      <c:pt idx="10">
                        <c:v>Transporte</c:v>
                      </c:pt>
                      <c:pt idx="11">
                        <c:v>Educación</c:v>
                      </c:pt>
                    </c:strCache>
                  </c:strRef>
                </c:cat>
                <c:val>
                  <c:numRef>
                    <c:extLst>
                      <c:ext xmlns:c15="http://schemas.microsoft.com/office/drawing/2012/chart" uri="{02D57815-91ED-43cb-92C2-25804820EDAC}">
                        <c15:fullRef>
                          <c15:sqref>Hoja1!$D$81:$D$93</c15:sqref>
                        </c15:fullRef>
                        <c15:formulaRef>
                          <c15:sqref>(Hoja1!$D$81:$D$89,Hoja1!$D$91:$D$93)</c15:sqref>
                        </c15:formulaRef>
                      </c:ext>
                    </c:extLst>
                    <c:numCache>
                      <c:formatCode>0.00%</c:formatCode>
                      <c:ptCount val="12"/>
                      <c:pt idx="0">
                        <c:v>2.2000000000000001E-3</c:v>
                      </c:pt>
                      <c:pt idx="1">
                        <c:v>6.9999999999999993E-3</c:v>
                      </c:pt>
                      <c:pt idx="2">
                        <c:v>5.8999999999999999E-3</c:v>
                      </c:pt>
                      <c:pt idx="3">
                        <c:v>5.4000000000000003E-3</c:v>
                      </c:pt>
                      <c:pt idx="4">
                        <c:v>3.8E-3</c:v>
                      </c:pt>
                      <c:pt idx="5">
                        <c:v>3.0000000000000001E-3</c:v>
                      </c:pt>
                      <c:pt idx="6">
                        <c:v>1.1299999999999999E-2</c:v>
                      </c:pt>
                      <c:pt idx="7">
                        <c:v>-5.9999999999999995E-4</c:v>
                      </c:pt>
                      <c:pt idx="8">
                        <c:v>1.1299999999999999E-2</c:v>
                      </c:pt>
                      <c:pt idx="9">
                        <c:v>1.0700000000000001E-2</c:v>
                      </c:pt>
                      <c:pt idx="10">
                        <c:v>8.6E-3</c:v>
                      </c:pt>
                      <c:pt idx="11">
                        <c:v>8.7400000000000005E-2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1-E9A1-42C4-86D1-3B71BDB42216}"/>
                  </c:ext>
                </c:extLst>
              </c15:ser>
            </c15:filteredBarSeries>
          </c:ext>
        </c:extLst>
      </c:barChart>
      <c:catAx>
        <c:axId val="2301901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30194031"/>
        <c:crosses val="autoZero"/>
        <c:auto val="1"/>
        <c:lblAlgn val="ctr"/>
        <c:lblOffset val="100"/>
        <c:noMultiLvlLbl val="0"/>
      </c:catAx>
      <c:valAx>
        <c:axId val="230194031"/>
        <c:scaling>
          <c:orientation val="minMax"/>
          <c:max val="6.0000000000000012E-2"/>
          <c:min val="-2.0000000000000005E-3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out"/>
        <c:minorTickMark val="none"/>
        <c:tickLblPos val="nextTo"/>
        <c:crossAx val="23019019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bar"/>
        <c:grouping val="clustered"/>
        <c:varyColors val="0"/>
        <c:ser>
          <c:idx val="0"/>
          <c:order val="1"/>
          <c:tx>
            <c:strRef>
              <c:f>Hoja1!$B$3</c:f>
              <c:strCache>
                <c:ptCount val="1"/>
                <c:pt idx="0">
                  <c:v>feb-25</c:v>
                </c:pt>
              </c:strCache>
            </c:strRef>
          </c:tx>
          <c:spPr>
            <a:solidFill>
              <a:srgbClr val="A6CAEC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Hoja1!$A$4:$A$9</c:f>
              <c:strCache>
                <c:ptCount val="6"/>
                <c:pt idx="0">
                  <c:v>Educación</c:v>
                </c:pt>
                <c:pt idx="1">
                  <c:v>Otros </c:v>
                </c:pt>
                <c:pt idx="2">
                  <c:v>Transporte</c:v>
                </c:pt>
                <c:pt idx="3">
                  <c:v>Restaurantes y hoteles</c:v>
                </c:pt>
                <c:pt idx="4">
                  <c:v>Alimentos </c:v>
                </c:pt>
                <c:pt idx="5">
                  <c:v>Alojamiento</c:v>
                </c:pt>
              </c:strCache>
            </c:strRef>
          </c:cat>
          <c:val>
            <c:numRef>
              <c:f>Hoja1!$B$4:$B$9</c:f>
              <c:numCache>
                <c:formatCode>0.00</c:formatCode>
                <c:ptCount val="6"/>
                <c:pt idx="0">
                  <c:v>0.3</c:v>
                </c:pt>
                <c:pt idx="1">
                  <c:v>0.49</c:v>
                </c:pt>
                <c:pt idx="2">
                  <c:v>0.76</c:v>
                </c:pt>
                <c:pt idx="3">
                  <c:v>0.84</c:v>
                </c:pt>
                <c:pt idx="4">
                  <c:v>0.86</c:v>
                </c:pt>
                <c:pt idx="5">
                  <c:v>2.02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FC-4964-8CA2-FC2DA96095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531144816"/>
        <c:axId val="531154416"/>
        <c:extLst>
          <c:ext xmlns:c15="http://schemas.microsoft.com/office/drawing/2012/chart" uri="{02D57815-91ED-43cb-92C2-25804820EDAC}">
            <c15:filteredBarSeries>
              <c15:ser>
                <c:idx val="1"/>
                <c:order val="0"/>
                <c:tx>
                  <c:strRef>
                    <c:extLst>
                      <c:ext uri="{02D57815-91ED-43cb-92C2-25804820EDAC}">
                        <c15:formulaRef>
                          <c15:sqref>Hoja1!$C$3</c15:sqref>
                        </c15:formulaRef>
                      </c:ext>
                    </c:extLst>
                    <c:strCache>
                      <c:ptCount val="1"/>
                      <c:pt idx="0">
                        <c:v>feb-24</c:v>
                      </c:pt>
                    </c:strCache>
                  </c:strRef>
                </c:tx>
                <c:spPr>
                  <a:solidFill>
                    <a:srgbClr val="002060"/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>
                      <c:ext uri="{02D57815-91ED-43cb-92C2-25804820EDAC}">
                        <c15:formulaRef>
                          <c15:sqref>Hoja1!$A$4:$A$9</c15:sqref>
                        </c15:formulaRef>
                      </c:ext>
                    </c:extLst>
                    <c:strCache>
                      <c:ptCount val="6"/>
                      <c:pt idx="0">
                        <c:v>Educación</c:v>
                      </c:pt>
                      <c:pt idx="1">
                        <c:v>Otros </c:v>
                      </c:pt>
                      <c:pt idx="2">
                        <c:v>Transporte</c:v>
                      </c:pt>
                      <c:pt idx="3">
                        <c:v>Restaurantes y hoteles</c:v>
                      </c:pt>
                      <c:pt idx="4">
                        <c:v>Alimentos </c:v>
                      </c:pt>
                      <c:pt idx="5">
                        <c:v>Alojamiento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Hoja1!$C$4:$C$9</c15:sqref>
                        </c15:formulaRef>
                      </c:ext>
                    </c:extLst>
                    <c:numCache>
                      <c:formatCode>0.00</c:formatCode>
                      <c:ptCount val="6"/>
                      <c:pt idx="0">
                        <c:v>0.45999999999999996</c:v>
                      </c:pt>
                      <c:pt idx="1">
                        <c:v>0.86</c:v>
                      </c:pt>
                      <c:pt idx="2">
                        <c:v>1.56</c:v>
                      </c:pt>
                      <c:pt idx="3">
                        <c:v>1.17</c:v>
                      </c:pt>
                      <c:pt idx="4">
                        <c:v>0.38</c:v>
                      </c:pt>
                      <c:pt idx="5">
                        <c:v>2.94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1-74FC-4964-8CA2-FC2DA9609522}"/>
                  </c:ext>
                </c:extLst>
              </c15:ser>
            </c15:filteredBarSeries>
          </c:ext>
        </c:extLst>
      </c:barChart>
      <c:catAx>
        <c:axId val="531144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531154416"/>
        <c:crosses val="autoZero"/>
        <c:auto val="1"/>
        <c:lblAlgn val="ctr"/>
        <c:lblOffset val="100"/>
        <c:noMultiLvlLbl val="0"/>
      </c:catAx>
      <c:valAx>
        <c:axId val="53115441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5311448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bar"/>
        <c:grouping val="clustered"/>
        <c:varyColors val="0"/>
        <c:ser>
          <c:idx val="2"/>
          <c:order val="2"/>
          <c:tx>
            <c:strRef>
              <c:f>año!$E$68</c:f>
              <c:strCache>
                <c:ptCount val="1"/>
                <c:pt idx="0">
                  <c:v>feb-25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06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5B23-4E08-977B-956E0C363C44}"/>
              </c:ext>
            </c:extLst>
          </c:dPt>
          <c:dPt>
            <c:idx val="1"/>
            <c:invertIfNegative val="0"/>
            <c:bubble3D val="0"/>
            <c:spPr>
              <a:solidFill>
                <a:srgbClr val="00206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5B23-4E08-977B-956E0C363C44}"/>
              </c:ext>
            </c:extLst>
          </c:dPt>
          <c:dPt>
            <c:idx val="2"/>
            <c:invertIfNegative val="0"/>
            <c:bubble3D val="0"/>
            <c:spPr>
              <a:solidFill>
                <a:srgbClr val="00206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5B23-4E08-977B-956E0C363C44}"/>
              </c:ext>
            </c:extLst>
          </c:dPt>
          <c:dPt>
            <c:idx val="3"/>
            <c:invertIfNegative val="0"/>
            <c:bubble3D val="0"/>
            <c:spPr>
              <a:solidFill>
                <a:srgbClr val="00206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5B23-4E08-977B-956E0C363C44}"/>
              </c:ext>
            </c:extLst>
          </c:dPt>
          <c:dPt>
            <c:idx val="4"/>
            <c:invertIfNegative val="0"/>
            <c:bubble3D val="0"/>
            <c:spPr>
              <a:solidFill>
                <a:srgbClr val="00206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5B23-4E08-977B-956E0C363C44}"/>
              </c:ext>
            </c:extLst>
          </c:dPt>
          <c:dPt>
            <c:idx val="5"/>
            <c:invertIfNegative val="0"/>
            <c:bubble3D val="0"/>
            <c:spPr>
              <a:solidFill>
                <a:srgbClr val="00206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5B23-4E08-977B-956E0C363C44}"/>
              </c:ext>
            </c:extLst>
          </c:dPt>
          <c:dPt>
            <c:idx val="6"/>
            <c:invertIfNegative val="0"/>
            <c:bubble3D val="0"/>
            <c:spPr>
              <a:solidFill>
                <a:srgbClr val="00206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B23-4E08-977B-956E0C363C44}"/>
              </c:ext>
            </c:extLst>
          </c:dPt>
          <c:dPt>
            <c:idx val="7"/>
            <c:invertIfNegative val="0"/>
            <c:bubble3D val="0"/>
            <c:spPr>
              <a:solidFill>
                <a:srgbClr val="00206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5B23-4E08-977B-956E0C363C44}"/>
              </c:ext>
            </c:extLst>
          </c:dPt>
          <c:dPt>
            <c:idx val="8"/>
            <c:invertIfNegative val="0"/>
            <c:bubble3D val="0"/>
            <c:spPr>
              <a:solidFill>
                <a:srgbClr val="00206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B23-4E08-977B-956E0C363C44}"/>
              </c:ext>
            </c:extLst>
          </c:dPt>
          <c:dPt>
            <c:idx val="10"/>
            <c:invertIfNegative val="0"/>
            <c:bubble3D val="0"/>
            <c:spPr>
              <a:solidFill>
                <a:srgbClr val="002060">
                  <a:alpha val="8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B23-4E08-977B-956E0C363C44}"/>
              </c:ext>
            </c:extLst>
          </c:dPt>
          <c:dPt>
            <c:idx val="11"/>
            <c:invertIfNegative val="0"/>
            <c:bubble3D val="0"/>
            <c:spPr>
              <a:solidFill>
                <a:srgbClr val="002060">
                  <a:alpha val="8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B23-4E08-977B-956E0C363C44}"/>
              </c:ext>
            </c:extLst>
          </c:dPt>
          <c:dLbls>
            <c:dLbl>
              <c:idx val="0"/>
              <c:layout>
                <c:manualLayout>
                  <c:x val="-0.15563725490196079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B23-4E08-977B-956E0C363C4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año!$B$69:$B$80</c:f>
              <c:strCache>
                <c:ptCount val="12"/>
                <c:pt idx="0">
                  <c:v>Información y comunicación </c:v>
                </c:pt>
                <c:pt idx="1">
                  <c:v>Recreación y cultura</c:v>
                </c:pt>
                <c:pt idx="2">
                  <c:v>Prendas de vestir</c:v>
                </c:pt>
                <c:pt idx="3">
                  <c:v>Muebles </c:v>
                </c:pt>
                <c:pt idx="4">
                  <c:v>Bienes y servicios diversos</c:v>
                </c:pt>
                <c:pt idx="5">
                  <c:v>Alimentos</c:v>
                </c:pt>
                <c:pt idx="6">
                  <c:v>Bebidas alcohólicas</c:v>
                </c:pt>
                <c:pt idx="7">
                  <c:v>Salud</c:v>
                </c:pt>
                <c:pt idx="8">
                  <c:v>Transporte</c:v>
                </c:pt>
                <c:pt idx="9">
                  <c:v>Alojamiento</c:v>
                </c:pt>
                <c:pt idx="10">
                  <c:v>Educación</c:v>
                </c:pt>
                <c:pt idx="11">
                  <c:v>Restaurantes y hoteles</c:v>
                </c:pt>
              </c:strCache>
            </c:strRef>
          </c:cat>
          <c:val>
            <c:numRef>
              <c:f>año!$E$69:$E$80</c:f>
              <c:numCache>
                <c:formatCode>0.0%</c:formatCode>
                <c:ptCount val="12"/>
                <c:pt idx="0">
                  <c:v>-1.24E-2</c:v>
                </c:pt>
                <c:pt idx="1">
                  <c:v>8.1000000000000013E-3</c:v>
                </c:pt>
                <c:pt idx="2">
                  <c:v>1.44E-2</c:v>
                </c:pt>
                <c:pt idx="3">
                  <c:v>2.46E-2</c:v>
                </c:pt>
                <c:pt idx="4">
                  <c:v>3.4300000000000004E-2</c:v>
                </c:pt>
                <c:pt idx="5">
                  <c:v>4.5599999999999995E-2</c:v>
                </c:pt>
                <c:pt idx="6">
                  <c:v>4.9200000000000001E-2</c:v>
                </c:pt>
                <c:pt idx="7">
                  <c:v>5.4199999999999998E-2</c:v>
                </c:pt>
                <c:pt idx="8">
                  <c:v>5.6399999999999999E-2</c:v>
                </c:pt>
                <c:pt idx="9">
                  <c:v>6.5799999999999997E-2</c:v>
                </c:pt>
                <c:pt idx="10">
                  <c:v>7.3800000000000004E-2</c:v>
                </c:pt>
                <c:pt idx="11">
                  <c:v>7.7300000000000008E-2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B23-4E08-977B-956E0C363C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230190191"/>
        <c:axId val="230194031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año!$C$68</c15:sqref>
                        </c15:formulaRef>
                      </c:ext>
                    </c:extLst>
                    <c:strCache>
                      <c:ptCount val="1"/>
                      <c:pt idx="0">
                        <c:v>feb-23</c:v>
                      </c:pt>
                    </c:strCache>
                  </c:strRef>
                </c:tx>
                <c:spPr>
                  <a:solidFill>
                    <a:schemeClr val="accent1"/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>
                      <c:ext uri="{02D57815-91ED-43cb-92C2-25804820EDAC}">
                        <c15:formulaRef>
                          <c15:sqref>año!$B$69:$B$80</c15:sqref>
                        </c15:formulaRef>
                      </c:ext>
                    </c:extLst>
                    <c:strCache>
                      <c:ptCount val="12"/>
                      <c:pt idx="0">
                        <c:v>Información y comunicación </c:v>
                      </c:pt>
                      <c:pt idx="1">
                        <c:v>Recreación y cultura</c:v>
                      </c:pt>
                      <c:pt idx="2">
                        <c:v>Prendas de vestir</c:v>
                      </c:pt>
                      <c:pt idx="3">
                        <c:v>Muebles </c:v>
                      </c:pt>
                      <c:pt idx="4">
                        <c:v>Bienes y servicios diversos</c:v>
                      </c:pt>
                      <c:pt idx="5">
                        <c:v>Alimentos</c:v>
                      </c:pt>
                      <c:pt idx="6">
                        <c:v>Bebidas alcohólicas</c:v>
                      </c:pt>
                      <c:pt idx="7">
                        <c:v>Salud</c:v>
                      </c:pt>
                      <c:pt idx="8">
                        <c:v>Transporte</c:v>
                      </c:pt>
                      <c:pt idx="9">
                        <c:v>Alojamiento</c:v>
                      </c:pt>
                      <c:pt idx="10">
                        <c:v>Educación</c:v>
                      </c:pt>
                      <c:pt idx="11">
                        <c:v>Restaurantes y hoteles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año!$C$69:$C$80</c15:sqref>
                        </c15:formulaRef>
                      </c:ext>
                    </c:extLst>
                    <c:numCache>
                      <c:formatCode>0.0%</c:formatCode>
                      <c:ptCount val="12"/>
                      <c:pt idx="0">
                        <c:v>8.9999999999999998E-4</c:v>
                      </c:pt>
                      <c:pt idx="1">
                        <c:v>9.7200000000000009E-2</c:v>
                      </c:pt>
                      <c:pt idx="2">
                        <c:v>7.0300000000000001E-2</c:v>
                      </c:pt>
                      <c:pt idx="3">
                        <c:v>0.16879999999999998</c:v>
                      </c:pt>
                      <c:pt idx="4">
                        <c:v>0.14610000000000001</c:v>
                      </c:pt>
                      <c:pt idx="5">
                        <c:v>0.2414</c:v>
                      </c:pt>
                      <c:pt idx="6">
                        <c:v>9.74E-2</c:v>
                      </c:pt>
                      <c:pt idx="7">
                        <c:v>0.1038</c:v>
                      </c:pt>
                      <c:pt idx="8">
                        <c:v>0.1489</c:v>
                      </c:pt>
                      <c:pt idx="9">
                        <c:v>7.22E-2</c:v>
                      </c:pt>
                      <c:pt idx="10">
                        <c:v>0.10060000000000001</c:v>
                      </c:pt>
                      <c:pt idx="11">
                        <c:v>0.18770000000000001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5B23-4E08-977B-956E0C363C44}"/>
                  </c:ext>
                </c:extLst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xmlns:c15="http://schemas.microsoft.com/office/drawing/2012/chart" uri="{02D57815-91ED-43cb-92C2-25804820EDAC}">
                        <c15:formulaRef>
                          <c15:sqref>año!$D$68</c15:sqref>
                        </c15:formulaRef>
                      </c:ext>
                    </c:extLst>
                    <c:strCache>
                      <c:ptCount val="1"/>
                      <c:pt idx="0">
                        <c:v>feb-24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>
                      <c:ext xmlns:c15="http://schemas.microsoft.com/office/drawing/2012/chart" uri="{02D57815-91ED-43cb-92C2-25804820EDAC}">
                        <c15:formulaRef>
                          <c15:sqref>año!$B$69:$B$80</c15:sqref>
                        </c15:formulaRef>
                      </c:ext>
                    </c:extLst>
                    <c:strCache>
                      <c:ptCount val="12"/>
                      <c:pt idx="0">
                        <c:v>Información y comunicación </c:v>
                      </c:pt>
                      <c:pt idx="1">
                        <c:v>Recreación y cultura</c:v>
                      </c:pt>
                      <c:pt idx="2">
                        <c:v>Prendas de vestir</c:v>
                      </c:pt>
                      <c:pt idx="3">
                        <c:v>Muebles </c:v>
                      </c:pt>
                      <c:pt idx="4">
                        <c:v>Bienes y servicios diversos</c:v>
                      </c:pt>
                      <c:pt idx="5">
                        <c:v>Alimentos</c:v>
                      </c:pt>
                      <c:pt idx="6">
                        <c:v>Bebidas alcohólicas</c:v>
                      </c:pt>
                      <c:pt idx="7">
                        <c:v>Salud</c:v>
                      </c:pt>
                      <c:pt idx="8">
                        <c:v>Transporte</c:v>
                      </c:pt>
                      <c:pt idx="9">
                        <c:v>Alojamiento</c:v>
                      </c:pt>
                      <c:pt idx="10">
                        <c:v>Educación</c:v>
                      </c:pt>
                      <c:pt idx="11">
                        <c:v>Restaurantes y hoteles</c:v>
                      </c:pt>
                    </c:strCache>
                  </c:strRef>
                </c:cat>
                <c:val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año!$D$69:$D$80</c15:sqref>
                        </c15:formulaRef>
                      </c:ext>
                    </c:extLst>
                    <c:numCache>
                      <c:formatCode>0.0%</c:formatCode>
                      <c:ptCount val="12"/>
                      <c:pt idx="0">
                        <c:v>2.0999999999999999E-3</c:v>
                      </c:pt>
                      <c:pt idx="1">
                        <c:v>0.04</c:v>
                      </c:pt>
                      <c:pt idx="2">
                        <c:v>4.8799999999999996E-2</c:v>
                      </c:pt>
                      <c:pt idx="3">
                        <c:v>5.4900000000000004E-2</c:v>
                      </c:pt>
                      <c:pt idx="4">
                        <c:v>7.2499999999999995E-2</c:v>
                      </c:pt>
                      <c:pt idx="5">
                        <c:v>1.89E-2</c:v>
                      </c:pt>
                      <c:pt idx="6">
                        <c:v>0.11380000000000001</c:v>
                      </c:pt>
                      <c:pt idx="7">
                        <c:v>8.2100000000000006E-2</c:v>
                      </c:pt>
                      <c:pt idx="8">
                        <c:v>0.1197</c:v>
                      </c:pt>
                      <c:pt idx="9">
                        <c:v>9.7699999999999995E-2</c:v>
                      </c:pt>
                      <c:pt idx="10">
                        <c:v>0.1166</c:v>
                      </c:pt>
                      <c:pt idx="11">
                        <c:v>0.1106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1-5B23-4E08-977B-956E0C363C44}"/>
                  </c:ext>
                </c:extLst>
              </c15:ser>
            </c15:filteredBarSeries>
          </c:ext>
        </c:extLst>
      </c:barChart>
      <c:catAx>
        <c:axId val="2301901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30194031"/>
        <c:crosses val="autoZero"/>
        <c:auto val="1"/>
        <c:lblAlgn val="ctr"/>
        <c:lblOffset val="100"/>
        <c:noMultiLvlLbl val="0"/>
      </c:catAx>
      <c:valAx>
        <c:axId val="230194031"/>
        <c:scaling>
          <c:orientation val="minMax"/>
          <c:min val="-2.0000000000000004E-2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%" sourceLinked="1"/>
        <c:majorTickMark val="none"/>
        <c:minorTickMark val="none"/>
        <c:tickLblPos val="nextTo"/>
        <c:crossAx val="23019019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5.9410636228240804E-2"/>
          <c:y val="9.7761086981113812E-2"/>
          <c:w val="0.88335120228468456"/>
          <c:h val="0.77837738866564377"/>
        </c:manualLayout>
      </c:layout>
      <c:lineChart>
        <c:grouping val="standard"/>
        <c:varyColors val="0"/>
        <c:ser>
          <c:idx val="0"/>
          <c:order val="0"/>
          <c:tx>
            <c:strRef>
              <c:f>'Hoja2 (2)'!$B$2</c:f>
              <c:strCache>
                <c:ptCount val="1"/>
                <c:pt idx="0">
                  <c:v>IPC Total</c:v>
                </c:pt>
              </c:strCache>
            </c:strRef>
          </c:tx>
          <c:spPr>
            <a:ln w="25400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D99-4BD7-8564-663A4A4703EA}"/>
                </c:ext>
              </c:extLst>
            </c:dLbl>
            <c:dLbl>
              <c:idx val="62"/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B52-49A9-8803-4A02EEAD4EED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'Hoja2 (2)'!$A$3:$A$65</c:f>
              <c:numCache>
                <c:formatCode>mmm\-yy</c:formatCode>
                <c:ptCount val="63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  <c:pt idx="61">
                  <c:v>45658</c:v>
                </c:pt>
                <c:pt idx="62">
                  <c:v>45689</c:v>
                </c:pt>
              </c:numCache>
            </c:numRef>
          </c:cat>
          <c:val>
            <c:numRef>
              <c:f>'Hoja2 (2)'!$B$3:$B$65</c:f>
              <c:numCache>
                <c:formatCode>0.0%</c:formatCode>
                <c:ptCount val="63"/>
                <c:pt idx="0">
                  <c:v>3.7999999999999999E-2</c:v>
                </c:pt>
                <c:pt idx="1">
                  <c:v>3.6182902584493082E-2</c:v>
                </c:pt>
                <c:pt idx="2">
                  <c:v>3.7161494366475534E-2</c:v>
                </c:pt>
                <c:pt idx="3">
                  <c:v>3.8476677819326843E-2</c:v>
                </c:pt>
                <c:pt idx="4">
                  <c:v>3.5056795926361017E-2</c:v>
                </c:pt>
                <c:pt idx="5">
                  <c:v>2.8504490433424401E-2</c:v>
                </c:pt>
                <c:pt idx="6">
                  <c:v>2.2003699737124016E-2</c:v>
                </c:pt>
                <c:pt idx="7">
                  <c:v>1.9720225374004308E-2</c:v>
                </c:pt>
                <c:pt idx="8">
                  <c:v>1.8732408036494119E-2</c:v>
                </c:pt>
                <c:pt idx="9">
                  <c:v>1.96591129188457E-2</c:v>
                </c:pt>
                <c:pt idx="10">
                  <c:v>1.740307454316925E-2</c:v>
                </c:pt>
                <c:pt idx="11">
                  <c:v>1.4873478848754118E-2</c:v>
                </c:pt>
                <c:pt idx="12">
                  <c:v>1.6184971098265999E-2</c:v>
                </c:pt>
                <c:pt idx="13">
                  <c:v>1.602072141212596E-2</c:v>
                </c:pt>
                <c:pt idx="14">
                  <c:v>1.5627977892128886E-2</c:v>
                </c:pt>
                <c:pt idx="15">
                  <c:v>1.5066805647683257E-2</c:v>
                </c:pt>
                <c:pt idx="16">
                  <c:v>1.948912015137183E-2</c:v>
                </c:pt>
                <c:pt idx="17">
                  <c:v>3.302961275626437E-2</c:v>
                </c:pt>
                <c:pt idx="18">
                  <c:v>3.6296084595598854E-2</c:v>
                </c:pt>
                <c:pt idx="19">
                  <c:v>3.9725635895970335E-2</c:v>
                </c:pt>
                <c:pt idx="20">
                  <c:v>4.4397865853658569E-2</c:v>
                </c:pt>
                <c:pt idx="21">
                  <c:v>4.511349605850512E-2</c:v>
                </c:pt>
                <c:pt idx="22">
                  <c:v>4.5899458329373699E-2</c:v>
                </c:pt>
                <c:pt idx="23">
                  <c:v>5.253140464408057E-2</c:v>
                </c:pt>
                <c:pt idx="24">
                  <c:v>5.6219188471748227E-2</c:v>
                </c:pt>
                <c:pt idx="25">
                  <c:v>6.9398545935228206E-2</c:v>
                </c:pt>
                <c:pt idx="26">
                  <c:v>8.0033777444173504E-2</c:v>
                </c:pt>
                <c:pt idx="27">
                  <c:v>8.53248693054518E-2</c:v>
                </c:pt>
                <c:pt idx="28">
                  <c:v>9.2334818114327977E-2</c:v>
                </c:pt>
                <c:pt idx="29">
                  <c:v>9.0591694230062414E-2</c:v>
                </c:pt>
                <c:pt idx="30">
                  <c:v>9.6800882515168274E-2</c:v>
                </c:pt>
                <c:pt idx="31">
                  <c:v>0.1019791094007696</c:v>
                </c:pt>
                <c:pt idx="32">
                  <c:v>0.10837438423645307</c:v>
                </c:pt>
                <c:pt idx="33">
                  <c:v>0.11441294074881858</c:v>
                </c:pt>
                <c:pt idx="34">
                  <c:v>0.12220606941668177</c:v>
                </c:pt>
                <c:pt idx="35">
                  <c:v>0.12531645569620253</c:v>
                </c:pt>
                <c:pt idx="36">
                  <c:v>0.13122699937169013</c:v>
                </c:pt>
                <c:pt idx="37">
                  <c:v>0.13252692918947551</c:v>
                </c:pt>
                <c:pt idx="38">
                  <c:v>0.1328294674659023</c:v>
                </c:pt>
                <c:pt idx="39">
                  <c:v>0.13340787889213845</c:v>
                </c:pt>
                <c:pt idx="40">
                  <c:v>0.12819641491801903</c:v>
                </c:pt>
                <c:pt idx="41">
                  <c:v>0.12367312552653753</c:v>
                </c:pt>
                <c:pt idx="42">
                  <c:v>0.1212806973430558</c:v>
                </c:pt>
                <c:pt idx="43">
                  <c:v>0.11790138854244603</c:v>
                </c:pt>
                <c:pt idx="44">
                  <c:v>0.11432098765432097</c:v>
                </c:pt>
                <c:pt idx="45">
                  <c:v>0.10992416211367551</c:v>
                </c:pt>
                <c:pt idx="46">
                  <c:v>0.10476884462796532</c:v>
                </c:pt>
                <c:pt idx="47">
                  <c:v>0.10147838663024267</c:v>
                </c:pt>
                <c:pt idx="48">
                  <c:v>9.2755693088947044E-2</c:v>
                </c:pt>
                <c:pt idx="49">
                  <c:v>8.3495751149917918E-2</c:v>
                </c:pt>
                <c:pt idx="50">
                  <c:v>7.7377300613497013E-2</c:v>
                </c:pt>
                <c:pt idx="51">
                  <c:v>7.3689003566820732E-2</c:v>
                </c:pt>
                <c:pt idx="52">
                  <c:v>7.1686746987951633E-2</c:v>
                </c:pt>
                <c:pt idx="53">
                  <c:v>7.1524966261808265E-2</c:v>
                </c:pt>
                <c:pt idx="54">
                  <c:v>7.1759605322170739E-2</c:v>
                </c:pt>
                <c:pt idx="55">
                  <c:v>6.857567869096326E-2</c:v>
                </c:pt>
                <c:pt idx="56">
                  <c:v>6.1156658541989817E-2</c:v>
                </c:pt>
                <c:pt idx="57">
                  <c:v>5.8114760120490772E-2</c:v>
                </c:pt>
                <c:pt idx="58">
                  <c:v>5.4085745694393728E-2</c:v>
                </c:pt>
                <c:pt idx="59">
                  <c:v>5.2009628711065625E-2</c:v>
                </c:pt>
                <c:pt idx="60">
                  <c:v>5.1989544002323473E-2</c:v>
                </c:pt>
                <c:pt idx="61">
                  <c:v>5.2199999999999996E-2</c:v>
                </c:pt>
                <c:pt idx="62">
                  <c:v>5.28E-2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AD99-4BD7-8564-663A4A4703EA}"/>
            </c:ext>
          </c:extLst>
        </c:ser>
        <c:ser>
          <c:idx val="1"/>
          <c:order val="1"/>
          <c:tx>
            <c:strRef>
              <c:f>'Hoja2 (2)'!$C$2</c:f>
              <c:strCache>
                <c:ptCount val="1"/>
                <c:pt idx="0">
                  <c:v>Alquileres Efectivos De Alojamiento</c:v>
                </c:pt>
              </c:strCache>
            </c:strRef>
          </c:tx>
          <c:spPr>
            <a:ln w="25400" cap="rnd">
              <a:solidFill>
                <a:srgbClr val="0070C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D99-4BD7-8564-663A4A4703EA}"/>
                </c:ext>
              </c:extLst>
            </c:dLbl>
            <c:dLbl>
              <c:idx val="62"/>
              <c:layout>
                <c:manualLayout>
                  <c:x val="-1.6353760424878423E-3"/>
                  <c:y val="-2.9622039108088954E-2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0070C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52-49A9-8803-4A02EEAD4EE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'Hoja2 (2)'!$A$3:$A$65</c:f>
              <c:numCache>
                <c:formatCode>mmm\-yy</c:formatCode>
                <c:ptCount val="63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  <c:pt idx="61">
                  <c:v>45658</c:v>
                </c:pt>
                <c:pt idx="62">
                  <c:v>45689</c:v>
                </c:pt>
              </c:numCache>
            </c:numRef>
          </c:cat>
          <c:val>
            <c:numRef>
              <c:f>'Hoja2 (2)'!$C$3:$C$65</c:f>
              <c:numCache>
                <c:formatCode>0.0%</c:formatCode>
                <c:ptCount val="63"/>
                <c:pt idx="0">
                  <c:v>2.6699999999999946E-2</c:v>
                </c:pt>
                <c:pt idx="1">
                  <c:v>2.6832917705735593E-2</c:v>
                </c:pt>
                <c:pt idx="2">
                  <c:v>2.6766169154228914E-2</c:v>
                </c:pt>
                <c:pt idx="3">
                  <c:v>2.5885153228205837E-2</c:v>
                </c:pt>
                <c:pt idx="4">
                  <c:v>2.460717462199824E-2</c:v>
                </c:pt>
                <c:pt idx="5">
                  <c:v>2.2657866220076706E-2</c:v>
                </c:pt>
                <c:pt idx="6">
                  <c:v>2.0440251572326984E-2</c:v>
                </c:pt>
                <c:pt idx="7">
                  <c:v>1.8734673859735151E-2</c:v>
                </c:pt>
                <c:pt idx="8">
                  <c:v>1.6149554663795529E-2</c:v>
                </c:pt>
                <c:pt idx="9">
                  <c:v>1.4760508308895526E-2</c:v>
                </c:pt>
                <c:pt idx="10">
                  <c:v>1.3381519828091548E-2</c:v>
                </c:pt>
                <c:pt idx="11">
                  <c:v>1.2974343966442259E-2</c:v>
                </c:pt>
                <c:pt idx="12">
                  <c:v>1.2564527125742631E-2</c:v>
                </c:pt>
                <c:pt idx="13">
                  <c:v>1.1560132115795652E-2</c:v>
                </c:pt>
                <c:pt idx="14">
                  <c:v>1.1144490745227387E-2</c:v>
                </c:pt>
                <c:pt idx="15">
                  <c:v>1.1407579273008617E-2</c:v>
                </c:pt>
                <c:pt idx="16">
                  <c:v>1.1284722222222099E-2</c:v>
                </c:pt>
                <c:pt idx="17">
                  <c:v>1.1463250168577188E-2</c:v>
                </c:pt>
                <c:pt idx="18">
                  <c:v>1.1845146379044547E-2</c:v>
                </c:pt>
                <c:pt idx="19">
                  <c:v>1.3094550356248735E-2</c:v>
                </c:pt>
                <c:pt idx="20">
                  <c:v>1.4929685994991448E-2</c:v>
                </c:pt>
                <c:pt idx="21">
                  <c:v>1.6665061169444106E-2</c:v>
                </c:pt>
                <c:pt idx="22">
                  <c:v>2.0144578313253003E-2</c:v>
                </c:pt>
                <c:pt idx="23">
                  <c:v>2.003081664098616E-2</c:v>
                </c:pt>
                <c:pt idx="24">
                  <c:v>1.9430550211619879E-2</c:v>
                </c:pt>
                <c:pt idx="25">
                  <c:v>2.0359166426582309E-2</c:v>
                </c:pt>
                <c:pt idx="26">
                  <c:v>2.2330841479777597E-2</c:v>
                </c:pt>
                <c:pt idx="27">
                  <c:v>2.3226916459567981E-2</c:v>
                </c:pt>
                <c:pt idx="28">
                  <c:v>2.5846447305674758E-2</c:v>
                </c:pt>
                <c:pt idx="29">
                  <c:v>2.9047619047618989E-2</c:v>
                </c:pt>
                <c:pt idx="30">
                  <c:v>3.0551061197297225E-2</c:v>
                </c:pt>
                <c:pt idx="31">
                  <c:v>3.1077741874168341E-2</c:v>
                </c:pt>
                <c:pt idx="32">
                  <c:v>3.2551959760842575E-2</c:v>
                </c:pt>
                <c:pt idx="33">
                  <c:v>3.3352283494409773E-2</c:v>
                </c:pt>
                <c:pt idx="34">
                  <c:v>3.287981859410416E-2</c:v>
                </c:pt>
                <c:pt idx="35">
                  <c:v>3.4082326283987996E-2</c:v>
                </c:pt>
                <c:pt idx="36">
                  <c:v>3.6893753538403518E-2</c:v>
                </c:pt>
                <c:pt idx="37">
                  <c:v>3.887058823529399E-2</c:v>
                </c:pt>
                <c:pt idx="38">
                  <c:v>4.1154963907377828E-2</c:v>
                </c:pt>
                <c:pt idx="39">
                  <c:v>4.558617468472681E-2</c:v>
                </c:pt>
                <c:pt idx="40">
                  <c:v>5.0390479732242532E-2</c:v>
                </c:pt>
                <c:pt idx="41">
                  <c:v>5.5252198056455315E-2</c:v>
                </c:pt>
                <c:pt idx="42">
                  <c:v>5.9660140376800896E-2</c:v>
                </c:pt>
                <c:pt idx="43">
                  <c:v>6.2402064706424731E-2</c:v>
                </c:pt>
                <c:pt idx="44">
                  <c:v>6.5625000000000044E-2</c:v>
                </c:pt>
                <c:pt idx="45">
                  <c:v>6.9411333211076398E-2</c:v>
                </c:pt>
                <c:pt idx="46">
                  <c:v>7.1075740944017696E-2</c:v>
                </c:pt>
                <c:pt idx="47">
                  <c:v>7.4317538573906772E-2</c:v>
                </c:pt>
                <c:pt idx="48">
                  <c:v>7.6349076349076395E-2</c:v>
                </c:pt>
                <c:pt idx="49">
                  <c:v>8.0358760645044436E-2</c:v>
                </c:pt>
                <c:pt idx="50">
                  <c:v>8.2838105528543204E-2</c:v>
                </c:pt>
                <c:pt idx="51">
                  <c:v>8.2372911641204416E-2</c:v>
                </c:pt>
                <c:pt idx="52">
                  <c:v>8.4174190122145331E-2</c:v>
                </c:pt>
                <c:pt idx="53">
                  <c:v>8.2353972987195156E-2</c:v>
                </c:pt>
                <c:pt idx="54">
                  <c:v>8.0704200801812842E-2</c:v>
                </c:pt>
                <c:pt idx="55">
                  <c:v>8.0860662849210341E-2</c:v>
                </c:pt>
                <c:pt idx="56">
                  <c:v>8.0558909780921173E-2</c:v>
                </c:pt>
                <c:pt idx="57">
                  <c:v>8.0253794049558458E-2</c:v>
                </c:pt>
                <c:pt idx="58">
                  <c:v>7.9596891280211635E-2</c:v>
                </c:pt>
                <c:pt idx="59">
                  <c:v>7.792980368828073E-2</c:v>
                </c:pt>
                <c:pt idx="60">
                  <c:v>7.5583361515048963E-2</c:v>
                </c:pt>
                <c:pt idx="61">
                  <c:v>7.1599999999999997E-2</c:v>
                </c:pt>
                <c:pt idx="62">
                  <c:v>7.1399999999999991E-2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AD99-4BD7-8564-663A4A4703EA}"/>
            </c:ext>
          </c:extLst>
        </c:ser>
        <c:ser>
          <c:idx val="2"/>
          <c:order val="2"/>
          <c:tx>
            <c:strRef>
              <c:f>'Hoja2 (2)'!$D$2</c:f>
              <c:strCache>
                <c:ptCount val="1"/>
                <c:pt idx="0">
                  <c:v>Alquileres Imputados Del Alojamiento</c:v>
                </c:pt>
              </c:strCache>
            </c:strRef>
          </c:tx>
          <c:spPr>
            <a:ln w="25400" cap="rnd">
              <a:solidFill>
                <a:srgbClr val="00B0F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AD99-4BD7-8564-663A4A4703EA}"/>
                </c:ext>
              </c:extLst>
            </c:dLbl>
            <c:dLbl>
              <c:idx val="62"/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B52-49A9-8803-4A02EEAD4EED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B0F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'Hoja2 (2)'!$A$3:$A$65</c:f>
              <c:numCache>
                <c:formatCode>mmm\-yy</c:formatCode>
                <c:ptCount val="63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  <c:pt idx="61">
                  <c:v>45658</c:v>
                </c:pt>
                <c:pt idx="62">
                  <c:v>45689</c:v>
                </c:pt>
              </c:numCache>
            </c:numRef>
          </c:cat>
          <c:val>
            <c:numRef>
              <c:f>'Hoja2 (2)'!$D$3:$D$65</c:f>
              <c:numCache>
                <c:formatCode>0.0%</c:formatCode>
                <c:ptCount val="63"/>
                <c:pt idx="0">
                  <c:v>2.6800000000000157E-2</c:v>
                </c:pt>
                <c:pt idx="1">
                  <c:v>2.7027027027027195E-2</c:v>
                </c:pt>
                <c:pt idx="2">
                  <c:v>2.6862998706596253E-2</c:v>
                </c:pt>
                <c:pt idx="3">
                  <c:v>2.6080920269734076E-2</c:v>
                </c:pt>
                <c:pt idx="4">
                  <c:v>2.4713325425069099E-2</c:v>
                </c:pt>
                <c:pt idx="5">
                  <c:v>2.3154990639471906E-2</c:v>
                </c:pt>
                <c:pt idx="6">
                  <c:v>2.0833333333333259E-2</c:v>
                </c:pt>
                <c:pt idx="7">
                  <c:v>1.8636586562040147E-2</c:v>
                </c:pt>
                <c:pt idx="8">
                  <c:v>1.7028772753963528E-2</c:v>
                </c:pt>
                <c:pt idx="9">
                  <c:v>1.5637216575449697E-2</c:v>
                </c:pt>
                <c:pt idx="10">
                  <c:v>1.474753393886119E-2</c:v>
                </c:pt>
                <c:pt idx="11">
                  <c:v>1.3944417357386607E-2</c:v>
                </c:pt>
                <c:pt idx="12">
                  <c:v>1.3731982859368941E-2</c:v>
                </c:pt>
                <c:pt idx="13">
                  <c:v>1.2818022917071126E-2</c:v>
                </c:pt>
                <c:pt idx="14">
                  <c:v>1.3080127894584015E-2</c:v>
                </c:pt>
                <c:pt idx="15">
                  <c:v>1.3337199188170334E-2</c:v>
                </c:pt>
                <c:pt idx="16">
                  <c:v>1.3795099363303143E-2</c:v>
                </c:pt>
                <c:pt idx="17">
                  <c:v>1.3385978428351208E-2</c:v>
                </c:pt>
                <c:pt idx="18">
                  <c:v>1.3573353869849925E-2</c:v>
                </c:pt>
                <c:pt idx="19">
                  <c:v>1.5310544053924069E-2</c:v>
                </c:pt>
                <c:pt idx="20">
                  <c:v>1.6262509622786636E-2</c:v>
                </c:pt>
                <c:pt idx="21">
                  <c:v>1.8379522709776719E-2</c:v>
                </c:pt>
                <c:pt idx="22">
                  <c:v>2.155919153031749E-2</c:v>
                </c:pt>
                <c:pt idx="23">
                  <c:v>2.1638776687824546E-2</c:v>
                </c:pt>
                <c:pt idx="24">
                  <c:v>2.0751272936881504E-2</c:v>
                </c:pt>
                <c:pt idx="25">
                  <c:v>2.1284755512943399E-2</c:v>
                </c:pt>
                <c:pt idx="26">
                  <c:v>2.3048967100229412E-2</c:v>
                </c:pt>
                <c:pt idx="27">
                  <c:v>2.3366714353838747E-2</c:v>
                </c:pt>
                <c:pt idx="28">
                  <c:v>2.4931011513940282E-2</c:v>
                </c:pt>
                <c:pt idx="29">
                  <c:v>2.9364249738667469E-2</c:v>
                </c:pt>
                <c:pt idx="30">
                  <c:v>3.0392249976255892E-2</c:v>
                </c:pt>
                <c:pt idx="31">
                  <c:v>3.072837632776948E-2</c:v>
                </c:pt>
                <c:pt idx="32">
                  <c:v>3.2099233027175433E-2</c:v>
                </c:pt>
                <c:pt idx="33">
                  <c:v>3.2599451951242475E-2</c:v>
                </c:pt>
                <c:pt idx="34">
                  <c:v>3.1844733371019451E-2</c:v>
                </c:pt>
                <c:pt idx="35">
                  <c:v>3.2759107596723958E-2</c:v>
                </c:pt>
                <c:pt idx="36">
                  <c:v>3.5952941176470521E-2</c:v>
                </c:pt>
                <c:pt idx="37">
                  <c:v>3.8021028914757782E-2</c:v>
                </c:pt>
                <c:pt idx="38">
                  <c:v>4.0385154716275684E-2</c:v>
                </c:pt>
                <c:pt idx="39">
                  <c:v>4.5293569431500424E-2</c:v>
                </c:pt>
                <c:pt idx="40">
                  <c:v>5.0320304521400017E-2</c:v>
                </c:pt>
                <c:pt idx="41">
                  <c:v>5.4006646971935135E-2</c:v>
                </c:pt>
                <c:pt idx="42">
                  <c:v>5.8162042584570139E-2</c:v>
                </c:pt>
                <c:pt idx="43">
                  <c:v>6.1096797938902991E-2</c:v>
                </c:pt>
                <c:pt idx="44">
                  <c:v>6.376146788990833E-2</c:v>
                </c:pt>
                <c:pt idx="45">
                  <c:v>6.7532942898975046E-2</c:v>
                </c:pt>
                <c:pt idx="46">
                  <c:v>6.9576333089846676E-2</c:v>
                </c:pt>
                <c:pt idx="47">
                  <c:v>7.2919515085224651E-2</c:v>
                </c:pt>
                <c:pt idx="48">
                  <c:v>7.5043154356318809E-2</c:v>
                </c:pt>
                <c:pt idx="49">
                  <c:v>7.8683187121280751E-2</c:v>
                </c:pt>
                <c:pt idx="50">
                  <c:v>8.0690088956779427E-2</c:v>
                </c:pt>
                <c:pt idx="51">
                  <c:v>8.0242510699001457E-2</c:v>
                </c:pt>
                <c:pt idx="52">
                  <c:v>8.2029523556969908E-2</c:v>
                </c:pt>
                <c:pt idx="53">
                  <c:v>8.0231234124551021E-2</c:v>
                </c:pt>
                <c:pt idx="54">
                  <c:v>7.9355400696864198E-2</c:v>
                </c:pt>
                <c:pt idx="55">
                  <c:v>7.9171002428026549E-2</c:v>
                </c:pt>
                <c:pt idx="56">
                  <c:v>7.8309616213885214E-2</c:v>
                </c:pt>
                <c:pt idx="57">
                  <c:v>7.8004457397565563E-2</c:v>
                </c:pt>
                <c:pt idx="58">
                  <c:v>7.7087246030391077E-2</c:v>
                </c:pt>
                <c:pt idx="59">
                  <c:v>7.5439639792711066E-2</c:v>
                </c:pt>
                <c:pt idx="60">
                  <c:v>7.3016141299754977E-2</c:v>
                </c:pt>
                <c:pt idx="61">
                  <c:v>6.9500000000000006E-2</c:v>
                </c:pt>
                <c:pt idx="62">
                  <c:v>6.6699999999999995E-2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AD99-4BD7-8564-663A4A4703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760597952"/>
        <c:axId val="760613312"/>
      </c:lineChart>
      <c:dateAx>
        <c:axId val="760597952"/>
        <c:scaling>
          <c:orientation val="minMax"/>
          <c:min val="4386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760613312"/>
        <c:crosses val="autoZero"/>
        <c:auto val="1"/>
        <c:lblOffset val="100"/>
        <c:baseTimeUnit val="months"/>
        <c:majorUnit val="3"/>
        <c:majorTimeUnit val="months"/>
      </c:dateAx>
      <c:valAx>
        <c:axId val="7606133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7605979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5.957403666419573E-2"/>
          <c:y val="5.7252427411436498E-2"/>
          <c:w val="0.77154394025988238"/>
          <c:h val="0.86865424777519751"/>
        </c:manualLayout>
      </c:layout>
      <c:lineChart>
        <c:grouping val="standard"/>
        <c:varyColors val="0"/>
        <c:ser>
          <c:idx val="0"/>
          <c:order val="0"/>
          <c:tx>
            <c:v>Total IPC</c:v>
          </c:tx>
          <c:spPr>
            <a:ln w="28575" cap="rnd">
              <a:solidFill>
                <a:srgbClr val="002060"/>
              </a:solidFill>
              <a:prstDash val="sysDash"/>
              <a:round/>
            </a:ln>
            <a:effectLst/>
          </c:spPr>
          <c:marker>
            <c:symbol val="none"/>
          </c:marker>
          <c:dLbls>
            <c:dLbl>
              <c:idx val="60"/>
              <c:layout>
                <c:manualLayout>
                  <c:x val="1.4702082189815338E-3"/>
                  <c:y val="1.4474853108488409E-3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00206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446-405B-A567-A0F27C760C7D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Hoja1!$A$4:$A$64</c:f>
              <c:numCache>
                <c:formatCode>mmm\-yy</c:formatCode>
                <c:ptCount val="61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</c:numCache>
            </c:numRef>
          </c:cat>
          <c:val>
            <c:numRef>
              <c:f>Hoja1!$B$4:$B$64</c:f>
              <c:numCache>
                <c:formatCode>0.0%</c:formatCode>
                <c:ptCount val="61"/>
                <c:pt idx="0">
                  <c:v>3.7999999999999999E-2</c:v>
                </c:pt>
                <c:pt idx="1">
                  <c:v>3.6182902584493082E-2</c:v>
                </c:pt>
                <c:pt idx="2">
                  <c:v>3.7161494366475534E-2</c:v>
                </c:pt>
                <c:pt idx="3">
                  <c:v>3.8476677819326843E-2</c:v>
                </c:pt>
                <c:pt idx="4">
                  <c:v>3.5056795926361017E-2</c:v>
                </c:pt>
                <c:pt idx="5">
                  <c:v>2.8504490433424401E-2</c:v>
                </c:pt>
                <c:pt idx="6">
                  <c:v>2.2003699737124016E-2</c:v>
                </c:pt>
                <c:pt idx="7">
                  <c:v>1.9720225374004308E-2</c:v>
                </c:pt>
                <c:pt idx="8">
                  <c:v>1.8732408036494119E-2</c:v>
                </c:pt>
                <c:pt idx="9">
                  <c:v>1.96591129188457E-2</c:v>
                </c:pt>
                <c:pt idx="10">
                  <c:v>1.740307454316925E-2</c:v>
                </c:pt>
                <c:pt idx="11">
                  <c:v>1.4873478848754118E-2</c:v>
                </c:pt>
                <c:pt idx="12">
                  <c:v>1.6184971098265999E-2</c:v>
                </c:pt>
                <c:pt idx="13">
                  <c:v>1.602072141212596E-2</c:v>
                </c:pt>
                <c:pt idx="14">
                  <c:v>1.5627977892128886E-2</c:v>
                </c:pt>
                <c:pt idx="15">
                  <c:v>1.5066805647683257E-2</c:v>
                </c:pt>
                <c:pt idx="16">
                  <c:v>1.948912015137183E-2</c:v>
                </c:pt>
                <c:pt idx="17">
                  <c:v>3.302961275626437E-2</c:v>
                </c:pt>
                <c:pt idx="18">
                  <c:v>3.6296084595598854E-2</c:v>
                </c:pt>
                <c:pt idx="19">
                  <c:v>3.9725635895970335E-2</c:v>
                </c:pt>
                <c:pt idx="20">
                  <c:v>4.4397865853658569E-2</c:v>
                </c:pt>
                <c:pt idx="21">
                  <c:v>4.511349605850512E-2</c:v>
                </c:pt>
                <c:pt idx="22">
                  <c:v>4.5899458329373699E-2</c:v>
                </c:pt>
                <c:pt idx="23">
                  <c:v>5.253140464408057E-2</c:v>
                </c:pt>
                <c:pt idx="24">
                  <c:v>5.6219188471748227E-2</c:v>
                </c:pt>
                <c:pt idx="25">
                  <c:v>6.9398545935228206E-2</c:v>
                </c:pt>
                <c:pt idx="26">
                  <c:v>8.0033777444173504E-2</c:v>
                </c:pt>
                <c:pt idx="27">
                  <c:v>8.53248693054518E-2</c:v>
                </c:pt>
                <c:pt idx="28">
                  <c:v>9.2334818114327977E-2</c:v>
                </c:pt>
                <c:pt idx="29">
                  <c:v>9.0591694230062414E-2</c:v>
                </c:pt>
                <c:pt idx="30">
                  <c:v>9.6800882515168274E-2</c:v>
                </c:pt>
                <c:pt idx="31">
                  <c:v>0.1019791094007696</c:v>
                </c:pt>
                <c:pt idx="32">
                  <c:v>0.10837438423645307</c:v>
                </c:pt>
                <c:pt idx="33">
                  <c:v>0.11441294074881858</c:v>
                </c:pt>
                <c:pt idx="34">
                  <c:v>0.12220606941668177</c:v>
                </c:pt>
                <c:pt idx="35">
                  <c:v>0.12531645569620253</c:v>
                </c:pt>
                <c:pt idx="36">
                  <c:v>0.13122699937169013</c:v>
                </c:pt>
                <c:pt idx="37">
                  <c:v>0.13252692918947551</c:v>
                </c:pt>
                <c:pt idx="38">
                  <c:v>0.1328294674659023</c:v>
                </c:pt>
                <c:pt idx="39">
                  <c:v>0.13340787889213845</c:v>
                </c:pt>
                <c:pt idx="40">
                  <c:v>0.12819641491801903</c:v>
                </c:pt>
                <c:pt idx="41">
                  <c:v>0.12367312552653753</c:v>
                </c:pt>
                <c:pt idx="42">
                  <c:v>0.1212806973430558</c:v>
                </c:pt>
                <c:pt idx="43">
                  <c:v>0.11790138854244603</c:v>
                </c:pt>
                <c:pt idx="44">
                  <c:v>0.11432098765432097</c:v>
                </c:pt>
                <c:pt idx="45">
                  <c:v>0.10992416211367551</c:v>
                </c:pt>
                <c:pt idx="46">
                  <c:v>0.10476884462796532</c:v>
                </c:pt>
                <c:pt idx="47">
                  <c:v>0.10147838663024267</c:v>
                </c:pt>
                <c:pt idx="48">
                  <c:v>9.2755693088947044E-2</c:v>
                </c:pt>
                <c:pt idx="49">
                  <c:v>8.3495751149917918E-2</c:v>
                </c:pt>
                <c:pt idx="50">
                  <c:v>7.7377300613497013E-2</c:v>
                </c:pt>
                <c:pt idx="51">
                  <c:v>7.3689003566820732E-2</c:v>
                </c:pt>
                <c:pt idx="52">
                  <c:v>7.1686746987951633E-2</c:v>
                </c:pt>
                <c:pt idx="53">
                  <c:v>7.1524966261808265E-2</c:v>
                </c:pt>
                <c:pt idx="54">
                  <c:v>7.1759605322170739E-2</c:v>
                </c:pt>
                <c:pt idx="55">
                  <c:v>6.857567869096326E-2</c:v>
                </c:pt>
                <c:pt idx="56">
                  <c:v>6.1156658541989817E-2</c:v>
                </c:pt>
                <c:pt idx="57">
                  <c:v>5.8114760120490772E-2</c:v>
                </c:pt>
                <c:pt idx="58">
                  <c:v>5.4085745694393728E-2</c:v>
                </c:pt>
                <c:pt idx="59">
                  <c:v>5.2009628711065625E-2</c:v>
                </c:pt>
                <c:pt idx="60">
                  <c:v>5.1989544002323473E-2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E3B9-4663-B32D-2A2BFD04B01E}"/>
            </c:ext>
          </c:extLst>
        </c:ser>
        <c:ser>
          <c:idx val="1"/>
          <c:order val="1"/>
          <c:tx>
            <c:v>Alimentos</c:v>
          </c:tx>
          <c:spPr>
            <a:ln w="25400" cap="rnd">
              <a:solidFill>
                <a:srgbClr val="00B050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layout>
                <c:manualLayout>
                  <c:x val="0"/>
                  <c:y val="5.1957514455371383E-2"/>
                </c:manualLayout>
              </c:layout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E3B9-4663-B32D-2A2BFD04B01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B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Hoja1!$A$4:$A$64</c:f>
              <c:numCache>
                <c:formatCode>mmm\-yy</c:formatCode>
                <c:ptCount val="61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</c:numCache>
            </c:numRef>
          </c:cat>
          <c:val>
            <c:numRef>
              <c:f>Hoja1!$C$4:$C$64</c:f>
              <c:numCache>
                <c:formatCode>0.0%</c:formatCode>
                <c:ptCount val="61"/>
                <c:pt idx="0">
                  <c:v>5.8000000000000003E-2</c:v>
                </c:pt>
                <c:pt idx="1">
                  <c:v>5.12820512820511E-2</c:v>
                </c:pt>
                <c:pt idx="2">
                  <c:v>5.8748277898051482E-2</c:v>
                </c:pt>
                <c:pt idx="3">
                  <c:v>7.193683594892275E-2</c:v>
                </c:pt>
                <c:pt idx="4">
                  <c:v>8.2272376543209846E-2</c:v>
                </c:pt>
                <c:pt idx="5">
                  <c:v>7.5699501724798779E-2</c:v>
                </c:pt>
                <c:pt idx="6">
                  <c:v>6.5463182897862238E-2</c:v>
                </c:pt>
                <c:pt idx="7">
                  <c:v>5.0028317915801424E-2</c:v>
                </c:pt>
                <c:pt idx="8">
                  <c:v>4.6691871455576628E-2</c:v>
                </c:pt>
                <c:pt idx="9">
                  <c:v>4.1396180261548565E-2</c:v>
                </c:pt>
                <c:pt idx="10">
                  <c:v>3.5472972972973027E-2</c:v>
                </c:pt>
                <c:pt idx="11">
                  <c:v>4.0916375978127695E-2</c:v>
                </c:pt>
                <c:pt idx="12">
                  <c:v>4.8015122873345861E-2</c:v>
                </c:pt>
                <c:pt idx="13">
                  <c:v>5.5159474671669928E-2</c:v>
                </c:pt>
                <c:pt idx="14">
                  <c:v>5.0190538154103459E-2</c:v>
                </c:pt>
                <c:pt idx="15">
                  <c:v>3.9192507047376646E-2</c:v>
                </c:pt>
                <c:pt idx="16">
                  <c:v>3.9746903128063504E-2</c:v>
                </c:pt>
                <c:pt idx="17">
                  <c:v>9.5136290753607522E-2</c:v>
                </c:pt>
                <c:pt idx="18">
                  <c:v>8.5161405386124489E-2</c:v>
                </c:pt>
                <c:pt idx="19">
                  <c:v>9.8076231571377237E-2</c:v>
                </c:pt>
                <c:pt idx="20">
                  <c:v>0.11495394618024202</c:v>
                </c:pt>
                <c:pt idx="21">
                  <c:v>0.12394976962688586</c:v>
                </c:pt>
                <c:pt idx="22">
                  <c:v>0.13757476889613907</c:v>
                </c:pt>
                <c:pt idx="23">
                  <c:v>0.15333756000362286</c:v>
                </c:pt>
                <c:pt idx="24">
                  <c:v>0.17225829725829711</c:v>
                </c:pt>
                <c:pt idx="25">
                  <c:v>0.19941322901849201</c:v>
                </c:pt>
                <c:pt idx="26">
                  <c:v>0.23294096822727672</c:v>
                </c:pt>
                <c:pt idx="27">
                  <c:v>0.25367518375918796</c:v>
                </c:pt>
                <c:pt idx="28">
                  <c:v>0.26176394960144012</c:v>
                </c:pt>
                <c:pt idx="29">
                  <c:v>0.21604034488368318</c:v>
                </c:pt>
                <c:pt idx="30">
                  <c:v>0.23642041252362578</c:v>
                </c:pt>
                <c:pt idx="31">
                  <c:v>0.24617273843634879</c:v>
                </c:pt>
                <c:pt idx="32">
                  <c:v>0.25560864987446341</c:v>
                </c:pt>
                <c:pt idx="33">
                  <c:v>0.26621654207861112</c:v>
                </c:pt>
                <c:pt idx="34">
                  <c:v>0.27023581899298921</c:v>
                </c:pt>
                <c:pt idx="35">
                  <c:v>0.27077116381341293</c:v>
                </c:pt>
                <c:pt idx="36">
                  <c:v>0.27811971072472685</c:v>
                </c:pt>
                <c:pt idx="37">
                  <c:v>0.26180416574012311</c:v>
                </c:pt>
                <c:pt idx="38">
                  <c:v>0.24140406288134364</c:v>
                </c:pt>
                <c:pt idx="39">
                  <c:v>0.21804983597403482</c:v>
                </c:pt>
                <c:pt idx="40">
                  <c:v>0.18470212621425164</c:v>
                </c:pt>
                <c:pt idx="41">
                  <c:v>0.15658862876254176</c:v>
                </c:pt>
                <c:pt idx="42">
                  <c:v>0.14316097301608388</c:v>
                </c:pt>
                <c:pt idx="43">
                  <c:v>0.13237419524372629</c:v>
                </c:pt>
                <c:pt idx="44">
                  <c:v>0.12442753015545382</c:v>
                </c:pt>
                <c:pt idx="45">
                  <c:v>0.11477178950041278</c:v>
                </c:pt>
                <c:pt idx="46">
                  <c:v>0.10361264425489214</c:v>
                </c:pt>
                <c:pt idx="47">
                  <c:v>8.2499073044123072E-2</c:v>
                </c:pt>
                <c:pt idx="48">
                  <c:v>5.0021067838439848E-2</c:v>
                </c:pt>
                <c:pt idx="49">
                  <c:v>2.9607002291018203E-2</c:v>
                </c:pt>
                <c:pt idx="50">
                  <c:v>1.8908291893142248E-2</c:v>
                </c:pt>
                <c:pt idx="51">
                  <c:v>1.7362901839436118E-2</c:v>
                </c:pt>
                <c:pt idx="52">
                  <c:v>2.9816513761467878E-2</c:v>
                </c:pt>
                <c:pt idx="53">
                  <c:v>4.4011335376785699E-2</c:v>
                </c:pt>
                <c:pt idx="54">
                  <c:v>5.2616279069767513E-2</c:v>
                </c:pt>
                <c:pt idx="55">
                  <c:v>5.2619365318790967E-2</c:v>
                </c:pt>
                <c:pt idx="56">
                  <c:v>3.3788435061955058E-2</c:v>
                </c:pt>
                <c:pt idx="57">
                  <c:v>2.7333295370423061E-2</c:v>
                </c:pt>
                <c:pt idx="58">
                  <c:v>1.7503978176858226E-2</c:v>
                </c:pt>
                <c:pt idx="59">
                  <c:v>2.3405834332362874E-2</c:v>
                </c:pt>
                <c:pt idx="60">
                  <c:v>3.313460215546904E-2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E3B9-4663-B32D-2A2BFD04B01E}"/>
            </c:ext>
          </c:extLst>
        </c:ser>
        <c:ser>
          <c:idx val="2"/>
          <c:order val="2"/>
          <c:tx>
            <c:v>Bebidas alcohólicas</c:v>
          </c:tx>
          <c:spPr>
            <a:ln w="25400" cap="rnd">
              <a:solidFill>
                <a:srgbClr val="196B24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layout>
                <c:manualLayout>
                  <c:x val="0"/>
                  <c:y val="-6.1854183875442233E-2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chemeClr val="accent3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446-405B-A567-A0F27C760C7D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Hoja1!$A$4:$A$64</c:f>
              <c:numCache>
                <c:formatCode>mmm\-yy</c:formatCode>
                <c:ptCount val="61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</c:numCache>
              <c:extLst xmlns:c15="http://schemas.microsoft.com/office/drawing/2012/chart"/>
            </c:numRef>
          </c:cat>
          <c:val>
            <c:numRef>
              <c:f>Hoja1!$D$4:$D$64</c:f>
              <c:numCache>
                <c:formatCode>0.0%</c:formatCode>
                <c:ptCount val="61"/>
                <c:pt idx="0">
                  <c:v>5.4800000000000001E-2</c:v>
                </c:pt>
                <c:pt idx="1">
                  <c:v>5.393571499651717E-2</c:v>
                </c:pt>
                <c:pt idx="2">
                  <c:v>4.8355327949576532E-2</c:v>
                </c:pt>
                <c:pt idx="3">
                  <c:v>4.0878048780487841E-2</c:v>
                </c:pt>
                <c:pt idx="4">
                  <c:v>3.3775283073647522E-2</c:v>
                </c:pt>
                <c:pt idx="5">
                  <c:v>2.8516562650023891E-2</c:v>
                </c:pt>
                <c:pt idx="6">
                  <c:v>2.8062446125850071E-2</c:v>
                </c:pt>
                <c:pt idx="7">
                  <c:v>2.9501915708812332E-2</c:v>
                </c:pt>
                <c:pt idx="8">
                  <c:v>3.3646472392638183E-2</c:v>
                </c:pt>
                <c:pt idx="9">
                  <c:v>3.6869899183869403E-2</c:v>
                </c:pt>
                <c:pt idx="10">
                  <c:v>3.5040689325035901E-2</c:v>
                </c:pt>
                <c:pt idx="11">
                  <c:v>3.2218091697645779E-2</c:v>
                </c:pt>
                <c:pt idx="12">
                  <c:v>2.6071293136139539E-2</c:v>
                </c:pt>
                <c:pt idx="13">
                  <c:v>2.3982626758568548E-2</c:v>
                </c:pt>
                <c:pt idx="14">
                  <c:v>2.1888210427430721E-2</c:v>
                </c:pt>
                <c:pt idx="15">
                  <c:v>2.4369669134876926E-2</c:v>
                </c:pt>
                <c:pt idx="16">
                  <c:v>2.8271859202396721E-2</c:v>
                </c:pt>
                <c:pt idx="17">
                  <c:v>2.7632561613144091E-2</c:v>
                </c:pt>
                <c:pt idx="18">
                  <c:v>2.8041736538103157E-2</c:v>
                </c:pt>
                <c:pt idx="19">
                  <c:v>2.9400818756978087E-2</c:v>
                </c:pt>
                <c:pt idx="20">
                  <c:v>2.8285263841231645E-2</c:v>
                </c:pt>
                <c:pt idx="21">
                  <c:v>3.1021390869524934E-2</c:v>
                </c:pt>
                <c:pt idx="22">
                  <c:v>3.4594394598094436E-2</c:v>
                </c:pt>
                <c:pt idx="23">
                  <c:v>3.7399575214701164E-2</c:v>
                </c:pt>
                <c:pt idx="24">
                  <c:v>4.6105516030675364E-2</c:v>
                </c:pt>
                <c:pt idx="25">
                  <c:v>5.1452282157676388E-2</c:v>
                </c:pt>
                <c:pt idx="26">
                  <c:v>5.6260341974627703E-2</c:v>
                </c:pt>
                <c:pt idx="27">
                  <c:v>6.0389788635739627E-2</c:v>
                </c:pt>
                <c:pt idx="28">
                  <c:v>6.2363437727603666E-2</c:v>
                </c:pt>
                <c:pt idx="29">
                  <c:v>6.7042151162790553E-2</c:v>
                </c:pt>
                <c:pt idx="30">
                  <c:v>6.841866787494344E-2</c:v>
                </c:pt>
                <c:pt idx="31">
                  <c:v>6.8058568329717906E-2</c:v>
                </c:pt>
                <c:pt idx="32">
                  <c:v>6.8632756132756212E-2</c:v>
                </c:pt>
                <c:pt idx="33">
                  <c:v>6.9067720495778584E-2</c:v>
                </c:pt>
                <c:pt idx="34">
                  <c:v>7.0183281180152157E-2</c:v>
                </c:pt>
                <c:pt idx="35">
                  <c:v>7.6731351255118208E-2</c:v>
                </c:pt>
                <c:pt idx="36">
                  <c:v>8.3730789613142509E-2</c:v>
                </c:pt>
                <c:pt idx="37">
                  <c:v>9.1817942646671868E-2</c:v>
                </c:pt>
                <c:pt idx="38">
                  <c:v>9.747606614447335E-2</c:v>
                </c:pt>
                <c:pt idx="39">
                  <c:v>0.10233842436793505</c:v>
                </c:pt>
                <c:pt idx="40">
                  <c:v>0.11037792441511685</c:v>
                </c:pt>
                <c:pt idx="41">
                  <c:v>0.11578409671377488</c:v>
                </c:pt>
                <c:pt idx="42">
                  <c:v>0.11704834605597947</c:v>
                </c:pt>
                <c:pt idx="43">
                  <c:v>0.11957349581111965</c:v>
                </c:pt>
                <c:pt idx="44">
                  <c:v>0.12929361127521322</c:v>
                </c:pt>
                <c:pt idx="45">
                  <c:v>0.13332773250441066</c:v>
                </c:pt>
                <c:pt idx="46">
                  <c:v>0.13266499582289071</c:v>
                </c:pt>
                <c:pt idx="47">
                  <c:v>0.1278935185185186</c:v>
                </c:pt>
                <c:pt idx="48">
                  <c:v>0.11947840260798714</c:v>
                </c:pt>
                <c:pt idx="49">
                  <c:v>0.11550200803212851</c:v>
                </c:pt>
                <c:pt idx="50">
                  <c:v>0.1137985725614592</c:v>
                </c:pt>
                <c:pt idx="51">
                  <c:v>0.10802348336594925</c:v>
                </c:pt>
                <c:pt idx="52">
                  <c:v>9.7244732576985404E-2</c:v>
                </c:pt>
                <c:pt idx="53">
                  <c:v>8.5991149092019104E-2</c:v>
                </c:pt>
                <c:pt idx="54">
                  <c:v>8.1548974943052466E-2</c:v>
                </c:pt>
                <c:pt idx="55">
                  <c:v>8.0120937263794323E-2</c:v>
                </c:pt>
                <c:pt idx="56">
                  <c:v>7.0323593154472785E-2</c:v>
                </c:pt>
                <c:pt idx="57">
                  <c:v>6.2416604892512773E-2</c:v>
                </c:pt>
                <c:pt idx="58">
                  <c:v>5.9300781826227889E-2</c:v>
                </c:pt>
                <c:pt idx="59">
                  <c:v>5.8271641134647778E-2</c:v>
                </c:pt>
                <c:pt idx="60">
                  <c:v>5.5693069306930632E-2</c:v>
                </c:pt>
              </c:numCache>
              <c:extLst xmlns:c15="http://schemas.microsoft.com/office/drawing/2012/chart"/>
            </c:numRef>
          </c:val>
          <c:smooth val="1"/>
          <c:extLst xmlns:c15="http://schemas.microsoft.com/office/drawing/2012/chart">
            <c:ext xmlns:c16="http://schemas.microsoft.com/office/drawing/2014/chart" uri="{C3380CC4-5D6E-409C-BE32-E72D297353CC}">
              <c16:uniqueId val="{00000002-E3B9-4663-B32D-2A2BFD04B01E}"/>
            </c:ext>
          </c:extLst>
        </c:ser>
        <c:ser>
          <c:idx val="3"/>
          <c:order val="3"/>
          <c:tx>
            <c:v>Prendas de vestir</c:v>
          </c:tx>
          <c:spPr>
            <a:ln w="25400" cap="rnd">
              <a:solidFill>
                <a:srgbClr val="00B0F0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layout>
                <c:manualLayout>
                  <c:x val="-1.1383291553747269E-4"/>
                  <c:y val="8.3095008026432673E-2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46C6F4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446-405B-A567-A0F27C760C7D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rgbClr val="46C6F4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Hoja1!$A$4:$A$64</c:f>
              <c:numCache>
                <c:formatCode>mmm\-yy</c:formatCode>
                <c:ptCount val="61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</c:numCache>
              <c:extLst xmlns:c15="http://schemas.microsoft.com/office/drawing/2012/chart"/>
            </c:numRef>
          </c:cat>
          <c:val>
            <c:numRef>
              <c:f>Hoja1!$E$4:$E$64</c:f>
              <c:numCache>
                <c:formatCode>0.0%</c:formatCode>
                <c:ptCount val="61"/>
                <c:pt idx="0">
                  <c:v>6.8999999999999999E-3</c:v>
                </c:pt>
                <c:pt idx="1">
                  <c:v>1.0717147435897356E-2</c:v>
                </c:pt>
                <c:pt idx="2">
                  <c:v>1.3010408326661338E-2</c:v>
                </c:pt>
                <c:pt idx="3">
                  <c:v>1.3713713713713549E-2</c:v>
                </c:pt>
                <c:pt idx="4">
                  <c:v>9.002700810243125E-3</c:v>
                </c:pt>
                <c:pt idx="5">
                  <c:v>3.2914422501495455E-3</c:v>
                </c:pt>
                <c:pt idx="6">
                  <c:v>-1.8236173393124E-2</c:v>
                </c:pt>
                <c:pt idx="7">
                  <c:v>-1.6879744306831812E-2</c:v>
                </c:pt>
                <c:pt idx="8">
                  <c:v>-2.8802072951963353E-2</c:v>
                </c:pt>
                <c:pt idx="9">
                  <c:v>-2.7473621341827514E-2</c:v>
                </c:pt>
                <c:pt idx="10">
                  <c:v>-2.9151328226047268E-2</c:v>
                </c:pt>
                <c:pt idx="11">
                  <c:v>-6.6189624329159313E-2</c:v>
                </c:pt>
                <c:pt idx="12">
                  <c:v>-3.9328632436190225E-2</c:v>
                </c:pt>
                <c:pt idx="13">
                  <c:v>-4.5386978495689179E-2</c:v>
                </c:pt>
                <c:pt idx="14">
                  <c:v>-3.1021537245603636E-2</c:v>
                </c:pt>
                <c:pt idx="15">
                  <c:v>-2.7056383924163097E-2</c:v>
                </c:pt>
                <c:pt idx="16">
                  <c:v>-2.6767126003767294E-2</c:v>
                </c:pt>
                <c:pt idx="17">
                  <c:v>-2.3262749776319702E-2</c:v>
                </c:pt>
                <c:pt idx="18">
                  <c:v>-2.5375558262281661E-3</c:v>
                </c:pt>
                <c:pt idx="19">
                  <c:v>2.0319008432378993E-4</c:v>
                </c:pt>
                <c:pt idx="20">
                  <c:v>1.0979989738327367E-2</c:v>
                </c:pt>
                <c:pt idx="21">
                  <c:v>9.2118730808596894E-3</c:v>
                </c:pt>
                <c:pt idx="22">
                  <c:v>-2.4390243902438935E-2</c:v>
                </c:pt>
                <c:pt idx="23">
                  <c:v>6.8114091102597918E-3</c:v>
                </c:pt>
                <c:pt idx="24">
                  <c:v>-2.6051897032978499E-2</c:v>
                </c:pt>
                <c:pt idx="25">
                  <c:v>1.7440049828713944E-2</c:v>
                </c:pt>
                <c:pt idx="26">
                  <c:v>1.1521207177813908E-2</c:v>
                </c:pt>
                <c:pt idx="27">
                  <c:v>-1.1062620521668509E-2</c:v>
                </c:pt>
                <c:pt idx="28">
                  <c:v>2.2206376693490792E-2</c:v>
                </c:pt>
                <c:pt idx="29">
                  <c:v>2.6972010178117012E-2</c:v>
                </c:pt>
                <c:pt idx="30">
                  <c:v>-3.0528136766050373E-4</c:v>
                </c:pt>
                <c:pt idx="31">
                  <c:v>3.3722701879126404E-2</c:v>
                </c:pt>
                <c:pt idx="32">
                  <c:v>3.7657328461226269E-2</c:v>
                </c:pt>
                <c:pt idx="33">
                  <c:v>5.0608519269776941E-2</c:v>
                </c:pt>
                <c:pt idx="34">
                  <c:v>9.0651260504201581E-2</c:v>
                </c:pt>
                <c:pt idx="35">
                  <c:v>0.10105708245243128</c:v>
                </c:pt>
                <c:pt idx="36">
                  <c:v>0.11230230336482339</c:v>
                </c:pt>
                <c:pt idx="37">
                  <c:v>7.3461891643709754E-2</c:v>
                </c:pt>
                <c:pt idx="38">
                  <c:v>7.0355810906158611E-2</c:v>
                </c:pt>
                <c:pt idx="39">
                  <c:v>9.7701149425287293E-2</c:v>
                </c:pt>
                <c:pt idx="40">
                  <c:v>7.1748878923766801E-2</c:v>
                </c:pt>
                <c:pt idx="41">
                  <c:v>7.2348860257680947E-2</c:v>
                </c:pt>
                <c:pt idx="42">
                  <c:v>0.10535423452768744</c:v>
                </c:pt>
                <c:pt idx="43">
                  <c:v>7.1926893976614004E-2</c:v>
                </c:pt>
                <c:pt idx="44">
                  <c:v>6.9842511982783906E-2</c:v>
                </c:pt>
                <c:pt idx="45">
                  <c:v>5.7824114296746831E-2</c:v>
                </c:pt>
                <c:pt idx="46">
                  <c:v>5.7497832996243892E-2</c:v>
                </c:pt>
                <c:pt idx="47">
                  <c:v>5.6547619047619069E-2</c:v>
                </c:pt>
                <c:pt idx="48">
                  <c:v>5.2295066323122308E-2</c:v>
                </c:pt>
                <c:pt idx="49">
                  <c:v>5.1230871590153049E-2</c:v>
                </c:pt>
                <c:pt idx="50">
                  <c:v>4.8780487804878092E-2</c:v>
                </c:pt>
                <c:pt idx="51">
                  <c:v>4.2539267015706983E-2</c:v>
                </c:pt>
                <c:pt idx="52">
                  <c:v>3.7470943747094365E-2</c:v>
                </c:pt>
                <c:pt idx="53">
                  <c:v>3.3364140480591553E-2</c:v>
                </c:pt>
                <c:pt idx="54">
                  <c:v>3.0573717653559207E-2</c:v>
                </c:pt>
                <c:pt idx="55">
                  <c:v>2.5025208543404398E-2</c:v>
                </c:pt>
                <c:pt idx="56">
                  <c:v>2.3041053305293824E-2</c:v>
                </c:pt>
                <c:pt idx="57">
                  <c:v>2.2175579485307573E-2</c:v>
                </c:pt>
                <c:pt idx="58">
                  <c:v>2.1311475409836023E-2</c:v>
                </c:pt>
                <c:pt idx="59">
                  <c:v>2.1353930031803747E-2</c:v>
                </c:pt>
                <c:pt idx="60">
                  <c:v>2.0585834769202949E-2</c:v>
                </c:pt>
              </c:numCache>
              <c:extLst xmlns:c15="http://schemas.microsoft.com/office/drawing/2012/chart"/>
            </c:numRef>
          </c:val>
          <c:smooth val="1"/>
          <c:extLst xmlns:c15="http://schemas.microsoft.com/office/drawing/2012/chart">
            <c:ext xmlns:c16="http://schemas.microsoft.com/office/drawing/2014/chart" uri="{C3380CC4-5D6E-409C-BE32-E72D297353CC}">
              <c16:uniqueId val="{00000003-E3B9-4663-B32D-2A2BFD04B01E}"/>
            </c:ext>
          </c:extLst>
        </c:ser>
        <c:ser>
          <c:idx val="4"/>
          <c:order val="4"/>
          <c:tx>
            <c:v>Alojamiento</c:v>
          </c:tx>
          <c:spPr>
            <a:ln w="25400" cap="rnd">
              <a:solidFill>
                <a:srgbClr val="7030A0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layout>
                <c:manualLayout>
                  <c:x val="0"/>
                  <c:y val="-6.6802518585477616E-2"/>
                </c:manualLayout>
              </c:layout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981-4F6D-8F0E-A5CABA83FB48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7030A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Hoja1!$A$4:$A$64</c:f>
              <c:numCache>
                <c:formatCode>mmm\-yy</c:formatCode>
                <c:ptCount val="61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</c:numCache>
            </c:numRef>
          </c:cat>
          <c:val>
            <c:numRef>
              <c:f>Hoja1!$F$4:$F$64</c:f>
              <c:numCache>
                <c:formatCode>0.0%</c:formatCode>
                <c:ptCount val="61"/>
                <c:pt idx="0">
                  <c:v>3.4599999999999999E-2</c:v>
                </c:pt>
                <c:pt idx="1">
                  <c:v>3.2518703241895208E-2</c:v>
                </c:pt>
                <c:pt idx="2">
                  <c:v>3.4417586790012944E-2</c:v>
                </c:pt>
                <c:pt idx="3">
                  <c:v>3.3300395256916859E-2</c:v>
                </c:pt>
                <c:pt idx="4">
                  <c:v>3.0097373856594833E-2</c:v>
                </c:pt>
                <c:pt idx="5">
                  <c:v>2.3699931446479194E-2</c:v>
                </c:pt>
                <c:pt idx="6">
                  <c:v>1.7418534103141203E-2</c:v>
                </c:pt>
                <c:pt idx="7">
                  <c:v>1.7291910902696328E-2</c:v>
                </c:pt>
                <c:pt idx="8">
                  <c:v>1.6385448161513549E-2</c:v>
                </c:pt>
                <c:pt idx="9">
                  <c:v>1.946661475569389E-2</c:v>
                </c:pt>
                <c:pt idx="10">
                  <c:v>1.6805906353215549E-2</c:v>
                </c:pt>
                <c:pt idx="11">
                  <c:v>1.5013560635412704E-2</c:v>
                </c:pt>
                <c:pt idx="12">
                  <c:v>1.8171273922289011E-2</c:v>
                </c:pt>
                <c:pt idx="13">
                  <c:v>1.8935368563423705E-2</c:v>
                </c:pt>
                <c:pt idx="14">
                  <c:v>1.7020867391095429E-2</c:v>
                </c:pt>
                <c:pt idx="15">
                  <c:v>1.8456536291479475E-2</c:v>
                </c:pt>
                <c:pt idx="16">
                  <c:v>2.1292848276520449E-2</c:v>
                </c:pt>
                <c:pt idx="17">
                  <c:v>2.5734238974457035E-2</c:v>
                </c:pt>
                <c:pt idx="18">
                  <c:v>3.1836106569202771E-2</c:v>
                </c:pt>
                <c:pt idx="19">
                  <c:v>3.3419763756842524E-2</c:v>
                </c:pt>
                <c:pt idx="20">
                  <c:v>3.4641589098934888E-2</c:v>
                </c:pt>
                <c:pt idx="21">
                  <c:v>3.3511552415505186E-2</c:v>
                </c:pt>
                <c:pt idx="22">
                  <c:v>3.7164421515238466E-2</c:v>
                </c:pt>
                <c:pt idx="23">
                  <c:v>3.8839583929764165E-2</c:v>
                </c:pt>
                <c:pt idx="24">
                  <c:v>3.6738181127776715E-2</c:v>
                </c:pt>
                <c:pt idx="25">
                  <c:v>4.020100502512558E-2</c:v>
                </c:pt>
                <c:pt idx="26">
                  <c:v>4.4723903177004365E-2</c:v>
                </c:pt>
                <c:pt idx="27">
                  <c:v>4.3474178403755781E-2</c:v>
                </c:pt>
                <c:pt idx="28">
                  <c:v>4.7494390426327637E-2</c:v>
                </c:pt>
                <c:pt idx="29">
                  <c:v>5.3628054467450115E-2</c:v>
                </c:pt>
                <c:pt idx="30">
                  <c:v>5.8724832214765099E-2</c:v>
                </c:pt>
                <c:pt idx="31">
                  <c:v>6.1425518074528451E-2</c:v>
                </c:pt>
                <c:pt idx="32">
                  <c:v>6.7334446299387896E-2</c:v>
                </c:pt>
                <c:pt idx="33">
                  <c:v>6.919168591224012E-2</c:v>
                </c:pt>
                <c:pt idx="34">
                  <c:v>7.037582903463524E-2</c:v>
                </c:pt>
                <c:pt idx="35">
                  <c:v>6.8620246187764078E-2</c:v>
                </c:pt>
                <c:pt idx="36">
                  <c:v>6.9407563409944251E-2</c:v>
                </c:pt>
                <c:pt idx="37">
                  <c:v>6.9729286300246107E-2</c:v>
                </c:pt>
                <c:pt idx="38">
                  <c:v>7.2223730654357832E-2</c:v>
                </c:pt>
                <c:pt idx="39">
                  <c:v>7.6846936020876555E-2</c:v>
                </c:pt>
                <c:pt idx="40">
                  <c:v>8.0328454123527404E-2</c:v>
                </c:pt>
                <c:pt idx="41">
                  <c:v>8.1349030716119319E-2</c:v>
                </c:pt>
                <c:pt idx="42">
                  <c:v>8.0648001408698766E-2</c:v>
                </c:pt>
                <c:pt idx="43">
                  <c:v>8.1334267203642119E-2</c:v>
                </c:pt>
                <c:pt idx="44">
                  <c:v>7.9770594369134473E-2</c:v>
                </c:pt>
                <c:pt idx="45">
                  <c:v>7.7846898220148564E-2</c:v>
                </c:pt>
                <c:pt idx="46">
                  <c:v>7.7366609294320154E-2</c:v>
                </c:pt>
                <c:pt idx="47">
                  <c:v>8.750967076420535E-2</c:v>
                </c:pt>
                <c:pt idx="48">
                  <c:v>9.2559294460142105E-2</c:v>
                </c:pt>
                <c:pt idx="49">
                  <c:v>9.6370143149284049E-2</c:v>
                </c:pt>
                <c:pt idx="50">
                  <c:v>9.7661855322022317E-2</c:v>
                </c:pt>
                <c:pt idx="51">
                  <c:v>9.5763349210328252E-2</c:v>
                </c:pt>
                <c:pt idx="52">
                  <c:v>9.3440185062789061E-2</c:v>
                </c:pt>
                <c:pt idx="53">
                  <c:v>9.1437459070072169E-2</c:v>
                </c:pt>
                <c:pt idx="54">
                  <c:v>9.2553364836239105E-2</c:v>
                </c:pt>
                <c:pt idx="55">
                  <c:v>9.0599951420937463E-2</c:v>
                </c:pt>
                <c:pt idx="56">
                  <c:v>8.7236439723161086E-2</c:v>
                </c:pt>
                <c:pt idx="57">
                  <c:v>8.4889779559118361E-2</c:v>
                </c:pt>
                <c:pt idx="58">
                  <c:v>8.0677370396996517E-2</c:v>
                </c:pt>
                <c:pt idx="59">
                  <c:v>7.2563433720654436E-2</c:v>
                </c:pt>
                <c:pt idx="60">
                  <c:v>6.959247648902811E-2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E3B9-4663-B32D-2A2BFD04B01E}"/>
            </c:ext>
          </c:extLst>
        </c:ser>
        <c:ser>
          <c:idx val="5"/>
          <c:order val="5"/>
          <c:tx>
            <c:v>Muebles</c:v>
          </c:tx>
          <c:spPr>
            <a:ln w="25400" cap="rnd">
              <a:solidFill>
                <a:srgbClr val="E8E8E8">
                  <a:lumMod val="50000"/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layout>
                <c:manualLayout>
                  <c:x val="0"/>
                  <c:y val="5.9380016520424544E-2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446-405B-A567-A0F27C760C7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Hoja1!$A$4:$A$64</c:f>
              <c:numCache>
                <c:formatCode>mmm\-yy</c:formatCode>
                <c:ptCount val="61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</c:numCache>
              <c:extLst xmlns:c15="http://schemas.microsoft.com/office/drawing/2012/chart"/>
            </c:numRef>
          </c:cat>
          <c:val>
            <c:numRef>
              <c:f>Hoja1!$G$4:$G$64</c:f>
              <c:numCache>
                <c:formatCode>0.0%</c:formatCode>
                <c:ptCount val="61"/>
                <c:pt idx="0">
                  <c:v>2.5399999999999999E-2</c:v>
                </c:pt>
                <c:pt idx="1">
                  <c:v>2.5980489747162938E-2</c:v>
                </c:pt>
                <c:pt idx="2">
                  <c:v>2.54808645647433E-2</c:v>
                </c:pt>
                <c:pt idx="3">
                  <c:v>2.4896265560165887E-2</c:v>
                </c:pt>
                <c:pt idx="4">
                  <c:v>2.0847674304258046E-2</c:v>
                </c:pt>
                <c:pt idx="5">
                  <c:v>3.9211841976261042E-4</c:v>
                </c:pt>
                <c:pt idx="6">
                  <c:v>-7.4349442379182396E-3</c:v>
                </c:pt>
                <c:pt idx="7">
                  <c:v>-7.9202112056321328E-3</c:v>
                </c:pt>
                <c:pt idx="8">
                  <c:v>-8.7967940572769576E-3</c:v>
                </c:pt>
                <c:pt idx="9">
                  <c:v>-8.3024028130493921E-3</c:v>
                </c:pt>
                <c:pt idx="10">
                  <c:v>-7.5246750708491961E-3</c:v>
                </c:pt>
                <c:pt idx="11">
                  <c:v>-1.171303074670571E-2</c:v>
                </c:pt>
                <c:pt idx="12">
                  <c:v>-9.5572459527989428E-3</c:v>
                </c:pt>
                <c:pt idx="13">
                  <c:v>-1.2127680217328018E-2</c:v>
                </c:pt>
                <c:pt idx="14">
                  <c:v>-6.091076090109393E-3</c:v>
                </c:pt>
                <c:pt idx="15">
                  <c:v>-6.1692693271641064E-3</c:v>
                </c:pt>
                <c:pt idx="16">
                  <c:v>-3.1788845005298327E-3</c:v>
                </c:pt>
                <c:pt idx="17">
                  <c:v>1.7246447819696309E-2</c:v>
                </c:pt>
                <c:pt idx="18">
                  <c:v>2.6808594520008056E-2</c:v>
                </c:pt>
                <c:pt idx="19">
                  <c:v>2.9174058742361675E-2</c:v>
                </c:pt>
                <c:pt idx="20">
                  <c:v>3.2738388719061318E-2</c:v>
                </c:pt>
                <c:pt idx="21">
                  <c:v>3.545750024623251E-2</c:v>
                </c:pt>
                <c:pt idx="22">
                  <c:v>3.8204017329657391E-2</c:v>
                </c:pt>
                <c:pt idx="23">
                  <c:v>4.4246913580247016E-2</c:v>
                </c:pt>
                <c:pt idx="24">
                  <c:v>4.3422607325718676E-2</c:v>
                </c:pt>
                <c:pt idx="25">
                  <c:v>7.1204085641327852E-2</c:v>
                </c:pt>
                <c:pt idx="26">
                  <c:v>8.8521400778210246E-2</c:v>
                </c:pt>
                <c:pt idx="27">
                  <c:v>0.10533462657613968</c:v>
                </c:pt>
                <c:pt idx="28">
                  <c:v>0.11760726710475455</c:v>
                </c:pt>
                <c:pt idx="29">
                  <c:v>0.12320585685386765</c:v>
                </c:pt>
                <c:pt idx="30">
                  <c:v>0.1299673641773853</c:v>
                </c:pt>
                <c:pt idx="31">
                  <c:v>0.13589350699099789</c:v>
                </c:pt>
                <c:pt idx="32">
                  <c:v>0.14752219994270988</c:v>
                </c:pt>
                <c:pt idx="33">
                  <c:v>0.16198991724531542</c:v>
                </c:pt>
                <c:pt idx="34">
                  <c:v>0.16739377845220038</c:v>
                </c:pt>
                <c:pt idx="35">
                  <c:v>0.1732715407169203</c:v>
                </c:pt>
                <c:pt idx="36">
                  <c:v>0.1825044824006794</c:v>
                </c:pt>
                <c:pt idx="37">
                  <c:v>0.17520858164481545</c:v>
                </c:pt>
                <c:pt idx="38">
                  <c:v>0.16890080428954435</c:v>
                </c:pt>
                <c:pt idx="39">
                  <c:v>0.16461916461916459</c:v>
                </c:pt>
                <c:pt idx="40">
                  <c:v>0.15970600951145686</c:v>
                </c:pt>
                <c:pt idx="41">
                  <c:v>0.1553173241852488</c:v>
                </c:pt>
                <c:pt idx="42">
                  <c:v>0.14610941216445794</c:v>
                </c:pt>
                <c:pt idx="43">
                  <c:v>0.14003878256470781</c:v>
                </c:pt>
                <c:pt idx="44">
                  <c:v>0.12822433017140944</c:v>
                </c:pt>
                <c:pt idx="45">
                  <c:v>0.11353962017026853</c:v>
                </c:pt>
                <c:pt idx="46">
                  <c:v>0.10561377853603049</c:v>
                </c:pt>
                <c:pt idx="47">
                  <c:v>9.8508665860540301E-2</c:v>
                </c:pt>
                <c:pt idx="48">
                  <c:v>8.9378341712552878E-2</c:v>
                </c:pt>
                <c:pt idx="49">
                  <c:v>7.2320174754251676E-2</c:v>
                </c:pt>
                <c:pt idx="50">
                  <c:v>5.4892966360856166E-2</c:v>
                </c:pt>
                <c:pt idx="51">
                  <c:v>4.2269439421338317E-2</c:v>
                </c:pt>
                <c:pt idx="52">
                  <c:v>3.5788845809722414E-2</c:v>
                </c:pt>
                <c:pt idx="53">
                  <c:v>3.2588523494914812E-2</c:v>
                </c:pt>
                <c:pt idx="54">
                  <c:v>3.1722502223539895E-2</c:v>
                </c:pt>
                <c:pt idx="55">
                  <c:v>2.8693980180446665E-2</c:v>
                </c:pt>
                <c:pt idx="56">
                  <c:v>2.6108120067851459E-2</c:v>
                </c:pt>
                <c:pt idx="57">
                  <c:v>2.3083143424244446E-2</c:v>
                </c:pt>
                <c:pt idx="58">
                  <c:v>2.2117716217209038E-2</c:v>
                </c:pt>
                <c:pt idx="59">
                  <c:v>2.2528803111469875E-2</c:v>
                </c:pt>
                <c:pt idx="60">
                  <c:v>2.1829902571240289E-2</c:v>
                </c:pt>
              </c:numCache>
              <c:extLst xmlns:c15="http://schemas.microsoft.com/office/drawing/2012/chart"/>
            </c:numRef>
          </c:val>
          <c:smooth val="1"/>
          <c:extLst xmlns:c15="http://schemas.microsoft.com/office/drawing/2012/chart">
            <c:ext xmlns:c16="http://schemas.microsoft.com/office/drawing/2014/chart" uri="{C3380CC4-5D6E-409C-BE32-E72D297353CC}">
              <c16:uniqueId val="{00000005-E3B9-4663-B32D-2A2BFD04B01E}"/>
            </c:ext>
          </c:extLst>
        </c:ser>
        <c:ser>
          <c:idx val="6"/>
          <c:order val="6"/>
          <c:tx>
            <c:strRef>
              <c:f>Hoja1!$H$3</c:f>
              <c:strCache>
                <c:ptCount val="1"/>
                <c:pt idx="0">
                  <c:v>Salud</c:v>
                </c:pt>
              </c:strCache>
            </c:strRef>
          </c:tx>
          <c:spPr>
            <a:ln w="25400" cap="rnd">
              <a:solidFill>
                <a:srgbClr val="FF6699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layout>
                <c:manualLayout>
                  <c:x val="1.1977448445100846E-3"/>
                  <c:y val="-3.216417561522996E-2"/>
                </c:manualLayout>
              </c:layout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446-405B-A567-A0F27C760C7D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FF6699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Hoja1!$A$4:$A$64</c:f>
              <c:numCache>
                <c:formatCode>mmm\-yy</c:formatCode>
                <c:ptCount val="61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</c:numCache>
            </c:numRef>
          </c:cat>
          <c:val>
            <c:numRef>
              <c:f>Hoja1!$H$4:$H$64</c:f>
              <c:numCache>
                <c:formatCode>0.0%</c:formatCode>
                <c:ptCount val="61"/>
                <c:pt idx="0">
                  <c:v>2.8199999999999999E-2</c:v>
                </c:pt>
                <c:pt idx="1">
                  <c:v>3.0387566005778632E-2</c:v>
                </c:pt>
                <c:pt idx="2">
                  <c:v>3.7369207772795177E-2</c:v>
                </c:pt>
                <c:pt idx="3">
                  <c:v>4.0796019900497527E-2</c:v>
                </c:pt>
                <c:pt idx="4">
                  <c:v>4.2852891578216479E-2</c:v>
                </c:pt>
                <c:pt idx="5">
                  <c:v>4.4725905402730914E-2</c:v>
                </c:pt>
                <c:pt idx="6">
                  <c:v>4.5189935865811659E-2</c:v>
                </c:pt>
                <c:pt idx="7">
                  <c:v>4.9458128078817776E-2</c:v>
                </c:pt>
                <c:pt idx="8">
                  <c:v>5.3732809430255379E-2</c:v>
                </c:pt>
                <c:pt idx="9">
                  <c:v>5.378134796238232E-2</c:v>
                </c:pt>
                <c:pt idx="10">
                  <c:v>5.0961632334276974E-2</c:v>
                </c:pt>
                <c:pt idx="11">
                  <c:v>5.0073063809059848E-2</c:v>
                </c:pt>
                <c:pt idx="12">
                  <c:v>4.9601244893989538E-2</c:v>
                </c:pt>
                <c:pt idx="13">
                  <c:v>4.6219299941984149E-2</c:v>
                </c:pt>
                <c:pt idx="14">
                  <c:v>4.5533141210374772E-2</c:v>
                </c:pt>
                <c:pt idx="15">
                  <c:v>4.378585086042075E-2</c:v>
                </c:pt>
                <c:pt idx="16">
                  <c:v>4.2899267573480504E-2</c:v>
                </c:pt>
                <c:pt idx="17">
                  <c:v>4.129569994317106E-2</c:v>
                </c:pt>
                <c:pt idx="18">
                  <c:v>4.0215236476918603E-2</c:v>
                </c:pt>
                <c:pt idx="19">
                  <c:v>3.7269996244836623E-2</c:v>
                </c:pt>
                <c:pt idx="20">
                  <c:v>3.2627948168173715E-2</c:v>
                </c:pt>
                <c:pt idx="21">
                  <c:v>3.4675095286790025E-2</c:v>
                </c:pt>
                <c:pt idx="22">
                  <c:v>3.910822108685541E-2</c:v>
                </c:pt>
                <c:pt idx="23">
                  <c:v>4.072734019853419E-2</c:v>
                </c:pt>
                <c:pt idx="24">
                  <c:v>3.984432913269087E-2</c:v>
                </c:pt>
                <c:pt idx="25">
                  <c:v>4.6765249537892739E-2</c:v>
                </c:pt>
                <c:pt idx="26">
                  <c:v>5.2829841969864066E-2</c:v>
                </c:pt>
                <c:pt idx="27">
                  <c:v>5.9809488917383913E-2</c:v>
                </c:pt>
                <c:pt idx="28">
                  <c:v>6.4483765049252018E-2</c:v>
                </c:pt>
                <c:pt idx="29">
                  <c:v>6.8037111151537211E-2</c:v>
                </c:pt>
                <c:pt idx="30">
                  <c:v>7.0333061076322645E-2</c:v>
                </c:pt>
                <c:pt idx="31">
                  <c:v>7.6749027061272512E-2</c:v>
                </c:pt>
                <c:pt idx="32">
                  <c:v>8.2061930125485238E-2</c:v>
                </c:pt>
                <c:pt idx="33">
                  <c:v>8.2389937106918332E-2</c:v>
                </c:pt>
                <c:pt idx="34">
                  <c:v>8.4480600750938661E-2</c:v>
                </c:pt>
                <c:pt idx="35">
                  <c:v>8.7894455339632804E-2</c:v>
                </c:pt>
                <c:pt idx="36">
                  <c:v>9.5348422741044381E-2</c:v>
                </c:pt>
                <c:pt idx="37">
                  <c:v>0.10294896697863321</c:v>
                </c:pt>
                <c:pt idx="38">
                  <c:v>0.10384850335980444</c:v>
                </c:pt>
                <c:pt idx="39">
                  <c:v>0.10863365309826301</c:v>
                </c:pt>
                <c:pt idx="40">
                  <c:v>0.11053037443235381</c:v>
                </c:pt>
                <c:pt idx="41">
                  <c:v>0.11318344404701075</c:v>
                </c:pt>
                <c:pt idx="42">
                  <c:v>0.11259962692894687</c:v>
                </c:pt>
                <c:pt idx="43">
                  <c:v>0.1089350256367152</c:v>
                </c:pt>
                <c:pt idx="44">
                  <c:v>0.10370432170865995</c:v>
                </c:pt>
                <c:pt idx="45">
                  <c:v>0.10326222296007304</c:v>
                </c:pt>
                <c:pt idx="46">
                  <c:v>0.10056879070150848</c:v>
                </c:pt>
                <c:pt idx="47">
                  <c:v>0.10037692559816436</c:v>
                </c:pt>
                <c:pt idx="48">
                  <c:v>9.4939798242759554E-2</c:v>
                </c:pt>
                <c:pt idx="49">
                  <c:v>8.9257124559718237E-2</c:v>
                </c:pt>
                <c:pt idx="50">
                  <c:v>8.2061823069017326E-2</c:v>
                </c:pt>
                <c:pt idx="51">
                  <c:v>7.9045837231056959E-2</c:v>
                </c:pt>
                <c:pt idx="52">
                  <c:v>7.1830877247125891E-2</c:v>
                </c:pt>
                <c:pt idx="53">
                  <c:v>6.6712569811032019E-2</c:v>
                </c:pt>
                <c:pt idx="54">
                  <c:v>6.7825026672763356E-2</c:v>
                </c:pt>
                <c:pt idx="55">
                  <c:v>6.4579701356779928E-2</c:v>
                </c:pt>
                <c:pt idx="56">
                  <c:v>6.3421271449089156E-2</c:v>
                </c:pt>
                <c:pt idx="57">
                  <c:v>6.162064554961999E-2</c:v>
                </c:pt>
                <c:pt idx="58">
                  <c:v>5.8572391581155125E-2</c:v>
                </c:pt>
                <c:pt idx="59">
                  <c:v>5.6296075657159994E-2</c:v>
                </c:pt>
                <c:pt idx="60">
                  <c:v>5.5427594917898837E-2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6-E3B9-4663-B32D-2A2BFD04B01E}"/>
            </c:ext>
          </c:extLst>
        </c:ser>
        <c:ser>
          <c:idx val="7"/>
          <c:order val="7"/>
          <c:tx>
            <c:strRef>
              <c:f>Hoja1!$I$3</c:f>
              <c:strCache>
                <c:ptCount val="1"/>
                <c:pt idx="0">
                  <c:v>Transporte</c:v>
                </c:pt>
              </c:strCache>
            </c:strRef>
          </c:tx>
          <c:spPr>
            <a:ln w="25400" cap="rnd">
              <a:solidFill>
                <a:srgbClr val="C00000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layout>
                <c:manualLayout>
                  <c:x val="1.1977448445100846E-3"/>
                  <c:y val="2.9690008260212272E-2"/>
                </c:manualLayout>
              </c:layout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981-4F6D-8F0E-A5CABA83FB48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C0000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Hoja1!$A$4:$A$64</c:f>
              <c:numCache>
                <c:formatCode>mmm\-yy</c:formatCode>
                <c:ptCount val="61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</c:numCache>
            </c:numRef>
          </c:cat>
          <c:val>
            <c:numRef>
              <c:f>Hoja1!$I$4:$I$64</c:f>
              <c:numCache>
                <c:formatCode>0.0%</c:formatCode>
                <c:ptCount val="61"/>
                <c:pt idx="0">
                  <c:v>3.4099999999999998E-2</c:v>
                </c:pt>
                <c:pt idx="1">
                  <c:v>3.7561024210421401E-2</c:v>
                </c:pt>
                <c:pt idx="2">
                  <c:v>3.2427088482451794E-2</c:v>
                </c:pt>
                <c:pt idx="3">
                  <c:v>2.7775041859548821E-2</c:v>
                </c:pt>
                <c:pt idx="4">
                  <c:v>1.6312893081760871E-2</c:v>
                </c:pt>
                <c:pt idx="5">
                  <c:v>1.139825095804281E-2</c:v>
                </c:pt>
                <c:pt idx="6">
                  <c:v>1.5650983077373226E-3</c:v>
                </c:pt>
                <c:pt idx="7">
                  <c:v>1.2680452594615588E-3</c:v>
                </c:pt>
                <c:pt idx="8">
                  <c:v>2.8256844977103679E-3</c:v>
                </c:pt>
                <c:pt idx="9">
                  <c:v>1.0712894429294906E-2</c:v>
                </c:pt>
                <c:pt idx="10">
                  <c:v>1.8381637813654983E-2</c:v>
                </c:pt>
                <c:pt idx="11">
                  <c:v>1.7100660707345616E-2</c:v>
                </c:pt>
                <c:pt idx="12">
                  <c:v>1.3538342520065916E-2</c:v>
                </c:pt>
                <c:pt idx="13">
                  <c:v>1.3443441521029387E-2</c:v>
                </c:pt>
                <c:pt idx="14">
                  <c:v>1.6949152542372836E-2</c:v>
                </c:pt>
                <c:pt idx="15">
                  <c:v>2.2041207474844393E-2</c:v>
                </c:pt>
                <c:pt idx="16">
                  <c:v>3.5196286985109237E-2</c:v>
                </c:pt>
                <c:pt idx="17">
                  <c:v>4.3524725541630227E-2</c:v>
                </c:pt>
                <c:pt idx="18">
                  <c:v>5.0004883289383795E-2</c:v>
                </c:pt>
                <c:pt idx="19">
                  <c:v>4.978080857282019E-2</c:v>
                </c:pt>
                <c:pt idx="20">
                  <c:v>5.0621842207539736E-2</c:v>
                </c:pt>
                <c:pt idx="21">
                  <c:v>4.8082482173829266E-2</c:v>
                </c:pt>
                <c:pt idx="22">
                  <c:v>4.3930856651704708E-2</c:v>
                </c:pt>
                <c:pt idx="23">
                  <c:v>4.9102025219717182E-2</c:v>
                </c:pt>
                <c:pt idx="24">
                  <c:v>5.6864802976815065E-2</c:v>
                </c:pt>
                <c:pt idx="25">
                  <c:v>6.8978586317983481E-2</c:v>
                </c:pt>
                <c:pt idx="26">
                  <c:v>7.4293785310734384E-2</c:v>
                </c:pt>
                <c:pt idx="27">
                  <c:v>7.3792780121894053E-2</c:v>
                </c:pt>
                <c:pt idx="28">
                  <c:v>7.6779376050812642E-2</c:v>
                </c:pt>
                <c:pt idx="29">
                  <c:v>7.6063681221487878E-2</c:v>
                </c:pt>
                <c:pt idx="30">
                  <c:v>8.3341084550274225E-2</c:v>
                </c:pt>
                <c:pt idx="31">
                  <c:v>9.1128433556050492E-2</c:v>
                </c:pt>
                <c:pt idx="32">
                  <c:v>9.4793304355867969E-2</c:v>
                </c:pt>
                <c:pt idx="33">
                  <c:v>9.5890410958904271E-2</c:v>
                </c:pt>
                <c:pt idx="34">
                  <c:v>0.10227792516695633</c:v>
                </c:pt>
                <c:pt idx="35">
                  <c:v>0.11200145692952113</c:v>
                </c:pt>
                <c:pt idx="36">
                  <c:v>0.11591586169540502</c:v>
                </c:pt>
                <c:pt idx="37">
                  <c:v>0.13924836021981934</c:v>
                </c:pt>
                <c:pt idx="38">
                  <c:v>0.14900517135594704</c:v>
                </c:pt>
                <c:pt idx="39">
                  <c:v>0.16032134125043651</c:v>
                </c:pt>
                <c:pt idx="40">
                  <c:v>0.16741845940319222</c:v>
                </c:pt>
                <c:pt idx="41">
                  <c:v>0.1782315279460116</c:v>
                </c:pt>
                <c:pt idx="42">
                  <c:v>0.18184940327981458</c:v>
                </c:pt>
                <c:pt idx="43">
                  <c:v>0.18319442081986748</c:v>
                </c:pt>
                <c:pt idx="44">
                  <c:v>0.18584220307484367</c:v>
                </c:pt>
                <c:pt idx="45">
                  <c:v>0.18557046979865754</c:v>
                </c:pt>
                <c:pt idx="46">
                  <c:v>0.1726284338949291</c:v>
                </c:pt>
                <c:pt idx="47">
                  <c:v>0.16541107107762842</c:v>
                </c:pt>
                <c:pt idx="48">
                  <c:v>0.15427554404983423</c:v>
                </c:pt>
                <c:pt idx="49">
                  <c:v>0.13218703804559251</c:v>
                </c:pt>
                <c:pt idx="50">
                  <c:v>0.11961247997558933</c:v>
                </c:pt>
                <c:pt idx="51">
                  <c:v>0.11717338952438294</c:v>
                </c:pt>
                <c:pt idx="52">
                  <c:v>0.10417595482241038</c:v>
                </c:pt>
                <c:pt idx="53">
                  <c:v>9.0688794242913762E-2</c:v>
                </c:pt>
                <c:pt idx="54">
                  <c:v>8.1075190701053401E-2</c:v>
                </c:pt>
                <c:pt idx="55">
                  <c:v>6.8861414606095295E-2</c:v>
                </c:pt>
                <c:pt idx="56">
                  <c:v>6.0621171106995275E-2</c:v>
                </c:pt>
                <c:pt idx="57">
                  <c:v>5.6113784319275384E-2</c:v>
                </c:pt>
                <c:pt idx="58">
                  <c:v>5.6267251751716429E-2</c:v>
                </c:pt>
                <c:pt idx="59">
                  <c:v>5.051995503091633E-2</c:v>
                </c:pt>
                <c:pt idx="60">
                  <c:v>5.1864311746565805E-2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7-E3B9-4663-B32D-2A2BFD04B01E}"/>
            </c:ext>
          </c:extLst>
        </c:ser>
        <c:ser>
          <c:idx val="8"/>
          <c:order val="8"/>
          <c:tx>
            <c:strRef>
              <c:f>Hoja1!$J$3</c:f>
              <c:strCache>
                <c:ptCount val="1"/>
                <c:pt idx="0">
                  <c:v>Comunicaciones</c:v>
                </c:pt>
              </c:strCache>
            </c:strRef>
          </c:tx>
          <c:spPr>
            <a:ln w="25400" cap="rnd">
              <a:solidFill>
                <a:srgbClr val="156082">
                  <a:lumMod val="75000"/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layout>
                <c:manualLayout>
                  <c:x val="1.1977448445100846E-3"/>
                  <c:y val="8.3095008026432493E-2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chemeClr val="accent1">
                          <a:lumMod val="75000"/>
                        </a:schemeClr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8ED-43C9-8BD0-CF2A3878546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accent1">
                        <a:lumMod val="75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Hoja1!$A$4:$A$64</c:f>
              <c:numCache>
                <c:formatCode>mmm\-yy</c:formatCode>
                <c:ptCount val="61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</c:numCache>
            </c:numRef>
          </c:cat>
          <c:val>
            <c:numRef>
              <c:f>Hoja1!$J$4:$J$64</c:f>
              <c:numCache>
                <c:formatCode>0.0%</c:formatCode>
                <c:ptCount val="61"/>
                <c:pt idx="0">
                  <c:v>2.7300000000000001E-2</c:v>
                </c:pt>
                <c:pt idx="1">
                  <c:v>1.6660094637223954E-2</c:v>
                </c:pt>
                <c:pt idx="2">
                  <c:v>1.6877220686932537E-2</c:v>
                </c:pt>
                <c:pt idx="3">
                  <c:v>1.8381262970649237E-2</c:v>
                </c:pt>
                <c:pt idx="4">
                  <c:v>-1.884015307624376E-2</c:v>
                </c:pt>
                <c:pt idx="5">
                  <c:v>-4.8895434462444709E-2</c:v>
                </c:pt>
                <c:pt idx="6">
                  <c:v>-4.8363314656443501E-2</c:v>
                </c:pt>
                <c:pt idx="7">
                  <c:v>-5.163123346722831E-2</c:v>
                </c:pt>
                <c:pt idx="8">
                  <c:v>-1.5704750687082769E-2</c:v>
                </c:pt>
                <c:pt idx="9">
                  <c:v>9.5219397271031347E-3</c:v>
                </c:pt>
                <c:pt idx="10">
                  <c:v>8.8399960711127434E-3</c:v>
                </c:pt>
                <c:pt idx="11">
                  <c:v>4.8157248157247867E-3</c:v>
                </c:pt>
                <c:pt idx="12">
                  <c:v>-9.7342548427925557E-4</c:v>
                </c:pt>
                <c:pt idx="13">
                  <c:v>-6.3996897120138785E-3</c:v>
                </c:pt>
                <c:pt idx="14">
                  <c:v>-6.3088420848297355E-3</c:v>
                </c:pt>
                <c:pt idx="15">
                  <c:v>-1.4944201843765104E-2</c:v>
                </c:pt>
                <c:pt idx="16">
                  <c:v>3.7003700370037418E-3</c:v>
                </c:pt>
                <c:pt idx="17">
                  <c:v>3.20016516981525E-3</c:v>
                </c:pt>
                <c:pt idx="18">
                  <c:v>1.1362462555521979E-3</c:v>
                </c:pt>
                <c:pt idx="19">
                  <c:v>1.0330578512407484E-4</c:v>
                </c:pt>
                <c:pt idx="20">
                  <c:v>-3.6298364579178344E-2</c:v>
                </c:pt>
                <c:pt idx="21">
                  <c:v>-5.9509918319719968E-2</c:v>
                </c:pt>
                <c:pt idx="22">
                  <c:v>-0.1222860480965825</c:v>
                </c:pt>
                <c:pt idx="23">
                  <c:v>-0.11756651017214392</c:v>
                </c:pt>
                <c:pt idx="24">
                  <c:v>-0.12101724641917566</c:v>
                </c:pt>
                <c:pt idx="25">
                  <c:v>-0.1184736996194008</c:v>
                </c:pt>
                <c:pt idx="26">
                  <c:v>-0.11730806798202764</c:v>
                </c:pt>
                <c:pt idx="27">
                  <c:v>-0.11141759432568221</c:v>
                </c:pt>
                <c:pt idx="28">
                  <c:v>-0.10003985651654057</c:v>
                </c:pt>
                <c:pt idx="29">
                  <c:v>-7.1105165671949022E-2</c:v>
                </c:pt>
                <c:pt idx="30">
                  <c:v>-7.0883202641353726E-2</c:v>
                </c:pt>
                <c:pt idx="31">
                  <c:v>-6.8897841132114501E-2</c:v>
                </c:pt>
                <c:pt idx="32">
                  <c:v>-6.6535596026490174E-2</c:v>
                </c:pt>
                <c:pt idx="33">
                  <c:v>-6.6480562448304359E-2</c:v>
                </c:pt>
                <c:pt idx="34">
                  <c:v>2.107598447032677E-3</c:v>
                </c:pt>
                <c:pt idx="35">
                  <c:v>1.7734426956328431E-3</c:v>
                </c:pt>
                <c:pt idx="36">
                  <c:v>2.5496064737833279E-3</c:v>
                </c:pt>
                <c:pt idx="37">
                  <c:v>1.9926934573231136E-3</c:v>
                </c:pt>
                <c:pt idx="38">
                  <c:v>8.8524952971114068E-4</c:v>
                </c:pt>
                <c:pt idx="39">
                  <c:v>3.1042128603104846E-3</c:v>
                </c:pt>
                <c:pt idx="40">
                  <c:v>2.1036315323297305E-3</c:v>
                </c:pt>
                <c:pt idx="41">
                  <c:v>3.2125844688157823E-3</c:v>
                </c:pt>
                <c:pt idx="42">
                  <c:v>6.1077179344808386E-3</c:v>
                </c:pt>
                <c:pt idx="43">
                  <c:v>4.881295762147797E-3</c:v>
                </c:pt>
                <c:pt idx="44">
                  <c:v>4.4340982152755171E-3</c:v>
                </c:pt>
                <c:pt idx="45">
                  <c:v>4.2086609812825859E-3</c:v>
                </c:pt>
                <c:pt idx="46">
                  <c:v>4.3170245738322066E-3</c:v>
                </c:pt>
                <c:pt idx="47">
                  <c:v>3.6512502766099519E-3</c:v>
                </c:pt>
                <c:pt idx="48">
                  <c:v>1.2162759840779191E-3</c:v>
                </c:pt>
                <c:pt idx="49">
                  <c:v>-7.7339520494978942E-4</c:v>
                </c:pt>
                <c:pt idx="50">
                  <c:v>2.1006080707572927E-3</c:v>
                </c:pt>
                <c:pt idx="51">
                  <c:v>1.6578249336869355E-3</c:v>
                </c:pt>
                <c:pt idx="52">
                  <c:v>2.2097005855692409E-4</c:v>
                </c:pt>
                <c:pt idx="53">
                  <c:v>-1.9876325088340474E-3</c:v>
                </c:pt>
                <c:pt idx="54">
                  <c:v>-1.5452538631346435E-3</c:v>
                </c:pt>
                <c:pt idx="55">
                  <c:v>-2.8703908147494905E-3</c:v>
                </c:pt>
                <c:pt idx="56">
                  <c:v>-7.0632380531949757E-3</c:v>
                </c:pt>
                <c:pt idx="57">
                  <c:v>-7.6100143377081375E-3</c:v>
                </c:pt>
                <c:pt idx="58">
                  <c:v>-9.8093243690069443E-3</c:v>
                </c:pt>
                <c:pt idx="59">
                  <c:v>-1.0031970014331315E-2</c:v>
                </c:pt>
                <c:pt idx="60">
                  <c:v>-9.2766427388183414E-3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8-E3B9-4663-B32D-2A2BFD04B01E}"/>
            </c:ext>
          </c:extLst>
        </c:ser>
        <c:ser>
          <c:idx val="9"/>
          <c:order val="9"/>
          <c:tx>
            <c:strRef>
              <c:f>Hoja1!$K$3</c:f>
              <c:strCache>
                <c:ptCount val="1"/>
                <c:pt idx="0">
                  <c:v>Recreación y cultura</c:v>
                </c:pt>
              </c:strCache>
            </c:strRef>
          </c:tx>
          <c:spPr>
            <a:ln w="25400" cap="rnd">
              <a:solidFill>
                <a:srgbClr val="92D050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layout>
                <c:manualLayout>
                  <c:x val="0"/>
                  <c:y val="6.5775836541308849E-2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981-4F6D-8F0E-A5CABA83FB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accent3">
                        <a:lumMod val="60000"/>
                        <a:lumOff val="40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Hoja1!$A$4:$A$64</c:f>
              <c:numCache>
                <c:formatCode>mmm\-yy</c:formatCode>
                <c:ptCount val="61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</c:numCache>
            </c:numRef>
          </c:cat>
          <c:val>
            <c:numRef>
              <c:f>Hoja1!$K$4:$K$64</c:f>
              <c:numCache>
                <c:formatCode>0.0%</c:formatCode>
                <c:ptCount val="61"/>
                <c:pt idx="0">
                  <c:v>3.6999999999999998E-2</c:v>
                </c:pt>
                <c:pt idx="1">
                  <c:v>3.71255101025183E-2</c:v>
                </c:pt>
                <c:pt idx="2">
                  <c:v>3.4158415841584189E-2</c:v>
                </c:pt>
                <c:pt idx="3">
                  <c:v>3.542288557213924E-2</c:v>
                </c:pt>
                <c:pt idx="4">
                  <c:v>3.233164732718441E-2</c:v>
                </c:pt>
                <c:pt idx="5">
                  <c:v>3.0785982973668524E-2</c:v>
                </c:pt>
                <c:pt idx="6">
                  <c:v>2.3631350925561234E-2</c:v>
                </c:pt>
                <c:pt idx="7">
                  <c:v>1.8906739811912265E-2</c:v>
                </c:pt>
                <c:pt idx="8">
                  <c:v>2.3178157532901311E-2</c:v>
                </c:pt>
                <c:pt idx="9">
                  <c:v>2.7520220950878027E-2</c:v>
                </c:pt>
                <c:pt idx="10">
                  <c:v>2.3267229530728573E-2</c:v>
                </c:pt>
                <c:pt idx="11">
                  <c:v>1.3983962448660181E-2</c:v>
                </c:pt>
                <c:pt idx="12">
                  <c:v>6.7502410800386325E-3</c:v>
                </c:pt>
                <c:pt idx="13">
                  <c:v>-6.2380038387715997E-3</c:v>
                </c:pt>
                <c:pt idx="14">
                  <c:v>-4.7869794159882684E-4</c:v>
                </c:pt>
                <c:pt idx="15">
                  <c:v>-2.0180665000961717E-3</c:v>
                </c:pt>
                <c:pt idx="16">
                  <c:v>-1.633202036699033E-3</c:v>
                </c:pt>
                <c:pt idx="17">
                  <c:v>-2.8810141169688386E-4</c:v>
                </c:pt>
                <c:pt idx="18">
                  <c:v>1.8276260100038577E-3</c:v>
                </c:pt>
                <c:pt idx="19">
                  <c:v>5.1918084799538189E-3</c:v>
                </c:pt>
                <c:pt idx="20">
                  <c:v>5.471299673641683E-3</c:v>
                </c:pt>
                <c:pt idx="21">
                  <c:v>1.3247576077565437E-2</c:v>
                </c:pt>
                <c:pt idx="22">
                  <c:v>1.0553583421279766E-2</c:v>
                </c:pt>
                <c:pt idx="23">
                  <c:v>1.0801427331468938E-2</c:v>
                </c:pt>
                <c:pt idx="24">
                  <c:v>1.0440613026819756E-2</c:v>
                </c:pt>
                <c:pt idx="25">
                  <c:v>2.4625784645099014E-2</c:v>
                </c:pt>
                <c:pt idx="26">
                  <c:v>2.4712643678160839E-2</c:v>
                </c:pt>
                <c:pt idx="27">
                  <c:v>3.0332209918151332E-2</c:v>
                </c:pt>
                <c:pt idx="28">
                  <c:v>4.1762894534257189E-2</c:v>
                </c:pt>
                <c:pt idx="29">
                  <c:v>4.3900096061479488E-2</c:v>
                </c:pt>
                <c:pt idx="30">
                  <c:v>4.9831973115698425E-2</c:v>
                </c:pt>
                <c:pt idx="31">
                  <c:v>4.8971783835485505E-2</c:v>
                </c:pt>
                <c:pt idx="32">
                  <c:v>5.326968973747026E-2</c:v>
                </c:pt>
                <c:pt idx="33">
                  <c:v>5.2486972998578851E-2</c:v>
                </c:pt>
                <c:pt idx="34">
                  <c:v>6.4084306465394425E-2</c:v>
                </c:pt>
                <c:pt idx="35">
                  <c:v>7.9572559870241477E-2</c:v>
                </c:pt>
                <c:pt idx="36">
                  <c:v>8.3515025120864506E-2</c:v>
                </c:pt>
                <c:pt idx="37">
                  <c:v>9.3308199811498627E-2</c:v>
                </c:pt>
                <c:pt idx="38">
                  <c:v>9.7214432604225021E-2</c:v>
                </c:pt>
                <c:pt idx="39">
                  <c:v>0.10429906542056067</c:v>
                </c:pt>
                <c:pt idx="40">
                  <c:v>9.6249769074450375E-2</c:v>
                </c:pt>
                <c:pt idx="41">
                  <c:v>9.2297782276617335E-2</c:v>
                </c:pt>
                <c:pt idx="42">
                  <c:v>8.6519114688128784E-2</c:v>
                </c:pt>
                <c:pt idx="43">
                  <c:v>8.6805872161940245E-2</c:v>
                </c:pt>
                <c:pt idx="44">
                  <c:v>9.1271639626574919E-2</c:v>
                </c:pt>
                <c:pt idx="45">
                  <c:v>8.5966333603384681E-2</c:v>
                </c:pt>
                <c:pt idx="46">
                  <c:v>8.2262669521770082E-2</c:v>
                </c:pt>
                <c:pt idx="47">
                  <c:v>7.414935925762256E-2</c:v>
                </c:pt>
                <c:pt idx="48">
                  <c:v>7.0953630796150469E-2</c:v>
                </c:pt>
                <c:pt idx="49">
                  <c:v>5.3103448275862108E-2</c:v>
                </c:pt>
                <c:pt idx="50">
                  <c:v>4.0040892826716634E-2</c:v>
                </c:pt>
                <c:pt idx="51">
                  <c:v>2.7589708869329765E-2</c:v>
                </c:pt>
                <c:pt idx="52">
                  <c:v>2.0222446916076775E-2</c:v>
                </c:pt>
                <c:pt idx="53">
                  <c:v>1.979780960404387E-2</c:v>
                </c:pt>
                <c:pt idx="54">
                  <c:v>2.003367003367007E-2</c:v>
                </c:pt>
                <c:pt idx="55">
                  <c:v>1.6863830858293571E-2</c:v>
                </c:pt>
                <c:pt idx="56">
                  <c:v>4.4019933554817481E-3</c:v>
                </c:pt>
                <c:pt idx="57">
                  <c:v>-1.6578249336862694E-4</c:v>
                </c:pt>
                <c:pt idx="58">
                  <c:v>-7.3371805441054816E-3</c:v>
                </c:pt>
                <c:pt idx="59">
                  <c:v>7.3226921178213278E-3</c:v>
                </c:pt>
                <c:pt idx="60">
                  <c:v>-2.1240094763499417E-3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9-E3B9-4663-B32D-2A2BFD04B01E}"/>
            </c:ext>
          </c:extLst>
        </c:ser>
        <c:ser>
          <c:idx val="10"/>
          <c:order val="10"/>
          <c:tx>
            <c:strRef>
              <c:f>Hoja1!$L$3</c:f>
              <c:strCache>
                <c:ptCount val="1"/>
                <c:pt idx="0">
                  <c:v>Educación</c:v>
                </c:pt>
              </c:strCache>
            </c:strRef>
          </c:tx>
          <c:spPr>
            <a:ln w="25400" cap="rnd">
              <a:solidFill>
                <a:srgbClr val="E97132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layout>
                <c:manualLayout>
                  <c:x val="-1.1977448445100846E-3"/>
                  <c:y val="-5.9380016520424544E-2"/>
                </c:manualLayout>
              </c:layout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3B9-4663-B32D-2A2BFD04B01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accent2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Hoja1!$A$4:$A$64</c:f>
              <c:numCache>
                <c:formatCode>mmm\-yy</c:formatCode>
                <c:ptCount val="61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</c:numCache>
            </c:numRef>
          </c:cat>
          <c:val>
            <c:numRef>
              <c:f>Hoja1!$L$4:$L$64</c:f>
              <c:numCache>
                <c:formatCode>0.0%</c:formatCode>
                <c:ptCount val="61"/>
                <c:pt idx="0">
                  <c:v>5.7500000000000002E-2</c:v>
                </c:pt>
                <c:pt idx="1">
                  <c:v>5.7500000000000107E-2</c:v>
                </c:pt>
                <c:pt idx="2">
                  <c:v>6.058575803981614E-2</c:v>
                </c:pt>
                <c:pt idx="3">
                  <c:v>6.0568366663477091E-2</c:v>
                </c:pt>
                <c:pt idx="4">
                  <c:v>5.9650129050759837E-2</c:v>
                </c:pt>
                <c:pt idx="5">
                  <c:v>5.9621631951079834E-2</c:v>
                </c:pt>
                <c:pt idx="6">
                  <c:v>5.9621631951079834E-2</c:v>
                </c:pt>
                <c:pt idx="7">
                  <c:v>5.9621631951079834E-2</c:v>
                </c:pt>
                <c:pt idx="8">
                  <c:v>2.1666507588050221E-2</c:v>
                </c:pt>
                <c:pt idx="9">
                  <c:v>-1.5607264472190741E-2</c:v>
                </c:pt>
                <c:pt idx="10">
                  <c:v>-4.0283687943262425E-2</c:v>
                </c:pt>
                <c:pt idx="11">
                  <c:v>-5.0118203309692633E-2</c:v>
                </c:pt>
                <c:pt idx="12">
                  <c:v>-7.0165484633569752E-2</c:v>
                </c:pt>
                <c:pt idx="13">
                  <c:v>-7.0165484633569752E-2</c:v>
                </c:pt>
                <c:pt idx="14">
                  <c:v>-8.1039617363053873E-2</c:v>
                </c:pt>
                <c:pt idx="15">
                  <c:v>-7.903284012991707E-2</c:v>
                </c:pt>
                <c:pt idx="16">
                  <c:v>-7.1177266576454623E-2</c:v>
                </c:pt>
                <c:pt idx="17">
                  <c:v>-7.1055004508566388E-2</c:v>
                </c:pt>
                <c:pt idx="18">
                  <c:v>-7.1055004508566388E-2</c:v>
                </c:pt>
                <c:pt idx="19">
                  <c:v>-7.1055004508566388E-2</c:v>
                </c:pt>
                <c:pt idx="20">
                  <c:v>-3.1670403587443996E-2</c:v>
                </c:pt>
                <c:pt idx="21">
                  <c:v>-2.6904967810127745E-2</c:v>
                </c:pt>
                <c:pt idx="22">
                  <c:v>-2.8574243767858221E-3</c:v>
                </c:pt>
                <c:pt idx="23">
                  <c:v>7.4664011946241615E-3</c:v>
                </c:pt>
                <c:pt idx="24">
                  <c:v>2.7560256279874018E-2</c:v>
                </c:pt>
                <c:pt idx="25">
                  <c:v>2.7560256279874018E-2</c:v>
                </c:pt>
                <c:pt idx="26">
                  <c:v>3.6727879799665963E-2</c:v>
                </c:pt>
                <c:pt idx="27">
                  <c:v>3.7225705329153591E-2</c:v>
                </c:pt>
                <c:pt idx="28">
                  <c:v>2.8457653457653498E-2</c:v>
                </c:pt>
                <c:pt idx="29">
                  <c:v>2.9702970297029729E-2</c:v>
                </c:pt>
                <c:pt idx="30">
                  <c:v>2.9702970297029729E-2</c:v>
                </c:pt>
                <c:pt idx="31">
                  <c:v>2.9702970297029729E-2</c:v>
                </c:pt>
                <c:pt idx="32">
                  <c:v>2.5180897250361767E-2</c:v>
                </c:pt>
                <c:pt idx="33">
                  <c:v>5.7667621210625075E-2</c:v>
                </c:pt>
                <c:pt idx="34">
                  <c:v>5.8201581027667926E-2</c:v>
                </c:pt>
                <c:pt idx="35">
                  <c:v>5.8201581027667926E-2</c:v>
                </c:pt>
                <c:pt idx="36">
                  <c:v>5.9877276326207429E-2</c:v>
                </c:pt>
                <c:pt idx="37">
                  <c:v>5.9877276326207429E-2</c:v>
                </c:pt>
                <c:pt idx="38">
                  <c:v>0.10059676044330779</c:v>
                </c:pt>
                <c:pt idx="39">
                  <c:v>9.9829996222138284E-2</c:v>
                </c:pt>
                <c:pt idx="40">
                  <c:v>0.10095382000188868</c:v>
                </c:pt>
                <c:pt idx="41">
                  <c:v>9.9170437405731393E-2</c:v>
                </c:pt>
                <c:pt idx="42">
                  <c:v>9.9264705882353033E-2</c:v>
                </c:pt>
                <c:pt idx="43">
                  <c:v>9.935897435897445E-2</c:v>
                </c:pt>
                <c:pt idx="44">
                  <c:v>0.10173160173160167</c:v>
                </c:pt>
                <c:pt idx="45">
                  <c:v>0.11250116702455415</c:v>
                </c:pt>
                <c:pt idx="46">
                  <c:v>0.11401624801568766</c:v>
                </c:pt>
                <c:pt idx="47">
                  <c:v>0.11401624801568766</c:v>
                </c:pt>
                <c:pt idx="48">
                  <c:v>0.11401624801568766</c:v>
                </c:pt>
                <c:pt idx="49">
                  <c:v>0.11401624801568766</c:v>
                </c:pt>
                <c:pt idx="50">
                  <c:v>0.11661933040709194</c:v>
                </c:pt>
                <c:pt idx="51">
                  <c:v>0.11610133104336628</c:v>
                </c:pt>
                <c:pt idx="52">
                  <c:v>0.11408474867044083</c:v>
                </c:pt>
                <c:pt idx="53">
                  <c:v>0.11415094339622645</c:v>
                </c:pt>
                <c:pt idx="54">
                  <c:v>0.11208301174856361</c:v>
                </c:pt>
                <c:pt idx="55">
                  <c:v>0.11198765220373863</c:v>
                </c:pt>
                <c:pt idx="56">
                  <c:v>0.10600495430084567</c:v>
                </c:pt>
                <c:pt idx="57">
                  <c:v>0.10758643840214832</c:v>
                </c:pt>
                <c:pt idx="58">
                  <c:v>0.10645431684828166</c:v>
                </c:pt>
                <c:pt idx="59">
                  <c:v>0.10620284995808893</c:v>
                </c:pt>
                <c:pt idx="60">
                  <c:v>0.10620284995808893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A-E3B9-4663-B32D-2A2BFD04B01E}"/>
            </c:ext>
          </c:extLst>
        </c:ser>
        <c:ser>
          <c:idx val="11"/>
          <c:order val="11"/>
          <c:tx>
            <c:v>Restaurantes</c:v>
          </c:tx>
          <c:spPr>
            <a:ln w="25400" cap="rnd">
              <a:solidFill>
                <a:srgbClr val="0070C0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layout>
                <c:manualLayout>
                  <c:x val="0"/>
                  <c:y val="-8.1647522715583745E-2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0070C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3B9-4663-B32D-2A2BFD04B01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rgbClr val="0070C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Hoja1!$A$4:$A$64</c:f>
              <c:numCache>
                <c:formatCode>mmm\-yy</c:formatCode>
                <c:ptCount val="61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</c:numCache>
            </c:numRef>
          </c:cat>
          <c:val>
            <c:numRef>
              <c:f>Hoja1!$M$4:$M$64</c:f>
              <c:numCache>
                <c:formatCode>0.0%</c:formatCode>
                <c:ptCount val="61"/>
                <c:pt idx="0">
                  <c:v>4.2299999999999997E-2</c:v>
                </c:pt>
                <c:pt idx="1">
                  <c:v>3.9347503707365172E-2</c:v>
                </c:pt>
                <c:pt idx="2">
                  <c:v>3.7189677166127089E-2</c:v>
                </c:pt>
                <c:pt idx="3">
                  <c:v>3.90655673341187E-2</c:v>
                </c:pt>
                <c:pt idx="4">
                  <c:v>3.5853849159828144E-2</c:v>
                </c:pt>
                <c:pt idx="5">
                  <c:v>3.3742929588453263E-2</c:v>
                </c:pt>
                <c:pt idx="6">
                  <c:v>3.2346063912704448E-2</c:v>
                </c:pt>
                <c:pt idx="7">
                  <c:v>3.5578516424602746E-2</c:v>
                </c:pt>
                <c:pt idx="8">
                  <c:v>3.410415856976301E-2</c:v>
                </c:pt>
                <c:pt idx="9">
                  <c:v>3.3504405926212844E-2</c:v>
                </c:pt>
                <c:pt idx="10">
                  <c:v>3.4726252660089107E-2</c:v>
                </c:pt>
                <c:pt idx="11">
                  <c:v>3.4326487320412769E-2</c:v>
                </c:pt>
                <c:pt idx="12">
                  <c:v>3.4251175285426427E-2</c:v>
                </c:pt>
                <c:pt idx="13">
                  <c:v>3.2055550271093081E-2</c:v>
                </c:pt>
                <c:pt idx="14">
                  <c:v>3.3585619678334844E-2</c:v>
                </c:pt>
                <c:pt idx="15">
                  <c:v>3.6085395805781184E-2</c:v>
                </c:pt>
                <c:pt idx="16">
                  <c:v>3.8291049702914304E-2</c:v>
                </c:pt>
                <c:pt idx="17">
                  <c:v>4.7547169811320789E-2</c:v>
                </c:pt>
                <c:pt idx="18">
                  <c:v>5.5115137787844493E-2</c:v>
                </c:pt>
                <c:pt idx="19">
                  <c:v>6.0711596385542244E-2</c:v>
                </c:pt>
                <c:pt idx="20">
                  <c:v>6.9247392652447504E-2</c:v>
                </c:pt>
                <c:pt idx="21">
                  <c:v>7.2144664105687317E-2</c:v>
                </c:pt>
                <c:pt idx="22">
                  <c:v>7.5441712629709334E-2</c:v>
                </c:pt>
                <c:pt idx="23">
                  <c:v>8.2502097510953831E-2</c:v>
                </c:pt>
                <c:pt idx="24">
                  <c:v>8.8311688311688341E-2</c:v>
                </c:pt>
                <c:pt idx="25">
                  <c:v>0.10728110599078344</c:v>
                </c:pt>
                <c:pt idx="26">
                  <c:v>0.12402745995423348</c:v>
                </c:pt>
                <c:pt idx="27">
                  <c:v>0.13557622173595907</c:v>
                </c:pt>
                <c:pt idx="28">
                  <c:v>0.14370060859296929</c:v>
                </c:pt>
                <c:pt idx="29">
                  <c:v>0.1473342939481268</c:v>
                </c:pt>
                <c:pt idx="30">
                  <c:v>0.15169946332737028</c:v>
                </c:pt>
                <c:pt idx="31">
                  <c:v>0.15209867778862374</c:v>
                </c:pt>
                <c:pt idx="32">
                  <c:v>0.15729349736379605</c:v>
                </c:pt>
                <c:pt idx="33">
                  <c:v>0.16271956654723407</c:v>
                </c:pt>
                <c:pt idx="34">
                  <c:v>0.16550764951321284</c:v>
                </c:pt>
                <c:pt idx="35">
                  <c:v>0.16836031691353748</c:v>
                </c:pt>
                <c:pt idx="36">
                  <c:v>0.18539038527105345</c:v>
                </c:pt>
                <c:pt idx="37">
                  <c:v>0.19352422174130179</c:v>
                </c:pt>
                <c:pt idx="38">
                  <c:v>0.18770358306188917</c:v>
                </c:pt>
                <c:pt idx="39">
                  <c:v>0.18667201926936983</c:v>
                </c:pt>
                <c:pt idx="40">
                  <c:v>0.18600587721388306</c:v>
                </c:pt>
                <c:pt idx="41">
                  <c:v>0.18014128728414436</c:v>
                </c:pt>
                <c:pt idx="42">
                  <c:v>0.17427772600186398</c:v>
                </c:pt>
                <c:pt idx="43">
                  <c:v>0.17245628899329879</c:v>
                </c:pt>
                <c:pt idx="44">
                  <c:v>0.16180713743356123</c:v>
                </c:pt>
                <c:pt idx="45">
                  <c:v>0.15325065764750079</c:v>
                </c:pt>
                <c:pt idx="46">
                  <c:v>0.14744928400954649</c:v>
                </c:pt>
                <c:pt idx="47">
                  <c:v>0.14343627920689928</c:v>
                </c:pt>
                <c:pt idx="48">
                  <c:v>0.13223556482347032</c:v>
                </c:pt>
                <c:pt idx="49">
                  <c:v>0.11702350233628578</c:v>
                </c:pt>
                <c:pt idx="50">
                  <c:v>0.11059307507713401</c:v>
                </c:pt>
                <c:pt idx="51">
                  <c:v>0.10622462787550746</c:v>
                </c:pt>
                <c:pt idx="52">
                  <c:v>9.7970936851268897E-2</c:v>
                </c:pt>
                <c:pt idx="53">
                  <c:v>9.7572331227136821E-2</c:v>
                </c:pt>
                <c:pt idx="54">
                  <c:v>9.5701058201058231E-2</c:v>
                </c:pt>
                <c:pt idx="55">
                  <c:v>9.0723952174484257E-2</c:v>
                </c:pt>
                <c:pt idx="56">
                  <c:v>8.8490948304032591E-2</c:v>
                </c:pt>
                <c:pt idx="57">
                  <c:v>9.0719499478623566E-2</c:v>
                </c:pt>
                <c:pt idx="58">
                  <c:v>8.9307767305817354E-2</c:v>
                </c:pt>
                <c:pt idx="59">
                  <c:v>8.4122993618255704E-2</c:v>
                </c:pt>
                <c:pt idx="60">
                  <c:v>7.8686650577924455E-2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B-E3B9-4663-B32D-2A2BFD04B01E}"/>
            </c:ext>
          </c:extLst>
        </c:ser>
        <c:ser>
          <c:idx val="12"/>
          <c:order val="12"/>
          <c:tx>
            <c:v>Bienes y servicios</c:v>
          </c:tx>
          <c:spPr>
            <a:ln w="25400" cap="rnd">
              <a:solidFill>
                <a:srgbClr val="FFC000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60"/>
              <c:layout>
                <c:manualLayout>
                  <c:x val="0"/>
                  <c:y val="2.2267506195159114E-2"/>
                </c:manualLayout>
              </c:layout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8ED-43C9-8BD0-CF2A38785466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FFC00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Hoja1!$A$4:$A$64</c:f>
              <c:numCache>
                <c:formatCode>mmm\-yy</c:formatCode>
                <c:ptCount val="61"/>
                <c:pt idx="0">
                  <c:v>43800</c:v>
                </c:pt>
                <c:pt idx="1">
                  <c:v>43831</c:v>
                </c:pt>
                <c:pt idx="2">
                  <c:v>43862</c:v>
                </c:pt>
                <c:pt idx="3">
                  <c:v>43891</c:v>
                </c:pt>
                <c:pt idx="4">
                  <c:v>43922</c:v>
                </c:pt>
                <c:pt idx="5">
                  <c:v>43952</c:v>
                </c:pt>
                <c:pt idx="6">
                  <c:v>43983</c:v>
                </c:pt>
                <c:pt idx="7">
                  <c:v>44013</c:v>
                </c:pt>
                <c:pt idx="8">
                  <c:v>44044</c:v>
                </c:pt>
                <c:pt idx="9">
                  <c:v>44075</c:v>
                </c:pt>
                <c:pt idx="10">
                  <c:v>44105</c:v>
                </c:pt>
                <c:pt idx="11">
                  <c:v>44136</c:v>
                </c:pt>
                <c:pt idx="12">
                  <c:v>44166</c:v>
                </c:pt>
                <c:pt idx="13">
                  <c:v>44197</c:v>
                </c:pt>
                <c:pt idx="14">
                  <c:v>44228</c:v>
                </c:pt>
                <c:pt idx="15">
                  <c:v>44256</c:v>
                </c:pt>
                <c:pt idx="16">
                  <c:v>44287</c:v>
                </c:pt>
                <c:pt idx="17">
                  <c:v>44317</c:v>
                </c:pt>
                <c:pt idx="18">
                  <c:v>44348</c:v>
                </c:pt>
                <c:pt idx="19">
                  <c:v>44378</c:v>
                </c:pt>
                <c:pt idx="20">
                  <c:v>44409</c:v>
                </c:pt>
                <c:pt idx="21">
                  <c:v>44440</c:v>
                </c:pt>
                <c:pt idx="22">
                  <c:v>44470</c:v>
                </c:pt>
                <c:pt idx="23">
                  <c:v>44501</c:v>
                </c:pt>
                <c:pt idx="24">
                  <c:v>44531</c:v>
                </c:pt>
                <c:pt idx="25">
                  <c:v>44562</c:v>
                </c:pt>
                <c:pt idx="26">
                  <c:v>44593</c:v>
                </c:pt>
                <c:pt idx="27">
                  <c:v>44621</c:v>
                </c:pt>
                <c:pt idx="28">
                  <c:v>44652</c:v>
                </c:pt>
                <c:pt idx="29">
                  <c:v>44682</c:v>
                </c:pt>
                <c:pt idx="30">
                  <c:v>44713</c:v>
                </c:pt>
                <c:pt idx="31">
                  <c:v>44743</c:v>
                </c:pt>
                <c:pt idx="32">
                  <c:v>44774</c:v>
                </c:pt>
                <c:pt idx="33">
                  <c:v>44805</c:v>
                </c:pt>
                <c:pt idx="34">
                  <c:v>44835</c:v>
                </c:pt>
                <c:pt idx="35">
                  <c:v>44866</c:v>
                </c:pt>
                <c:pt idx="36">
                  <c:v>44896</c:v>
                </c:pt>
                <c:pt idx="37">
                  <c:v>44927</c:v>
                </c:pt>
                <c:pt idx="38">
                  <c:v>44958</c:v>
                </c:pt>
                <c:pt idx="39">
                  <c:v>44986</c:v>
                </c:pt>
                <c:pt idx="40">
                  <c:v>45017</c:v>
                </c:pt>
                <c:pt idx="41">
                  <c:v>45047</c:v>
                </c:pt>
                <c:pt idx="42">
                  <c:v>45078</c:v>
                </c:pt>
                <c:pt idx="43">
                  <c:v>45108</c:v>
                </c:pt>
                <c:pt idx="44">
                  <c:v>45139</c:v>
                </c:pt>
                <c:pt idx="45">
                  <c:v>45170</c:v>
                </c:pt>
                <c:pt idx="46">
                  <c:v>45200</c:v>
                </c:pt>
                <c:pt idx="47">
                  <c:v>45231</c:v>
                </c:pt>
                <c:pt idx="48">
                  <c:v>45261</c:v>
                </c:pt>
                <c:pt idx="49">
                  <c:v>45292</c:v>
                </c:pt>
                <c:pt idx="50">
                  <c:v>45323</c:v>
                </c:pt>
                <c:pt idx="51">
                  <c:v>45352</c:v>
                </c:pt>
                <c:pt idx="52">
                  <c:v>45383</c:v>
                </c:pt>
                <c:pt idx="53">
                  <c:v>45413</c:v>
                </c:pt>
                <c:pt idx="54">
                  <c:v>45444</c:v>
                </c:pt>
                <c:pt idx="55">
                  <c:v>45474</c:v>
                </c:pt>
                <c:pt idx="56">
                  <c:v>45505</c:v>
                </c:pt>
                <c:pt idx="57">
                  <c:v>45536</c:v>
                </c:pt>
                <c:pt idx="58">
                  <c:v>45566</c:v>
                </c:pt>
                <c:pt idx="59">
                  <c:v>45597</c:v>
                </c:pt>
                <c:pt idx="60">
                  <c:v>45627</c:v>
                </c:pt>
              </c:numCache>
            </c:numRef>
          </c:cat>
          <c:val>
            <c:numRef>
              <c:f>Hoja1!$N$4:$N$64</c:f>
              <c:numCache>
                <c:formatCode>0.0%</c:formatCode>
                <c:ptCount val="61"/>
                <c:pt idx="0">
                  <c:v>2.9499999999999998E-2</c:v>
                </c:pt>
                <c:pt idx="1">
                  <c:v>2.8676324667592734E-2</c:v>
                </c:pt>
                <c:pt idx="2">
                  <c:v>2.6739023186975963E-2</c:v>
                </c:pt>
                <c:pt idx="3">
                  <c:v>2.824247195433971E-2</c:v>
                </c:pt>
                <c:pt idx="4">
                  <c:v>2.7371725694103732E-2</c:v>
                </c:pt>
                <c:pt idx="5">
                  <c:v>2.4987751102400813E-2</c:v>
                </c:pt>
                <c:pt idx="6">
                  <c:v>2.1234954496526015E-2</c:v>
                </c:pt>
                <c:pt idx="7">
                  <c:v>2.3485663959291525E-2</c:v>
                </c:pt>
                <c:pt idx="8">
                  <c:v>2.6966292134831482E-2</c:v>
                </c:pt>
                <c:pt idx="9">
                  <c:v>2.7658745617452185E-2</c:v>
                </c:pt>
                <c:pt idx="10">
                  <c:v>2.5116822429906538E-2</c:v>
                </c:pt>
                <c:pt idx="11">
                  <c:v>2.6072575153224919E-2</c:v>
                </c:pt>
                <c:pt idx="12">
                  <c:v>2.5157843613404562E-2</c:v>
                </c:pt>
                <c:pt idx="13">
                  <c:v>2.1799942124047567E-2</c:v>
                </c:pt>
                <c:pt idx="14">
                  <c:v>2.4312896405919604E-2</c:v>
                </c:pt>
                <c:pt idx="15">
                  <c:v>2.1437458129964782E-2</c:v>
                </c:pt>
                <c:pt idx="16">
                  <c:v>2.2727272727272707E-2</c:v>
                </c:pt>
                <c:pt idx="17">
                  <c:v>2.6386233269598547E-2</c:v>
                </c:pt>
                <c:pt idx="18">
                  <c:v>3.1525488692985881E-2</c:v>
                </c:pt>
                <c:pt idx="19">
                  <c:v>3.2507887943397984E-2</c:v>
                </c:pt>
                <c:pt idx="20">
                  <c:v>3.0349158024926215E-2</c:v>
                </c:pt>
                <c:pt idx="21">
                  <c:v>3.1273692191053692E-2</c:v>
                </c:pt>
                <c:pt idx="22">
                  <c:v>3.6467236467236486E-2</c:v>
                </c:pt>
                <c:pt idx="23">
                  <c:v>3.8020290129894718E-2</c:v>
                </c:pt>
                <c:pt idx="24">
                  <c:v>4.1879855978775637E-2</c:v>
                </c:pt>
                <c:pt idx="25">
                  <c:v>5.1449070140658915E-2</c:v>
                </c:pt>
                <c:pt idx="26">
                  <c:v>5.8072989961534871E-2</c:v>
                </c:pt>
                <c:pt idx="27">
                  <c:v>6.7178862550360652E-2</c:v>
                </c:pt>
                <c:pt idx="28">
                  <c:v>7.3762838468720782E-2</c:v>
                </c:pt>
                <c:pt idx="29">
                  <c:v>8.0476900149031305E-2</c:v>
                </c:pt>
                <c:pt idx="30">
                  <c:v>8.4161634928007212E-2</c:v>
                </c:pt>
                <c:pt idx="31">
                  <c:v>8.6582090934345768E-2</c:v>
                </c:pt>
                <c:pt idx="32">
                  <c:v>0.10018467220683291</c:v>
                </c:pt>
                <c:pt idx="33">
                  <c:v>0.10816026465723216</c:v>
                </c:pt>
                <c:pt idx="34">
                  <c:v>0.11489829576690491</c:v>
                </c:pt>
                <c:pt idx="35">
                  <c:v>0.12203142126415778</c:v>
                </c:pt>
                <c:pt idx="36">
                  <c:v>0.13095671153146604</c:v>
                </c:pt>
                <c:pt idx="37">
                  <c:v>0.13799604956006473</c:v>
                </c:pt>
                <c:pt idx="38">
                  <c:v>0.14603653129987593</c:v>
                </c:pt>
                <c:pt idx="39">
                  <c:v>0.15320456540825278</c:v>
                </c:pt>
                <c:pt idx="40">
                  <c:v>0.15252173913043476</c:v>
                </c:pt>
                <c:pt idx="41">
                  <c:v>0.14681034482758615</c:v>
                </c:pt>
                <c:pt idx="42">
                  <c:v>0.14386085168366036</c:v>
                </c:pt>
                <c:pt idx="43">
                  <c:v>0.13857167206408727</c:v>
                </c:pt>
                <c:pt idx="44">
                  <c:v>0.12639530004196398</c:v>
                </c:pt>
                <c:pt idx="45">
                  <c:v>0.12057384526080095</c:v>
                </c:pt>
                <c:pt idx="46">
                  <c:v>0.11620644312952</c:v>
                </c:pt>
                <c:pt idx="47">
                  <c:v>0.10867795506349709</c:v>
                </c:pt>
                <c:pt idx="48">
                  <c:v>0.10075587005467979</c:v>
                </c:pt>
                <c:pt idx="49">
                  <c:v>9.0414201183431908E-2</c:v>
                </c:pt>
                <c:pt idx="50">
                  <c:v>7.2495164410057988E-2</c:v>
                </c:pt>
                <c:pt idx="51">
                  <c:v>5.7936810049486143E-2</c:v>
                </c:pt>
                <c:pt idx="52">
                  <c:v>5.3493285046023908E-2</c:v>
                </c:pt>
                <c:pt idx="53">
                  <c:v>5.3972788092911506E-2</c:v>
                </c:pt>
                <c:pt idx="54">
                  <c:v>5.1760299625468242E-2</c:v>
                </c:pt>
                <c:pt idx="55">
                  <c:v>5.2020958083832447E-2</c:v>
                </c:pt>
                <c:pt idx="56">
                  <c:v>4.73139110349452E-2</c:v>
                </c:pt>
                <c:pt idx="57">
                  <c:v>4.0479538222452538E-2</c:v>
                </c:pt>
                <c:pt idx="58">
                  <c:v>3.6813429539095832E-2</c:v>
                </c:pt>
                <c:pt idx="59">
                  <c:v>3.6786841912034518E-2</c:v>
                </c:pt>
                <c:pt idx="60">
                  <c:v>3.3311417926802589E-2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C-E3B9-4663-B32D-2A2BFD04B0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558738704"/>
        <c:axId val="558741584"/>
        <c:extLst/>
      </c:lineChart>
      <c:dateAx>
        <c:axId val="55873870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out"/>
        <c:minorTickMark val="none"/>
        <c:tickLblPos val="low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558741584"/>
        <c:crosses val="autoZero"/>
        <c:auto val="1"/>
        <c:lblOffset val="100"/>
        <c:baseTimeUnit val="months"/>
        <c:majorUnit val="4"/>
        <c:majorTimeUnit val="months"/>
      </c:dateAx>
      <c:valAx>
        <c:axId val="55874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5587387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Hoja3!$B$3</c:f>
              <c:strCache>
                <c:ptCount val="1"/>
                <c:pt idx="0">
                  <c:v>Mensual</c:v>
                </c:pt>
              </c:strCache>
            </c:strRef>
          </c:tx>
          <c:spPr>
            <a:solidFill>
              <a:srgbClr val="0E2841">
                <a:lumMod val="25000"/>
                <a:lumOff val="75000"/>
              </a:srgb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B2E-432F-8D98-5CEEFE5984AA}"/>
              </c:ext>
            </c:extLst>
          </c:dPt>
          <c:dPt>
            <c:idx val="1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B2E-432F-8D98-5CEEFE5984AA}"/>
              </c:ext>
            </c:extLst>
          </c:dPt>
          <c:dPt>
            <c:idx val="2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B2E-432F-8D98-5CEEFE5984AA}"/>
              </c:ext>
            </c:extLst>
          </c:dPt>
          <c:dPt>
            <c:idx val="3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B2E-432F-8D98-5CEEFE5984AA}"/>
              </c:ext>
            </c:extLst>
          </c:dPt>
          <c:dPt>
            <c:idx val="4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4B2E-432F-8D98-5CEEFE5984AA}"/>
              </c:ext>
            </c:extLst>
          </c:dPt>
          <c:dPt>
            <c:idx val="5"/>
            <c:invertIfNegative val="0"/>
            <c:bubble3D val="0"/>
            <c:spPr>
              <a:solidFill>
                <a:srgbClr val="0E2841">
                  <a:lumMod val="25000"/>
                  <a:lumOff val="75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4B2E-432F-8D98-5CEEFE5984A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Hoja3!$A$4:$A$9</c:f>
              <c:strCache>
                <c:ptCount val="6"/>
                <c:pt idx="0">
                  <c:v>Otros</c:v>
                </c:pt>
                <c:pt idx="1">
                  <c:v>Bienes y Servicios Diversos</c:v>
                </c:pt>
                <c:pt idx="2">
                  <c:v>Transporte</c:v>
                </c:pt>
                <c:pt idx="3">
                  <c:v>Alimentos </c:v>
                </c:pt>
                <c:pt idx="4">
                  <c:v>Restaurantes y Hoteles</c:v>
                </c:pt>
                <c:pt idx="5">
                  <c:v>Alojamiento</c:v>
                </c:pt>
              </c:strCache>
            </c:strRef>
          </c:cat>
          <c:val>
            <c:numRef>
              <c:f>Hoja3!$B$4:$B$9</c:f>
              <c:numCache>
                <c:formatCode>0.00</c:formatCode>
                <c:ptCount val="6"/>
                <c:pt idx="0">
                  <c:v>0.01</c:v>
                </c:pt>
                <c:pt idx="1">
                  <c:v>0.01</c:v>
                </c:pt>
                <c:pt idx="2">
                  <c:v>0.05</c:v>
                </c:pt>
                <c:pt idx="3">
                  <c:v>0.1</c:v>
                </c:pt>
                <c:pt idx="4">
                  <c:v>0.11</c:v>
                </c:pt>
                <c:pt idx="5">
                  <c:v>0.18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4B2E-432F-8D98-5CEEFE5984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097565968"/>
        <c:axId val="1097566448"/>
      </c:barChart>
      <c:catAx>
        <c:axId val="10975659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097566448"/>
        <c:crosses val="autoZero"/>
        <c:auto val="1"/>
        <c:lblAlgn val="r"/>
        <c:lblOffset val="100"/>
        <c:noMultiLvlLbl val="0"/>
      </c:catAx>
      <c:valAx>
        <c:axId val="109756644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0975659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8.731337734951225E-2"/>
          <c:y val="0.20818585337915235"/>
          <c:w val="0.86736185462764692"/>
          <c:h val="0.71417505318278518"/>
        </c:manualLayout>
      </c:layout>
      <c:lineChart>
        <c:grouping val="standard"/>
        <c:varyColors val="0"/>
        <c:ser>
          <c:idx val="0"/>
          <c:order val="0"/>
          <c:tx>
            <c:strRef>
              <c:f>'Hoja1 (2)'!$B$3</c:f>
              <c:strCache>
                <c:ptCount val="1"/>
                <c:pt idx="0">
                  <c:v>Total</c:v>
                </c:pt>
              </c:strCache>
            </c:strRef>
          </c:tx>
          <c:spPr>
            <a:ln w="25400" cap="rnd">
              <a:solidFill>
                <a:srgbClr val="002060"/>
              </a:solidFill>
              <a:prstDash val="sysDash"/>
              <a:round/>
            </a:ln>
            <a:effectLst/>
          </c:spPr>
          <c:marker>
            <c:symbol val="none"/>
          </c:marker>
          <c:dLbls>
            <c:dLbl>
              <c:idx val="12"/>
              <c:layout>
                <c:manualLayout>
                  <c:x val="-3.7770640019034025E-3"/>
                  <c:y val="-1.5275279786194288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00206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63D-40D5-8AB2-D448128C89A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'Hoja1 (2)'!$A$4:$A$16</c:f>
              <c:numCache>
                <c:formatCode>mmm\-yy</c:formatCode>
                <c:ptCount val="13"/>
                <c:pt idx="0">
                  <c:v>43435</c:v>
                </c:pt>
                <c:pt idx="1">
                  <c:v>43466</c:v>
                </c:pt>
                <c:pt idx="2">
                  <c:v>43497</c:v>
                </c:pt>
                <c:pt idx="3">
                  <c:v>43525</c:v>
                </c:pt>
                <c:pt idx="4">
                  <c:v>43556</c:v>
                </c:pt>
                <c:pt idx="5">
                  <c:v>43586</c:v>
                </c:pt>
                <c:pt idx="6">
                  <c:v>43617</c:v>
                </c:pt>
                <c:pt idx="7">
                  <c:v>43647</c:v>
                </c:pt>
                <c:pt idx="8">
                  <c:v>43678</c:v>
                </c:pt>
                <c:pt idx="9">
                  <c:v>43709</c:v>
                </c:pt>
                <c:pt idx="10">
                  <c:v>43739</c:v>
                </c:pt>
                <c:pt idx="11">
                  <c:v>43770</c:v>
                </c:pt>
                <c:pt idx="12">
                  <c:v>43800</c:v>
                </c:pt>
              </c:numCache>
            </c:numRef>
          </c:cat>
          <c:val>
            <c:numRef>
              <c:f>'Hoja1 (2)'!$B$4:$B$16</c:f>
              <c:numCache>
                <c:formatCode>#,##0.00_);\(#,##0.00\)</c:formatCode>
                <c:ptCount val="13"/>
                <c:pt idx="0">
                  <c:v>0.3</c:v>
                </c:pt>
                <c:pt idx="1">
                  <c:v>0.6</c:v>
                </c:pt>
                <c:pt idx="2">
                  <c:v>0.56999999999999995</c:v>
                </c:pt>
                <c:pt idx="3">
                  <c:v>0.43</c:v>
                </c:pt>
                <c:pt idx="4">
                  <c:v>0.5</c:v>
                </c:pt>
                <c:pt idx="5">
                  <c:v>0.31</c:v>
                </c:pt>
                <c:pt idx="6">
                  <c:v>0.27</c:v>
                </c:pt>
                <c:pt idx="7">
                  <c:v>0.22</c:v>
                </c:pt>
                <c:pt idx="8">
                  <c:v>0.09</c:v>
                </c:pt>
                <c:pt idx="9">
                  <c:v>0.23</c:v>
                </c:pt>
                <c:pt idx="10">
                  <c:v>0.16</c:v>
                </c:pt>
                <c:pt idx="11">
                  <c:v>0.1</c:v>
                </c:pt>
                <c:pt idx="12">
                  <c:v>0.26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40F-461A-B496-12E742093B2A}"/>
            </c:ext>
          </c:extLst>
        </c:ser>
        <c:ser>
          <c:idx val="1"/>
          <c:order val="1"/>
          <c:tx>
            <c:strRef>
              <c:f>'Hoja1 (2)'!$C$3</c:f>
              <c:strCache>
                <c:ptCount val="1"/>
                <c:pt idx="0">
                  <c:v>Alimentos</c:v>
                </c:pt>
              </c:strCache>
            </c:strRef>
          </c:tx>
          <c:spPr>
            <a:ln w="25400" cap="rnd">
              <a:solidFill>
                <a:srgbClr val="00B05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12"/>
              <c:layout>
                <c:manualLayout>
                  <c:x val="0"/>
                  <c:y val="-3.564231950111978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7FB-4134-96CC-195347BE955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B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'Hoja1 (2)'!$A$4:$A$16</c:f>
              <c:numCache>
                <c:formatCode>mmm\-yy</c:formatCode>
                <c:ptCount val="13"/>
                <c:pt idx="0">
                  <c:v>43435</c:v>
                </c:pt>
                <c:pt idx="1">
                  <c:v>43466</c:v>
                </c:pt>
                <c:pt idx="2">
                  <c:v>43497</c:v>
                </c:pt>
                <c:pt idx="3">
                  <c:v>43525</c:v>
                </c:pt>
                <c:pt idx="4">
                  <c:v>43556</c:v>
                </c:pt>
                <c:pt idx="5">
                  <c:v>43586</c:v>
                </c:pt>
                <c:pt idx="6">
                  <c:v>43617</c:v>
                </c:pt>
                <c:pt idx="7">
                  <c:v>43647</c:v>
                </c:pt>
                <c:pt idx="8">
                  <c:v>43678</c:v>
                </c:pt>
                <c:pt idx="9">
                  <c:v>43709</c:v>
                </c:pt>
                <c:pt idx="10">
                  <c:v>43739</c:v>
                </c:pt>
                <c:pt idx="11">
                  <c:v>43770</c:v>
                </c:pt>
                <c:pt idx="12">
                  <c:v>43800</c:v>
                </c:pt>
              </c:numCache>
            </c:numRef>
          </c:cat>
          <c:val>
            <c:numRef>
              <c:f>'Hoja1 (2)'!$C$4:$C$16</c:f>
              <c:numCache>
                <c:formatCode>#,##0.00_);\(#,##0.00\)</c:formatCode>
                <c:ptCount val="13"/>
                <c:pt idx="0" formatCode="General">
                  <c:v>0</c:v>
                </c:pt>
                <c:pt idx="1">
                  <c:v>1.4</c:v>
                </c:pt>
                <c:pt idx="2">
                  <c:v>0.23</c:v>
                </c:pt>
                <c:pt idx="3">
                  <c:v>0.95</c:v>
                </c:pt>
                <c:pt idx="4">
                  <c:v>1.07</c:v>
                </c:pt>
                <c:pt idx="5">
                  <c:v>0.65</c:v>
                </c:pt>
                <c:pt idx="6">
                  <c:v>0.85</c:v>
                </c:pt>
                <c:pt idx="7">
                  <c:v>0.66</c:v>
                </c:pt>
                <c:pt idx="8">
                  <c:v>-0.13</c:v>
                </c:pt>
                <c:pt idx="9">
                  <c:v>0.46</c:v>
                </c:pt>
                <c:pt idx="10">
                  <c:v>0.25</c:v>
                </c:pt>
                <c:pt idx="11">
                  <c:v>-0.47</c:v>
                </c:pt>
                <c:pt idx="12">
                  <c:v>-0.25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940F-461A-B496-12E742093B2A}"/>
            </c:ext>
          </c:extLst>
        </c:ser>
        <c:ser>
          <c:idx val="2"/>
          <c:order val="2"/>
          <c:tx>
            <c:strRef>
              <c:f>'Hoja1 (2)'!$D$3</c:f>
              <c:strCache>
                <c:ptCount val="1"/>
                <c:pt idx="0">
                  <c:v>Alojamiento</c:v>
                </c:pt>
              </c:strCache>
            </c:strRef>
          </c:tx>
          <c:spPr>
            <a:ln w="25400" cap="rnd">
              <a:solidFill>
                <a:srgbClr val="7030A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12"/>
              <c:layout>
                <c:manualLayout>
                  <c:x val="-1.3849074687953225E-16"/>
                  <c:y val="-6.458115663937430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40F-461A-B496-12E742093B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7030A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'Hoja1 (2)'!$A$4:$A$16</c:f>
              <c:numCache>
                <c:formatCode>mmm\-yy</c:formatCode>
                <c:ptCount val="13"/>
                <c:pt idx="0">
                  <c:v>43435</c:v>
                </c:pt>
                <c:pt idx="1">
                  <c:v>43466</c:v>
                </c:pt>
                <c:pt idx="2">
                  <c:v>43497</c:v>
                </c:pt>
                <c:pt idx="3">
                  <c:v>43525</c:v>
                </c:pt>
                <c:pt idx="4">
                  <c:v>43556</c:v>
                </c:pt>
                <c:pt idx="5">
                  <c:v>43586</c:v>
                </c:pt>
                <c:pt idx="6">
                  <c:v>43617</c:v>
                </c:pt>
                <c:pt idx="7">
                  <c:v>43647</c:v>
                </c:pt>
                <c:pt idx="8">
                  <c:v>43678</c:v>
                </c:pt>
                <c:pt idx="9">
                  <c:v>43709</c:v>
                </c:pt>
                <c:pt idx="10">
                  <c:v>43739</c:v>
                </c:pt>
                <c:pt idx="11">
                  <c:v>43770</c:v>
                </c:pt>
                <c:pt idx="12">
                  <c:v>43800</c:v>
                </c:pt>
              </c:numCache>
            </c:numRef>
          </c:cat>
          <c:val>
            <c:numRef>
              <c:f>'Hoja1 (2)'!$D$4:$D$16</c:f>
              <c:numCache>
                <c:formatCode>#,##0.00_);\(#,##0.00\)</c:formatCode>
                <c:ptCount val="13"/>
                <c:pt idx="0" formatCode="General">
                  <c:v>0</c:v>
                </c:pt>
                <c:pt idx="1">
                  <c:v>0.25</c:v>
                </c:pt>
                <c:pt idx="2">
                  <c:v>0.27</c:v>
                </c:pt>
                <c:pt idx="3">
                  <c:v>0.67</c:v>
                </c:pt>
                <c:pt idx="4">
                  <c:v>0.47</c:v>
                </c:pt>
                <c:pt idx="5">
                  <c:v>0.43</c:v>
                </c:pt>
                <c:pt idx="6">
                  <c:v>0.08</c:v>
                </c:pt>
                <c:pt idx="7">
                  <c:v>0.17</c:v>
                </c:pt>
                <c:pt idx="8">
                  <c:v>0.16</c:v>
                </c:pt>
                <c:pt idx="9">
                  <c:v>0.21</c:v>
                </c:pt>
                <c:pt idx="10">
                  <c:v>0.19</c:v>
                </c:pt>
                <c:pt idx="11">
                  <c:v>0.3</c:v>
                </c:pt>
                <c:pt idx="12">
                  <c:v>0.21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940F-461A-B496-12E742093B2A}"/>
            </c:ext>
          </c:extLst>
        </c:ser>
        <c:ser>
          <c:idx val="3"/>
          <c:order val="3"/>
          <c:tx>
            <c:strRef>
              <c:f>'Hoja1 (2)'!$M$3</c:f>
              <c:strCache>
                <c:ptCount val="1"/>
                <c:pt idx="0">
                  <c:v>Salud</c:v>
                </c:pt>
              </c:strCache>
              <c:extLst xmlns:c15="http://schemas.microsoft.com/office/drawing/2012/chart"/>
            </c:strRef>
          </c:tx>
          <c:spPr>
            <a:ln w="25400" cap="rnd">
              <a:solidFill>
                <a:srgbClr val="FF505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12"/>
              <c:layout>
                <c:manualLayout>
                  <c:x val="-7.5541280038068049E-3"/>
                  <c:y val="3.309643953675418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FF505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63D-40D5-8AB2-D448128C89A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'Hoja1 (2)'!$A$4:$A$16</c:f>
              <c:numCache>
                <c:formatCode>mmm\-yy</c:formatCode>
                <c:ptCount val="13"/>
                <c:pt idx="0">
                  <c:v>43435</c:v>
                </c:pt>
                <c:pt idx="1">
                  <c:v>43466</c:v>
                </c:pt>
                <c:pt idx="2">
                  <c:v>43497</c:v>
                </c:pt>
                <c:pt idx="3">
                  <c:v>43525</c:v>
                </c:pt>
                <c:pt idx="4">
                  <c:v>43556</c:v>
                </c:pt>
                <c:pt idx="5">
                  <c:v>43586</c:v>
                </c:pt>
                <c:pt idx="6">
                  <c:v>43617</c:v>
                </c:pt>
                <c:pt idx="7">
                  <c:v>43647</c:v>
                </c:pt>
                <c:pt idx="8">
                  <c:v>43678</c:v>
                </c:pt>
                <c:pt idx="9">
                  <c:v>43709</c:v>
                </c:pt>
                <c:pt idx="10">
                  <c:v>43739</c:v>
                </c:pt>
                <c:pt idx="11">
                  <c:v>43770</c:v>
                </c:pt>
                <c:pt idx="12">
                  <c:v>43800</c:v>
                </c:pt>
              </c:numCache>
              <c:extLst xmlns:c15="http://schemas.microsoft.com/office/drawing/2012/chart"/>
            </c:numRef>
          </c:cat>
          <c:val>
            <c:numRef>
              <c:f>'Hoja1 (2)'!$M$4:$M$16</c:f>
              <c:numCache>
                <c:formatCode>#,##0.00_);\(#,##0.00\)</c:formatCode>
                <c:ptCount val="13"/>
                <c:pt idx="0" formatCode="General">
                  <c:v>0</c:v>
                </c:pt>
                <c:pt idx="1">
                  <c:v>0.37</c:v>
                </c:pt>
                <c:pt idx="2">
                  <c:v>-0.02</c:v>
                </c:pt>
                <c:pt idx="3">
                  <c:v>0.15</c:v>
                </c:pt>
                <c:pt idx="4">
                  <c:v>0.31</c:v>
                </c:pt>
                <c:pt idx="5">
                  <c:v>0.25</c:v>
                </c:pt>
                <c:pt idx="6">
                  <c:v>0.28999999999999998</c:v>
                </c:pt>
                <c:pt idx="7">
                  <c:v>0.15</c:v>
                </c:pt>
                <c:pt idx="8">
                  <c:v>0.3</c:v>
                </c:pt>
                <c:pt idx="9">
                  <c:v>0.28000000000000003</c:v>
                </c:pt>
                <c:pt idx="10">
                  <c:v>0.34</c:v>
                </c:pt>
                <c:pt idx="11">
                  <c:v>0.21</c:v>
                </c:pt>
                <c:pt idx="12">
                  <c:v>0.17</c:v>
                </c:pt>
              </c:numCache>
              <c:extLst xmlns:c15="http://schemas.microsoft.com/office/drawing/2012/chart"/>
            </c:numRef>
          </c:val>
          <c:smooth val="1"/>
          <c:extLst xmlns:c15="http://schemas.microsoft.com/office/drawing/2012/chart">
            <c:ext xmlns:c16="http://schemas.microsoft.com/office/drawing/2014/chart" uri="{C3380CC4-5D6E-409C-BE32-E72D297353CC}">
              <c16:uniqueId val="{00000003-940F-461A-B496-12E742093B2A}"/>
            </c:ext>
          </c:extLst>
        </c:ser>
        <c:ser>
          <c:idx val="4"/>
          <c:order val="4"/>
          <c:tx>
            <c:strRef>
              <c:f>'Hoja1 (2)'!$N$3</c:f>
              <c:strCache>
                <c:ptCount val="1"/>
                <c:pt idx="0">
                  <c:v>Transporte</c:v>
                </c:pt>
              </c:strCache>
            </c:strRef>
          </c:tx>
          <c:spPr>
            <a:ln w="25400" cap="rnd">
              <a:solidFill>
                <a:srgbClr val="C0000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12"/>
              <c:layout>
                <c:manualLayout>
                  <c:x val="0"/>
                  <c:y val="7.637639893097097E-3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7FB-4134-96CC-195347BE955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C0000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'Hoja1 (2)'!$A$4:$A$16</c:f>
              <c:numCache>
                <c:formatCode>mmm\-yy</c:formatCode>
                <c:ptCount val="13"/>
                <c:pt idx="0">
                  <c:v>43435</c:v>
                </c:pt>
                <c:pt idx="1">
                  <c:v>43466</c:v>
                </c:pt>
                <c:pt idx="2">
                  <c:v>43497</c:v>
                </c:pt>
                <c:pt idx="3">
                  <c:v>43525</c:v>
                </c:pt>
                <c:pt idx="4">
                  <c:v>43556</c:v>
                </c:pt>
                <c:pt idx="5">
                  <c:v>43586</c:v>
                </c:pt>
                <c:pt idx="6">
                  <c:v>43617</c:v>
                </c:pt>
                <c:pt idx="7">
                  <c:v>43647</c:v>
                </c:pt>
                <c:pt idx="8">
                  <c:v>43678</c:v>
                </c:pt>
                <c:pt idx="9">
                  <c:v>43709</c:v>
                </c:pt>
                <c:pt idx="10">
                  <c:v>43739</c:v>
                </c:pt>
                <c:pt idx="11">
                  <c:v>43770</c:v>
                </c:pt>
                <c:pt idx="12">
                  <c:v>43800</c:v>
                </c:pt>
              </c:numCache>
            </c:numRef>
          </c:cat>
          <c:val>
            <c:numRef>
              <c:f>'Hoja1 (2)'!$N$4:$N$16</c:f>
              <c:numCache>
                <c:formatCode>#,##0.00_);\(#,##0.00\)</c:formatCode>
                <c:ptCount val="13"/>
                <c:pt idx="0" formatCode="General">
                  <c:v>0</c:v>
                </c:pt>
                <c:pt idx="1">
                  <c:v>0.37</c:v>
                </c:pt>
                <c:pt idx="2">
                  <c:v>0.78</c:v>
                </c:pt>
                <c:pt idx="3">
                  <c:v>0.38</c:v>
                </c:pt>
                <c:pt idx="4">
                  <c:v>0.23</c:v>
                </c:pt>
                <c:pt idx="5">
                  <c:v>0.01</c:v>
                </c:pt>
                <c:pt idx="6">
                  <c:v>0.45</c:v>
                </c:pt>
                <c:pt idx="7">
                  <c:v>0.28000000000000003</c:v>
                </c:pt>
                <c:pt idx="8">
                  <c:v>0.1</c:v>
                </c:pt>
                <c:pt idx="9">
                  <c:v>0.05</c:v>
                </c:pt>
                <c:pt idx="10">
                  <c:v>0.14000000000000001</c:v>
                </c:pt>
                <c:pt idx="11">
                  <c:v>0.1</c:v>
                </c:pt>
                <c:pt idx="12">
                  <c:v>0.48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940F-461A-B496-12E742093B2A}"/>
            </c:ext>
          </c:extLst>
        </c:ser>
        <c:ser>
          <c:idx val="5"/>
          <c:order val="5"/>
          <c:tx>
            <c:strRef>
              <c:f>'Hoja1 (2)'!$K$3</c:f>
              <c:strCache>
                <c:ptCount val="1"/>
                <c:pt idx="0">
                  <c:v>Recreación y cultura</c:v>
                </c:pt>
              </c:strCache>
            </c:strRef>
          </c:tx>
          <c:spPr>
            <a:ln w="25400" cap="rnd">
              <a:solidFill>
                <a:srgbClr val="FFC00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12"/>
              <c:layout>
                <c:manualLayout>
                  <c:x val="0"/>
                  <c:y val="2.5458799643656989E-3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40F-461A-B496-12E742093B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FFC00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'Hoja1 (2)'!$A$4:$A$16</c:f>
              <c:numCache>
                <c:formatCode>mmm\-yy</c:formatCode>
                <c:ptCount val="13"/>
                <c:pt idx="0">
                  <c:v>43435</c:v>
                </c:pt>
                <c:pt idx="1">
                  <c:v>43466</c:v>
                </c:pt>
                <c:pt idx="2">
                  <c:v>43497</c:v>
                </c:pt>
                <c:pt idx="3">
                  <c:v>43525</c:v>
                </c:pt>
                <c:pt idx="4">
                  <c:v>43556</c:v>
                </c:pt>
                <c:pt idx="5">
                  <c:v>43586</c:v>
                </c:pt>
                <c:pt idx="6">
                  <c:v>43617</c:v>
                </c:pt>
                <c:pt idx="7">
                  <c:v>43647</c:v>
                </c:pt>
                <c:pt idx="8">
                  <c:v>43678</c:v>
                </c:pt>
                <c:pt idx="9">
                  <c:v>43709</c:v>
                </c:pt>
                <c:pt idx="10">
                  <c:v>43739</c:v>
                </c:pt>
                <c:pt idx="11">
                  <c:v>43770</c:v>
                </c:pt>
                <c:pt idx="12">
                  <c:v>43800</c:v>
                </c:pt>
              </c:numCache>
            </c:numRef>
          </c:cat>
          <c:val>
            <c:numRef>
              <c:f>'Hoja1 (2)'!$K$4:$K$16</c:f>
              <c:numCache>
                <c:formatCode>#,##0.00_);\(#,##0.00\)</c:formatCode>
                <c:ptCount val="13"/>
                <c:pt idx="0" formatCode="General">
                  <c:v>0</c:v>
                </c:pt>
                <c:pt idx="1">
                  <c:v>0.47</c:v>
                </c:pt>
                <c:pt idx="2">
                  <c:v>0.53</c:v>
                </c:pt>
                <c:pt idx="3">
                  <c:v>-0.5</c:v>
                </c:pt>
                <c:pt idx="4">
                  <c:v>0.33</c:v>
                </c:pt>
                <c:pt idx="5">
                  <c:v>0.19</c:v>
                </c:pt>
                <c:pt idx="6">
                  <c:v>0.53</c:v>
                </c:pt>
                <c:pt idx="7">
                  <c:v>0.51</c:v>
                </c:pt>
                <c:pt idx="8">
                  <c:v>-0.26</c:v>
                </c:pt>
                <c:pt idx="9">
                  <c:v>-0.43</c:v>
                </c:pt>
                <c:pt idx="10">
                  <c:v>0.47</c:v>
                </c:pt>
                <c:pt idx="11">
                  <c:v>0.39</c:v>
                </c:pt>
                <c:pt idx="12">
                  <c:v>1.41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5-940F-461A-B496-12E742093B2A}"/>
            </c:ext>
          </c:extLst>
        </c:ser>
        <c:ser>
          <c:idx val="6"/>
          <c:order val="6"/>
          <c:tx>
            <c:strRef>
              <c:f>'Hoja1 (2)'!$L$3</c:f>
              <c:strCache>
                <c:ptCount val="1"/>
                <c:pt idx="0">
                  <c:v>Restaurantes y hoteles</c:v>
                </c:pt>
              </c:strCache>
            </c:strRef>
          </c:tx>
          <c:spPr>
            <a:ln w="25400" cap="rnd">
              <a:solidFill>
                <a:srgbClr val="E46C0A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12"/>
              <c:layout>
                <c:manualLayout>
                  <c:x val="0"/>
                  <c:y val="-2.337997054491899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40F-461A-B496-12E742093B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accent2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'Hoja1 (2)'!$A$4:$A$16</c:f>
              <c:numCache>
                <c:formatCode>mmm\-yy</c:formatCode>
                <c:ptCount val="13"/>
                <c:pt idx="0">
                  <c:v>43435</c:v>
                </c:pt>
                <c:pt idx="1">
                  <c:v>43466</c:v>
                </c:pt>
                <c:pt idx="2">
                  <c:v>43497</c:v>
                </c:pt>
                <c:pt idx="3">
                  <c:v>43525</c:v>
                </c:pt>
                <c:pt idx="4">
                  <c:v>43556</c:v>
                </c:pt>
                <c:pt idx="5">
                  <c:v>43586</c:v>
                </c:pt>
                <c:pt idx="6">
                  <c:v>43617</c:v>
                </c:pt>
                <c:pt idx="7">
                  <c:v>43647</c:v>
                </c:pt>
                <c:pt idx="8">
                  <c:v>43678</c:v>
                </c:pt>
                <c:pt idx="9">
                  <c:v>43709</c:v>
                </c:pt>
                <c:pt idx="10">
                  <c:v>43739</c:v>
                </c:pt>
                <c:pt idx="11">
                  <c:v>43770</c:v>
                </c:pt>
                <c:pt idx="12">
                  <c:v>43800</c:v>
                </c:pt>
              </c:numCache>
            </c:numRef>
          </c:cat>
          <c:val>
            <c:numRef>
              <c:f>'Hoja1 (2)'!$L$4:$L$16</c:f>
              <c:numCache>
                <c:formatCode>#,##0.00_);\(#,##0.00\)</c:formatCode>
                <c:ptCount val="13"/>
                <c:pt idx="0" formatCode="General">
                  <c:v>0</c:v>
                </c:pt>
                <c:pt idx="1">
                  <c:v>1.1499999999999999</c:v>
                </c:pt>
                <c:pt idx="2">
                  <c:v>0.75</c:v>
                </c:pt>
                <c:pt idx="3">
                  <c:v>-0.03</c:v>
                </c:pt>
                <c:pt idx="4">
                  <c:v>0.47</c:v>
                </c:pt>
                <c:pt idx="5">
                  <c:v>0.18</c:v>
                </c:pt>
                <c:pt idx="6">
                  <c:v>0.1</c:v>
                </c:pt>
                <c:pt idx="7">
                  <c:v>-0.05</c:v>
                </c:pt>
                <c:pt idx="8">
                  <c:v>0.32</c:v>
                </c:pt>
                <c:pt idx="9">
                  <c:v>0.33</c:v>
                </c:pt>
                <c:pt idx="10">
                  <c:v>0.11</c:v>
                </c:pt>
                <c:pt idx="11">
                  <c:v>0.32</c:v>
                </c:pt>
                <c:pt idx="12">
                  <c:v>0.5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6-940F-461A-B496-12E742093B2A}"/>
            </c:ext>
          </c:extLst>
        </c:ser>
        <c:ser>
          <c:idx val="7"/>
          <c:order val="7"/>
          <c:tx>
            <c:strRef>
              <c:f>'Hoja1 (2)'!#REF!</c:f>
              <c:strCache>
                <c:ptCount val="1"/>
                <c:pt idx="0">
                  <c:v>#REF!</c:v>
                </c:pt>
              </c:strCache>
            </c:strRef>
          </c:tx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'Hoja1 (2)'!$A$4:$A$16</c:f>
              <c:numCache>
                <c:formatCode>mmm\-yy</c:formatCode>
                <c:ptCount val="13"/>
                <c:pt idx="0">
                  <c:v>43435</c:v>
                </c:pt>
                <c:pt idx="1">
                  <c:v>43466</c:v>
                </c:pt>
                <c:pt idx="2">
                  <c:v>43497</c:v>
                </c:pt>
                <c:pt idx="3">
                  <c:v>43525</c:v>
                </c:pt>
                <c:pt idx="4">
                  <c:v>43556</c:v>
                </c:pt>
                <c:pt idx="5">
                  <c:v>43586</c:v>
                </c:pt>
                <c:pt idx="6">
                  <c:v>43617</c:v>
                </c:pt>
                <c:pt idx="7">
                  <c:v>43647</c:v>
                </c:pt>
                <c:pt idx="8">
                  <c:v>43678</c:v>
                </c:pt>
                <c:pt idx="9">
                  <c:v>43709</c:v>
                </c:pt>
                <c:pt idx="10">
                  <c:v>43739</c:v>
                </c:pt>
                <c:pt idx="11">
                  <c:v>43770</c:v>
                </c:pt>
                <c:pt idx="12">
                  <c:v>43800</c:v>
                </c:pt>
              </c:numCache>
            </c:numRef>
          </c:cat>
          <c:val>
            <c:numRef>
              <c:f>'Hoja1 (2)'!#REF!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7-940F-461A-B496-12E742093B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555302832"/>
        <c:axId val="555296112"/>
        <c:extLst/>
      </c:lineChart>
      <c:dateAx>
        <c:axId val="5553028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out"/>
        <c:minorTickMark val="none"/>
        <c:tickLblPos val="low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555296112"/>
        <c:crosses val="autoZero"/>
        <c:auto val="1"/>
        <c:lblOffset val="100"/>
        <c:baseTimeUnit val="months"/>
        <c:majorUnit val="2"/>
        <c:majorTimeUnit val="months"/>
      </c:dateAx>
      <c:valAx>
        <c:axId val="5552961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5553028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7.7652123483226254E-2"/>
          <c:y val="3.1173294059891998E-2"/>
          <c:w val="0.85224973233404711"/>
          <c:h val="0.1599061119293078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Hoja10!$B$3</c:f>
              <c:strCache>
                <c:ptCount val="1"/>
                <c:pt idx="0">
                  <c:v>dic-24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Hoja10!$A$4:$A$15</c:f>
              <c:strCache>
                <c:ptCount val="12"/>
                <c:pt idx="0">
                  <c:v>Información y Comunicación</c:v>
                </c:pt>
                <c:pt idx="1">
                  <c:v>Recreación y Cultura</c:v>
                </c:pt>
                <c:pt idx="2">
                  <c:v>Prendas De Vestir </c:v>
                </c:pt>
                <c:pt idx="3">
                  <c:v>Bebidas Alcohólicas</c:v>
                </c:pt>
                <c:pt idx="4">
                  <c:v>Artículos Para El Hogar</c:v>
                </c:pt>
                <c:pt idx="5">
                  <c:v>Salud</c:v>
                </c:pt>
                <c:pt idx="6">
                  <c:v>Bienes y Servicios Diversos</c:v>
                </c:pt>
                <c:pt idx="7">
                  <c:v>Educación</c:v>
                </c:pt>
                <c:pt idx="8">
                  <c:v>Alimentos </c:v>
                </c:pt>
                <c:pt idx="9">
                  <c:v>Transporte</c:v>
                </c:pt>
                <c:pt idx="10">
                  <c:v>Restaurantes y Hoteles</c:v>
                </c:pt>
                <c:pt idx="11">
                  <c:v>Alojamiento</c:v>
                </c:pt>
              </c:strCache>
            </c:strRef>
          </c:cat>
          <c:val>
            <c:numRef>
              <c:f>Hoja10!$B$4:$B$15</c:f>
              <c:numCache>
                <c:formatCode>0.00</c:formatCode>
                <c:ptCount val="12"/>
                <c:pt idx="0">
                  <c:v>-0.03</c:v>
                </c:pt>
                <c:pt idx="1">
                  <c:v>-0.01</c:v>
                </c:pt>
                <c:pt idx="2">
                  <c:v>7.0000000000000007E-2</c:v>
                </c:pt>
                <c:pt idx="3">
                  <c:v>0.09</c:v>
                </c:pt>
                <c:pt idx="4">
                  <c:v>0.09</c:v>
                </c:pt>
                <c:pt idx="5">
                  <c:v>0.09</c:v>
                </c:pt>
                <c:pt idx="6">
                  <c:v>0.18</c:v>
                </c:pt>
                <c:pt idx="7">
                  <c:v>0.41</c:v>
                </c:pt>
                <c:pt idx="8">
                  <c:v>0.63</c:v>
                </c:pt>
                <c:pt idx="9">
                  <c:v>0.7</c:v>
                </c:pt>
                <c:pt idx="10">
                  <c:v>0.85</c:v>
                </c:pt>
                <c:pt idx="11">
                  <c:v>2.13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FC-4964-8CA2-FC2DA9609522}"/>
            </c:ext>
          </c:extLst>
        </c:ser>
        <c:ser>
          <c:idx val="1"/>
          <c:order val="1"/>
          <c:tx>
            <c:strRef>
              <c:f>Hoja10!$C$3</c:f>
              <c:strCache>
                <c:ptCount val="1"/>
                <c:pt idx="0">
                  <c:v>dic-23</c:v>
                </c:pt>
              </c:strCache>
            </c:strRef>
          </c:tx>
          <c:spPr>
            <a:solidFill>
              <a:schemeClr val="tx2">
                <a:lumMod val="25000"/>
                <a:lumOff val="75000"/>
              </a:schemeClr>
            </a:solidFill>
            <a:ln>
              <a:noFill/>
            </a:ln>
            <a:effectLst/>
          </c:spPr>
          <c:invertIfNegative val="0"/>
          <c:cat>
            <c:strRef>
              <c:f>Hoja10!$A$4:$A$15</c:f>
              <c:strCache>
                <c:ptCount val="12"/>
                <c:pt idx="0">
                  <c:v>Información y Comunicación</c:v>
                </c:pt>
                <c:pt idx="1">
                  <c:v>Recreación y Cultura</c:v>
                </c:pt>
                <c:pt idx="2">
                  <c:v>Prendas De Vestir </c:v>
                </c:pt>
                <c:pt idx="3">
                  <c:v>Bebidas Alcohólicas</c:v>
                </c:pt>
                <c:pt idx="4">
                  <c:v>Artículos Para El Hogar</c:v>
                </c:pt>
                <c:pt idx="5">
                  <c:v>Salud</c:v>
                </c:pt>
                <c:pt idx="6">
                  <c:v>Bienes y Servicios Diversos</c:v>
                </c:pt>
                <c:pt idx="7">
                  <c:v>Educación</c:v>
                </c:pt>
                <c:pt idx="8">
                  <c:v>Alimentos </c:v>
                </c:pt>
                <c:pt idx="9">
                  <c:v>Transporte</c:v>
                </c:pt>
                <c:pt idx="10">
                  <c:v>Restaurantes y Hoteles</c:v>
                </c:pt>
                <c:pt idx="11">
                  <c:v>Alojamiento</c:v>
                </c:pt>
              </c:strCache>
            </c:strRef>
          </c:cat>
          <c:val>
            <c:numRef>
              <c:f>Hoja10!$C$4:$C$15</c:f>
              <c:numCache>
                <c:formatCode>0.00</c:formatCode>
                <c:ptCount val="12"/>
                <c:pt idx="0">
                  <c:v>0</c:v>
                </c:pt>
                <c:pt idx="1">
                  <c:v>0.24</c:v>
                </c:pt>
                <c:pt idx="2">
                  <c:v>0.17</c:v>
                </c:pt>
                <c:pt idx="3">
                  <c:v>0.2</c:v>
                </c:pt>
                <c:pt idx="4">
                  <c:v>0.37</c:v>
                </c:pt>
                <c:pt idx="5">
                  <c:v>0.16</c:v>
                </c:pt>
                <c:pt idx="6">
                  <c:v>0.53</c:v>
                </c:pt>
                <c:pt idx="7">
                  <c:v>0.43</c:v>
                </c:pt>
                <c:pt idx="8">
                  <c:v>0.99</c:v>
                </c:pt>
                <c:pt idx="9">
                  <c:v>1.96</c:v>
                </c:pt>
                <c:pt idx="10">
                  <c:v>1.38</c:v>
                </c:pt>
                <c:pt idx="11">
                  <c:v>2.84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4FC-4964-8CA2-FC2DA96095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531144816"/>
        <c:axId val="531154416"/>
      </c:barChart>
      <c:catAx>
        <c:axId val="531144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531154416"/>
        <c:crosses val="autoZero"/>
        <c:auto val="1"/>
        <c:lblAlgn val="ctr"/>
        <c:lblOffset val="100"/>
        <c:noMultiLvlLbl val="0"/>
      </c:catAx>
      <c:valAx>
        <c:axId val="53115441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5311448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Hoja12!$B$2:$B$3</c:f>
              <c:strCache>
                <c:ptCount val="2"/>
                <c:pt idx="0">
                  <c:v>Total IPC</c:v>
                </c:pt>
                <c:pt idx="1">
                  <c:v>dic-23</c:v>
                </c:pt>
              </c:strCache>
            </c:strRef>
          </c:tx>
          <c:spPr>
            <a:solidFill>
              <a:srgbClr val="002060">
                <a:alpha val="20000"/>
              </a:srgbClr>
            </a:solidFill>
            <a:ln>
              <a:solidFill>
                <a:srgbClr val="002060"/>
              </a:solidFill>
              <a:prstDash val="sysDash"/>
            </a:ln>
            <a:effectLst/>
          </c:spPr>
          <c:invertIfNegative val="0"/>
          <c:cat>
            <c:strRef>
              <c:f>Hoja12!$A$4:$A$27</c:f>
              <c:strCache>
                <c:ptCount val="24"/>
                <c:pt idx="0">
                  <c:v>Bucaramanga</c:v>
                </c:pt>
                <c:pt idx="1">
                  <c:v>Pereira</c:v>
                </c:pt>
                <c:pt idx="2">
                  <c:v>Bogotá, D.C.</c:v>
                </c:pt>
                <c:pt idx="3">
                  <c:v>Medellín</c:v>
                </c:pt>
                <c:pt idx="4">
                  <c:v>Armenia</c:v>
                </c:pt>
                <c:pt idx="5">
                  <c:v>Sincelejo</c:v>
                </c:pt>
                <c:pt idx="6">
                  <c:v>Ibagué</c:v>
                </c:pt>
                <c:pt idx="7">
                  <c:v>Total IPC</c:v>
                </c:pt>
                <c:pt idx="8">
                  <c:v>Cúcuta</c:v>
                </c:pt>
                <c:pt idx="9">
                  <c:v>Florencia</c:v>
                </c:pt>
                <c:pt idx="10">
                  <c:v>Montería</c:v>
                </c:pt>
                <c:pt idx="11">
                  <c:v>Villavicencio</c:v>
                </c:pt>
                <c:pt idx="12">
                  <c:v>Popayán</c:v>
                </c:pt>
                <c:pt idx="13">
                  <c:v>Manizales</c:v>
                </c:pt>
                <c:pt idx="14">
                  <c:v>Otras Areas Urbanas</c:v>
                </c:pt>
                <c:pt idx="15">
                  <c:v>Valledupar</c:v>
                </c:pt>
                <c:pt idx="16">
                  <c:v>Neiva</c:v>
                </c:pt>
                <c:pt idx="17">
                  <c:v>Cartagena De Indias</c:v>
                </c:pt>
                <c:pt idx="18">
                  <c:v>Cali</c:v>
                </c:pt>
                <c:pt idx="19">
                  <c:v>Tunja</c:v>
                </c:pt>
                <c:pt idx="20">
                  <c:v>Pasto</c:v>
                </c:pt>
                <c:pt idx="21">
                  <c:v>Riohacha</c:v>
                </c:pt>
                <c:pt idx="22">
                  <c:v>Barranquilla</c:v>
                </c:pt>
                <c:pt idx="23">
                  <c:v>Santa Marta</c:v>
                </c:pt>
              </c:strCache>
            </c:strRef>
          </c:cat>
          <c:val>
            <c:numRef>
              <c:f>Hoja12!$B$4:$B$27</c:f>
              <c:numCache>
                <c:formatCode>0.0%</c:formatCode>
                <c:ptCount val="24"/>
                <c:pt idx="0">
                  <c:v>8.9600000000000013E-2</c:v>
                </c:pt>
                <c:pt idx="1">
                  <c:v>8.4600000000000009E-2</c:v>
                </c:pt>
                <c:pt idx="2">
                  <c:v>9.4299999999999995E-2</c:v>
                </c:pt>
                <c:pt idx="3">
                  <c:v>9.5500000000000002E-2</c:v>
                </c:pt>
                <c:pt idx="4">
                  <c:v>8.5999999999999993E-2</c:v>
                </c:pt>
                <c:pt idx="5">
                  <c:v>9.1999999999999998E-2</c:v>
                </c:pt>
                <c:pt idx="6">
                  <c:v>7.7899999999999997E-2</c:v>
                </c:pt>
                <c:pt idx="7">
                  <c:v>9.2799999999999994E-2</c:v>
                </c:pt>
                <c:pt idx="8">
                  <c:v>9.3299999999999994E-2</c:v>
                </c:pt>
                <c:pt idx="9">
                  <c:v>8.43E-2</c:v>
                </c:pt>
                <c:pt idx="10">
                  <c:v>0.1048</c:v>
                </c:pt>
                <c:pt idx="11">
                  <c:v>7.1900000000000006E-2</c:v>
                </c:pt>
                <c:pt idx="12">
                  <c:v>8.0199999999999994E-2</c:v>
                </c:pt>
                <c:pt idx="13">
                  <c:v>8.72E-2</c:v>
                </c:pt>
                <c:pt idx="14">
                  <c:v>8.6699999999999999E-2</c:v>
                </c:pt>
                <c:pt idx="15">
                  <c:v>0.1069</c:v>
                </c:pt>
                <c:pt idx="16">
                  <c:v>8.1099999999999992E-2</c:v>
                </c:pt>
                <c:pt idx="17">
                  <c:v>9.9100000000000008E-2</c:v>
                </c:pt>
                <c:pt idx="18">
                  <c:v>8.7100000000000011E-2</c:v>
                </c:pt>
                <c:pt idx="19">
                  <c:v>8.1600000000000006E-2</c:v>
                </c:pt>
                <c:pt idx="20">
                  <c:v>8.7799999999999989E-2</c:v>
                </c:pt>
                <c:pt idx="21">
                  <c:v>9.3800000000000008E-2</c:v>
                </c:pt>
                <c:pt idx="22">
                  <c:v>0.10349999999999999</c:v>
                </c:pt>
                <c:pt idx="23">
                  <c:v>0.105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4C-4016-A429-169DF817AA89}"/>
            </c:ext>
          </c:extLst>
        </c:ser>
        <c:ser>
          <c:idx val="1"/>
          <c:order val="1"/>
          <c:tx>
            <c:strRef>
              <c:f>Hoja12!$C$2:$C$3</c:f>
              <c:strCache>
                <c:ptCount val="2"/>
                <c:pt idx="0">
                  <c:v>Total IPC</c:v>
                </c:pt>
                <c:pt idx="1">
                  <c:v>dic-24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cat>
            <c:strRef>
              <c:f>Hoja12!$A$4:$A$27</c:f>
              <c:strCache>
                <c:ptCount val="24"/>
                <c:pt idx="0">
                  <c:v>Bucaramanga</c:v>
                </c:pt>
                <c:pt idx="1">
                  <c:v>Pereira</c:v>
                </c:pt>
                <c:pt idx="2">
                  <c:v>Bogotá, D.C.</c:v>
                </c:pt>
                <c:pt idx="3">
                  <c:v>Medellín</c:v>
                </c:pt>
                <c:pt idx="4">
                  <c:v>Armenia</c:v>
                </c:pt>
                <c:pt idx="5">
                  <c:v>Sincelejo</c:v>
                </c:pt>
                <c:pt idx="6">
                  <c:v>Ibagué</c:v>
                </c:pt>
                <c:pt idx="7">
                  <c:v>Total IPC</c:v>
                </c:pt>
                <c:pt idx="8">
                  <c:v>Cúcuta</c:v>
                </c:pt>
                <c:pt idx="9">
                  <c:v>Florencia</c:v>
                </c:pt>
                <c:pt idx="10">
                  <c:v>Montería</c:v>
                </c:pt>
                <c:pt idx="11">
                  <c:v>Villavicencio</c:v>
                </c:pt>
                <c:pt idx="12">
                  <c:v>Popayán</c:v>
                </c:pt>
                <c:pt idx="13">
                  <c:v>Manizales</c:v>
                </c:pt>
                <c:pt idx="14">
                  <c:v>Otras Areas Urbanas</c:v>
                </c:pt>
                <c:pt idx="15">
                  <c:v>Valledupar</c:v>
                </c:pt>
                <c:pt idx="16">
                  <c:v>Neiva</c:v>
                </c:pt>
                <c:pt idx="17">
                  <c:v>Cartagena De Indias</c:v>
                </c:pt>
                <c:pt idx="18">
                  <c:v>Cali</c:v>
                </c:pt>
                <c:pt idx="19">
                  <c:v>Tunja</c:v>
                </c:pt>
                <c:pt idx="20">
                  <c:v>Pasto</c:v>
                </c:pt>
                <c:pt idx="21">
                  <c:v>Riohacha</c:v>
                </c:pt>
                <c:pt idx="22">
                  <c:v>Barranquilla</c:v>
                </c:pt>
                <c:pt idx="23">
                  <c:v>Santa Marta</c:v>
                </c:pt>
              </c:strCache>
            </c:strRef>
          </c:cat>
          <c:val>
            <c:numRef>
              <c:f>Hoja12!$C$4:$C$27</c:f>
              <c:numCache>
                <c:formatCode>0.0%</c:formatCode>
                <c:ptCount val="24"/>
                <c:pt idx="0">
                  <c:v>6.0599999999999994E-2</c:v>
                </c:pt>
                <c:pt idx="1">
                  <c:v>5.9800000000000006E-2</c:v>
                </c:pt>
                <c:pt idx="2">
                  <c:v>5.6900000000000006E-2</c:v>
                </c:pt>
                <c:pt idx="3">
                  <c:v>5.6600000000000004E-2</c:v>
                </c:pt>
                <c:pt idx="4">
                  <c:v>5.5E-2</c:v>
                </c:pt>
                <c:pt idx="5">
                  <c:v>5.4400000000000004E-2</c:v>
                </c:pt>
                <c:pt idx="6">
                  <c:v>5.3099999999999994E-2</c:v>
                </c:pt>
                <c:pt idx="7">
                  <c:v>5.2000000000000005E-2</c:v>
                </c:pt>
                <c:pt idx="8">
                  <c:v>5.0799999999999998E-2</c:v>
                </c:pt>
                <c:pt idx="9">
                  <c:v>4.9400000000000006E-2</c:v>
                </c:pt>
                <c:pt idx="10">
                  <c:v>4.8099999999999997E-2</c:v>
                </c:pt>
                <c:pt idx="11">
                  <c:v>4.8000000000000001E-2</c:v>
                </c:pt>
                <c:pt idx="12">
                  <c:v>4.6900000000000004E-2</c:v>
                </c:pt>
                <c:pt idx="13">
                  <c:v>4.6699999999999998E-2</c:v>
                </c:pt>
                <c:pt idx="14">
                  <c:v>4.6600000000000003E-2</c:v>
                </c:pt>
                <c:pt idx="15">
                  <c:v>4.6399999999999997E-2</c:v>
                </c:pt>
                <c:pt idx="16">
                  <c:v>4.6199999999999998E-2</c:v>
                </c:pt>
                <c:pt idx="17">
                  <c:v>4.5700000000000005E-2</c:v>
                </c:pt>
                <c:pt idx="18">
                  <c:v>4.5499999999999999E-2</c:v>
                </c:pt>
                <c:pt idx="19">
                  <c:v>4.4199999999999996E-2</c:v>
                </c:pt>
                <c:pt idx="20">
                  <c:v>4.2999999999999997E-2</c:v>
                </c:pt>
                <c:pt idx="21">
                  <c:v>4.0599999999999997E-2</c:v>
                </c:pt>
                <c:pt idx="22">
                  <c:v>3.3399999999999999E-2</c:v>
                </c:pt>
                <c:pt idx="23">
                  <c:v>4.6999999999999993E-3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4C-4016-A429-169DF817AA89}"/>
            </c:ext>
          </c:extLst>
        </c:ser>
        <c:ser>
          <c:idx val="2"/>
          <c:order val="2"/>
          <c:tx>
            <c:strRef>
              <c:f>Hoja12!$D$2:$D$3</c:f>
              <c:strCache>
                <c:ptCount val="2"/>
                <c:pt idx="0">
                  <c:v>Alojamiento </c:v>
                </c:pt>
                <c:pt idx="1">
                  <c:v>dic-23</c:v>
                </c:pt>
              </c:strCache>
            </c:strRef>
          </c:tx>
          <c:spPr>
            <a:solidFill>
              <a:srgbClr val="00B050">
                <a:alpha val="20000"/>
              </a:srgbClr>
            </a:solidFill>
            <a:ln>
              <a:solidFill>
                <a:srgbClr val="00B050"/>
              </a:solidFill>
              <a:prstDash val="sysDash"/>
            </a:ln>
            <a:effectLst/>
          </c:spPr>
          <c:invertIfNegative val="0"/>
          <c:cat>
            <c:strRef>
              <c:f>Hoja12!$A$4:$A$27</c:f>
              <c:strCache>
                <c:ptCount val="24"/>
                <c:pt idx="0">
                  <c:v>Bucaramanga</c:v>
                </c:pt>
                <c:pt idx="1">
                  <c:v>Pereira</c:v>
                </c:pt>
                <c:pt idx="2">
                  <c:v>Bogotá, D.C.</c:v>
                </c:pt>
                <c:pt idx="3">
                  <c:v>Medellín</c:v>
                </c:pt>
                <c:pt idx="4">
                  <c:v>Armenia</c:v>
                </c:pt>
                <c:pt idx="5">
                  <c:v>Sincelejo</c:v>
                </c:pt>
                <c:pt idx="6">
                  <c:v>Ibagué</c:v>
                </c:pt>
                <c:pt idx="7">
                  <c:v>Total IPC</c:v>
                </c:pt>
                <c:pt idx="8">
                  <c:v>Cúcuta</c:v>
                </c:pt>
                <c:pt idx="9">
                  <c:v>Florencia</c:v>
                </c:pt>
                <c:pt idx="10">
                  <c:v>Montería</c:v>
                </c:pt>
                <c:pt idx="11">
                  <c:v>Villavicencio</c:v>
                </c:pt>
                <c:pt idx="12">
                  <c:v>Popayán</c:v>
                </c:pt>
                <c:pt idx="13">
                  <c:v>Manizales</c:v>
                </c:pt>
                <c:pt idx="14">
                  <c:v>Otras Areas Urbanas</c:v>
                </c:pt>
                <c:pt idx="15">
                  <c:v>Valledupar</c:v>
                </c:pt>
                <c:pt idx="16">
                  <c:v>Neiva</c:v>
                </c:pt>
                <c:pt idx="17">
                  <c:v>Cartagena De Indias</c:v>
                </c:pt>
                <c:pt idx="18">
                  <c:v>Cali</c:v>
                </c:pt>
                <c:pt idx="19">
                  <c:v>Tunja</c:v>
                </c:pt>
                <c:pt idx="20">
                  <c:v>Pasto</c:v>
                </c:pt>
                <c:pt idx="21">
                  <c:v>Riohacha</c:v>
                </c:pt>
                <c:pt idx="22">
                  <c:v>Barranquilla</c:v>
                </c:pt>
                <c:pt idx="23">
                  <c:v>Santa Marta</c:v>
                </c:pt>
              </c:strCache>
            </c:strRef>
          </c:cat>
          <c:val>
            <c:numRef>
              <c:f>Hoja12!$D$4:$D$27</c:f>
              <c:numCache>
                <c:formatCode>0.0%</c:formatCode>
                <c:ptCount val="24"/>
                <c:pt idx="0">
                  <c:v>8.900000000000001E-2</c:v>
                </c:pt>
                <c:pt idx="1">
                  <c:v>8.2400000000000001E-2</c:v>
                </c:pt>
                <c:pt idx="2">
                  <c:v>9.2300000000000007E-2</c:v>
                </c:pt>
                <c:pt idx="3">
                  <c:v>9.7699999999999995E-2</c:v>
                </c:pt>
                <c:pt idx="4">
                  <c:v>7.400000000000001E-2</c:v>
                </c:pt>
                <c:pt idx="5">
                  <c:v>8.2200000000000009E-2</c:v>
                </c:pt>
                <c:pt idx="6">
                  <c:v>8.9900000000000008E-2</c:v>
                </c:pt>
                <c:pt idx="7">
                  <c:v>9.2600000000000002E-2</c:v>
                </c:pt>
                <c:pt idx="8">
                  <c:v>0.1067</c:v>
                </c:pt>
                <c:pt idx="9">
                  <c:v>7.3700000000000002E-2</c:v>
                </c:pt>
                <c:pt idx="10">
                  <c:v>0.121</c:v>
                </c:pt>
                <c:pt idx="11">
                  <c:v>6.4600000000000005E-2</c:v>
                </c:pt>
                <c:pt idx="12">
                  <c:v>6.4399999999999999E-2</c:v>
                </c:pt>
                <c:pt idx="13">
                  <c:v>9.4800000000000009E-2</c:v>
                </c:pt>
                <c:pt idx="14">
                  <c:v>7.5399999999999995E-2</c:v>
                </c:pt>
                <c:pt idx="15">
                  <c:v>0.1116</c:v>
                </c:pt>
                <c:pt idx="16">
                  <c:v>7.0499999999999993E-2</c:v>
                </c:pt>
                <c:pt idx="17">
                  <c:v>9.1300000000000006E-2</c:v>
                </c:pt>
                <c:pt idx="18">
                  <c:v>7.5600000000000001E-2</c:v>
                </c:pt>
                <c:pt idx="19">
                  <c:v>6.4699999999999994E-2</c:v>
                </c:pt>
                <c:pt idx="20">
                  <c:v>8.5800000000000001E-2</c:v>
                </c:pt>
                <c:pt idx="21">
                  <c:v>0.11939999999999999</c:v>
                </c:pt>
                <c:pt idx="22">
                  <c:v>0.12039999999999999</c:v>
                </c:pt>
                <c:pt idx="23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4C-4016-A429-169DF817AA89}"/>
            </c:ext>
          </c:extLst>
        </c:ser>
        <c:ser>
          <c:idx val="3"/>
          <c:order val="3"/>
          <c:tx>
            <c:strRef>
              <c:f>Hoja12!$E$2:$E$3</c:f>
              <c:strCache>
                <c:ptCount val="2"/>
                <c:pt idx="0">
                  <c:v>Alojamiento </c:v>
                </c:pt>
                <c:pt idx="1">
                  <c:v>dic-24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cat>
            <c:strRef>
              <c:f>Hoja12!$A$4:$A$27</c:f>
              <c:strCache>
                <c:ptCount val="24"/>
                <c:pt idx="0">
                  <c:v>Bucaramanga</c:v>
                </c:pt>
                <c:pt idx="1">
                  <c:v>Pereira</c:v>
                </c:pt>
                <c:pt idx="2">
                  <c:v>Bogotá, D.C.</c:v>
                </c:pt>
                <c:pt idx="3">
                  <c:v>Medellín</c:v>
                </c:pt>
                <c:pt idx="4">
                  <c:v>Armenia</c:v>
                </c:pt>
                <c:pt idx="5">
                  <c:v>Sincelejo</c:v>
                </c:pt>
                <c:pt idx="6">
                  <c:v>Ibagué</c:v>
                </c:pt>
                <c:pt idx="7">
                  <c:v>Total IPC</c:v>
                </c:pt>
                <c:pt idx="8">
                  <c:v>Cúcuta</c:v>
                </c:pt>
                <c:pt idx="9">
                  <c:v>Florencia</c:v>
                </c:pt>
                <c:pt idx="10">
                  <c:v>Montería</c:v>
                </c:pt>
                <c:pt idx="11">
                  <c:v>Villavicencio</c:v>
                </c:pt>
                <c:pt idx="12">
                  <c:v>Popayán</c:v>
                </c:pt>
                <c:pt idx="13">
                  <c:v>Manizales</c:v>
                </c:pt>
                <c:pt idx="14">
                  <c:v>Otras Areas Urbanas</c:v>
                </c:pt>
                <c:pt idx="15">
                  <c:v>Valledupar</c:v>
                </c:pt>
                <c:pt idx="16">
                  <c:v>Neiva</c:v>
                </c:pt>
                <c:pt idx="17">
                  <c:v>Cartagena De Indias</c:v>
                </c:pt>
                <c:pt idx="18">
                  <c:v>Cali</c:v>
                </c:pt>
                <c:pt idx="19">
                  <c:v>Tunja</c:v>
                </c:pt>
                <c:pt idx="20">
                  <c:v>Pasto</c:v>
                </c:pt>
                <c:pt idx="21">
                  <c:v>Riohacha</c:v>
                </c:pt>
                <c:pt idx="22">
                  <c:v>Barranquilla</c:v>
                </c:pt>
                <c:pt idx="23">
                  <c:v>Santa Marta</c:v>
                </c:pt>
              </c:strCache>
            </c:strRef>
          </c:cat>
          <c:val>
            <c:numRef>
              <c:f>Hoja12!$E$4:$E$27</c:f>
              <c:numCache>
                <c:formatCode>0.0%</c:formatCode>
                <c:ptCount val="24"/>
                <c:pt idx="0">
                  <c:v>8.7899999999999992E-2</c:v>
                </c:pt>
                <c:pt idx="1">
                  <c:v>8.8100000000000012E-2</c:v>
                </c:pt>
                <c:pt idx="2">
                  <c:v>8.0700000000000008E-2</c:v>
                </c:pt>
                <c:pt idx="3">
                  <c:v>7.7899999999999997E-2</c:v>
                </c:pt>
                <c:pt idx="4">
                  <c:v>6.54E-2</c:v>
                </c:pt>
                <c:pt idx="5">
                  <c:v>7.2700000000000001E-2</c:v>
                </c:pt>
                <c:pt idx="6">
                  <c:v>8.4700000000000011E-2</c:v>
                </c:pt>
                <c:pt idx="7">
                  <c:v>6.9599999999999995E-2</c:v>
                </c:pt>
                <c:pt idx="8">
                  <c:v>7.0599999999999996E-2</c:v>
                </c:pt>
                <c:pt idx="9">
                  <c:v>7.8399999999999997E-2</c:v>
                </c:pt>
                <c:pt idx="10">
                  <c:v>7.3399999999999993E-2</c:v>
                </c:pt>
                <c:pt idx="11">
                  <c:v>5.45E-2</c:v>
                </c:pt>
                <c:pt idx="12">
                  <c:v>5.0700000000000002E-2</c:v>
                </c:pt>
                <c:pt idx="13">
                  <c:v>7.3200000000000001E-2</c:v>
                </c:pt>
                <c:pt idx="14">
                  <c:v>5.6600000000000004E-2</c:v>
                </c:pt>
                <c:pt idx="15">
                  <c:v>5.9200000000000003E-2</c:v>
                </c:pt>
                <c:pt idx="16">
                  <c:v>6.6600000000000006E-2</c:v>
                </c:pt>
                <c:pt idx="17">
                  <c:v>6.0400000000000002E-2</c:v>
                </c:pt>
                <c:pt idx="18">
                  <c:v>6.0599999999999994E-2</c:v>
                </c:pt>
                <c:pt idx="19">
                  <c:v>5.7599999999999998E-2</c:v>
                </c:pt>
                <c:pt idx="20">
                  <c:v>7.1300000000000002E-2</c:v>
                </c:pt>
                <c:pt idx="21">
                  <c:v>2.53E-2</c:v>
                </c:pt>
                <c:pt idx="22">
                  <c:v>2.0199999999999999E-2</c:v>
                </c:pt>
                <c:pt idx="23">
                  <c:v>-3.9800000000000002E-2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34C-4016-A429-169DF817AA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00243312"/>
        <c:axId val="800250992"/>
      </c:barChart>
      <c:catAx>
        <c:axId val="80024331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800250992"/>
        <c:crosses val="autoZero"/>
        <c:auto val="1"/>
        <c:lblAlgn val="ctr"/>
        <c:lblOffset val="100"/>
        <c:noMultiLvlLbl val="0"/>
      </c:catAx>
      <c:valAx>
        <c:axId val="800250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800243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  <c:userShapes r:id="rId5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0.3255</cdr:x>
      <cdr:y>0.10179</cdr:y>
    </cdr:from>
    <cdr:to>
      <cdr:x>0.36493</cdr:x>
      <cdr:y>0.75226</cdr:y>
    </cdr:to>
    <cdr:sp macro="" textlink="">
      <cdr:nvSpPr>
        <cdr:cNvPr id="2" name="Rectángulo: esquinas redondeadas 1">
          <a:extLst xmlns:a="http://schemas.openxmlformats.org/drawingml/2006/main">
            <a:ext uri="{FF2B5EF4-FFF2-40B4-BE49-F238E27FC236}">
              <a16:creationId xmlns:a16="http://schemas.microsoft.com/office/drawing/2014/main" id="{9AB89AFA-CB05-2744-55D4-975A8A1845E2}"/>
            </a:ext>
          </a:extLst>
        </cdr:cNvPr>
        <cdr:cNvSpPr/>
      </cdr:nvSpPr>
      <cdr:spPr>
        <a:xfrm xmlns:a="http://schemas.openxmlformats.org/drawingml/2006/main">
          <a:off x="3465044" y="537208"/>
          <a:ext cx="419747" cy="3432748"/>
        </a:xfrm>
        <a:prstGeom xmlns:a="http://schemas.openxmlformats.org/drawingml/2006/main" prst="roundRect">
          <a:avLst/>
        </a:prstGeom>
        <a:noFill xmlns:a="http://schemas.openxmlformats.org/drawingml/2006/main"/>
        <a:ln xmlns:a="http://schemas.openxmlformats.org/drawingml/2006/main">
          <a:solidFill>
            <a:srgbClr val="002060"/>
          </a:solidFill>
          <a:prstDash val="sysDash"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endParaRPr lang="es-CO" kern="1200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0D9816-5BFF-4C2D-9400-D79E6048197A}" type="datetimeFigureOut">
              <a:rPr lang="es-CO" smtClean="0"/>
              <a:t>12/03/2025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CA5F60-E8E7-40DC-BE46-A57A4A8EF0C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58647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6BAC4DC9-86AC-C12C-E7F5-C4C66F270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6D0633A9-369A-3619-3522-D988EAD03A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</p:spPr>
        <p:txBody>
          <a:bodyPr spcFirstLastPara="1" wrap="square" lIns="94213" tIns="94213" rIns="94213" bIns="94213" anchor="t" anchorCtr="0">
            <a:noAutofit/>
          </a:bodyPr>
          <a:lstStyle/>
          <a:p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CF9ED3EF-334C-D246-3E8F-9FDD4B68F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704850"/>
            <a:ext cx="6257925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684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A64643CD-E9B1-E5AA-27BE-30516E3BE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91A33751-22A3-B274-18A6-02FD7F4C3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dirty="0"/>
              <a:t>Modelo: ARIMA(1,1,1)(0,1,2)[12] </a:t>
            </a:r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E0726399-5DE5-38AA-AF20-C8F4103A17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1693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A91AA02B-5F20-0951-139F-7C8FF9FB4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03A05AA5-7A9F-4F1F-6BAF-975C7BB4E6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/>
              <a:t>Modelo: ARIMA(1,1,1)(0,1,2)[12] </a:t>
            </a:r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C6B01F8C-F4AD-87C5-86C7-B0328C69E3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058119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A64643CD-E9B1-E5AA-27BE-30516E3BE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91A33751-22A3-B274-18A6-02FD7F4C3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E0726399-5DE5-38AA-AF20-C8F4103A17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16932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42E1800C-CC2E-3876-4EE9-91378C0A6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296064D1-F3D2-7E27-4752-48A9BB9C26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60AA69A5-C28B-2184-1040-774D0B635B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37619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2F2EC3B0-D6A2-8058-2F4B-CDDAAC55F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398657A5-0F9C-F3DB-8FB0-0C5873B344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A16F7D5-D2DF-F8D6-04AA-7FEAD5C6BC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9572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4C7A7BEE-B922-E52E-4D3C-494478512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D2CEAAA5-5C83-746E-B46E-DB3F6E12FB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3782876-C473-FB8E-2E8C-5676ACFBC8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707045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F1369464-2415-FB22-8831-121FD1816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536F9A47-D165-15FB-BBB7-774A4CE71A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/>
              <a:t>El arriendo imputado es el costo estimado de ocupar una vivienda propia, mientras que el arriendo efectivo es lo que paga la familia que vive en alquiler</a:t>
            </a: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65846888-A7A8-9F95-A3BC-4D1081F10C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95801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177CBC28-2A45-F2CE-D1F1-6045EA15A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9770B6DB-159F-3615-6FBD-DB325F035F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77CC8A7-0B60-3368-C7BE-0744922807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60170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3CE778D8-E87F-1F29-790A-8BF5D6B96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679A0365-4D66-5834-E418-60CE666852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FAAEE77-F183-E10A-14EE-DB66B7EE4D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63357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2004EDA5-F9C2-8577-3503-DA241D646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81866FB7-FFC1-AA02-4F97-DF87195924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69FBAB8-9641-55AF-42D7-10782E1609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62363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133CFED1-E773-586E-8F51-A75A5BB40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FBF1826F-6A21-2E1A-4A74-A07A5DA37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EFD1A553-E75F-D417-2CD9-B3EE02FB50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77578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91643B47-08A3-EE32-6735-C0E9DB589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49D4884C-4F88-C438-3754-7C8B6FF619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</p:spPr>
        <p:txBody>
          <a:bodyPr spcFirstLastPara="1" wrap="square" lIns="94213" tIns="94213" rIns="94213" bIns="94213" anchor="t" anchorCtr="0">
            <a:noAutofit/>
          </a:bodyPr>
          <a:lstStyle/>
          <a:p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56C3F37-E90A-1174-2FE2-D1A77B9C7A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704850"/>
            <a:ext cx="6257925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273442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EDE7B4-1177-8B12-7421-1E097B71F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AA302C3-4D2C-F2D0-08B1-057A362ED7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A3AD4A-3829-354A-DA24-3BCCBAA14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12/03/2025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2FB66BA-6D5E-99B8-EFD9-D245F7762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E0DE37-85D3-917E-CF1B-E3128F7BA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11149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3FF609-0BC1-6734-1386-A87154A24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D097543-B8E6-932A-0977-08D15E6C3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E3D9F70-48D3-0E59-077D-445C06F0C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12/03/2025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83320D-B26E-A16F-3C3F-E750E7D34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D5EC084-2EA4-BADD-8A47-BFA2898E8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44197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66BAA8-CD93-2121-DCE9-E7D469095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E7F0188-D1AF-03DB-69ED-372151698F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1B6D7D-078A-5795-1B9D-446F3223F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12/03/2025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2CE760E-C749-4BA3-E3A2-0E4152B12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82ED12-2CAC-A123-95C7-AE3434469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11784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F92F4E-9635-8E14-1F57-9903C3A00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A3E32E-2BCE-35CB-A6EF-93A6108E0E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A80F746-A486-526A-6769-1A50F3532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06D9092-C580-4291-A4E9-7BE00259C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12/03/2025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4088CA-BCE1-941C-1106-13C541EC3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B8198F7-7FB9-4CA8-11A9-EAA448A85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37975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CAABC8-CEBD-F018-6E8A-CA28CBC18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69037FA-34EA-1710-E61F-C21AE7398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6940C00-D6B9-94EE-2E36-316E9535DB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F313F7B-988D-DB9F-CF30-A20D8094F5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55AA9E8-3367-03C7-305A-2F801889A0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CC76B09-F790-65C3-52B8-948D2CE4B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12/03/2025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28E238A-DC0A-108B-C1BE-B70EFBEC2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BCDDAA7-B29F-092F-4222-23ACF06AC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96828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C420C3-E660-71F4-355B-DF4B5441B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10EB493-0A83-C268-78DC-0F37D5B1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12/03/2025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6A2CAF7-65EB-15C6-237F-52F337F5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AB788FC-2384-3285-8028-5FBD76822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03988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CE0D069-ADDE-5C61-E160-EADDD7078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12/03/2025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AEAFD67-35C8-D0A5-1C70-2F99A6261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D262AA3-14FC-344A-F5C5-D52D09B13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96120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E0F95-CAC8-DF77-E4E6-87FD33612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18C58EB-955D-2C1E-C0CF-481710C325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A66C536-F7F8-A40F-DC34-29F4C7B0D1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AC5F1AA-42E9-7AF5-9E5C-DD312C47C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12/03/2025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7A5D3C9-F4D6-878F-4F19-E3075DB9D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19D988-91B2-1818-3A9E-C53B65E46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5648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313263-2E5B-54B5-78CB-86F0463BE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36AA091-6787-2AAC-8C90-CCB3CCB7E0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281275E-133A-0891-23B7-628BF1F3E3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5E5181-DD43-323D-09A5-47F14D58B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12/03/2025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37F7CA6-3BD4-752E-5B9C-7DEEC2EC3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24461DF-645C-CAD4-E642-11F342677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61322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E3CFAB-CEED-7652-9DF6-FBA276772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6BE15FF-ED81-E1D3-1487-E357D0E21E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59AE5D-65A8-5092-0216-6A4284C06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12/03/2025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2835BD-48C2-5912-FC89-5B2CEC472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EF9ECD-546A-1A72-9A9E-846795A92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19815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40C4EE3-8FAF-B38D-A17B-63984ABF9F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07EEAF-FC1D-3A1B-FFF2-47C27AB491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1003979-D145-098D-E8DF-4D67B7F17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12/03/2025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045B01-677C-FD7A-4FFD-7FC5F0F54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0935612-B3BC-236D-463A-A89184573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60311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871854B-D013-8220-051B-0EC14606E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B497E48-B49B-12F7-3D1F-0DC77F812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836B671-959B-7791-CB83-FAF8024E0F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25CB60-D9A9-4070-85F8-B971D825C08D}" type="datetimeFigureOut">
              <a:rPr lang="es-CO" smtClean="0"/>
              <a:t>12/03/2025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6E00F2-3476-04F9-1941-3C623B129D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B0C646D-D95B-2E56-88C3-6065EB3917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1651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B1670D20-841C-E21F-CF49-64E5CFD7F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33CF3480-A44A-4C6C-CEB7-46F962F64033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2DFE3CD8-E60C-5770-7139-28A60AC3776C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defTabSz="609630">
                <a:buClr>
                  <a:srgbClr val="000000"/>
                </a:buClr>
              </a:pPr>
              <a:endParaRPr lang="es-CO"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93D3B640-B276-D2C6-DB66-DE298BDCE7CC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algn="ctr" defTabSz="609630">
                <a:lnSpc>
                  <a:spcPct val="135555"/>
                </a:lnSpc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AD582B75-2B8A-D20F-67B2-5D6108EA04CA}"/>
              </a:ext>
            </a:extLst>
          </p:cNvPr>
          <p:cNvSpPr txBox="1"/>
          <p:nvPr/>
        </p:nvSpPr>
        <p:spPr>
          <a:xfrm>
            <a:off x="9483123" y="6566447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 defTabSz="609630">
              <a:lnSpc>
                <a:spcPct val="120009"/>
              </a:lnSpc>
              <a:buClr>
                <a:srgbClr val="000000"/>
              </a:buClr>
            </a:pPr>
            <a:r>
              <a:rPr lang="en-US" sz="1200" kern="0">
                <a:solidFill>
                  <a:srgbClr val="00227C"/>
                </a:solidFill>
                <a:latin typeface="Dosis"/>
                <a:ea typeface="Dosis"/>
                <a:cs typeface="Dosis"/>
                <a:sym typeface="Dosis"/>
              </a:rPr>
              <a:t>www.camacol.co</a:t>
            </a:r>
            <a:endParaRPr lang="en-US"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12274C-342B-3EF9-E985-F481ACCF9202}"/>
              </a:ext>
            </a:extLst>
          </p:cNvPr>
          <p:cNvSpPr txBox="1"/>
          <p:nvPr/>
        </p:nvSpPr>
        <p:spPr>
          <a:xfrm>
            <a:off x="2179320" y="2559157"/>
            <a:ext cx="875792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000" b="1" dirty="0">
                <a:solidFill>
                  <a:srgbClr val="002060"/>
                </a:solidFill>
                <a:latin typeface="Dosis" pitchFamily="2" charset="0"/>
              </a:rPr>
              <a:t>Inflación</a:t>
            </a:r>
            <a:r>
              <a:rPr lang="es-MX" sz="4000" dirty="0">
                <a:solidFill>
                  <a:srgbClr val="002060"/>
                </a:solidFill>
                <a:latin typeface="Dosis" pitchFamily="2" charset="0"/>
              </a:rPr>
              <a:t> </a:t>
            </a:r>
          </a:p>
          <a:p>
            <a:pPr algn="ctr"/>
            <a:r>
              <a:rPr lang="es-MX" sz="2800" dirty="0">
                <a:solidFill>
                  <a:srgbClr val="002060"/>
                </a:solidFill>
                <a:latin typeface="Dosis" pitchFamily="2" charset="0"/>
              </a:rPr>
              <a:t>Febrero de 2024</a:t>
            </a:r>
            <a:endParaRPr lang="es-CO" sz="2800" b="1" dirty="0">
              <a:solidFill>
                <a:srgbClr val="002060"/>
              </a:solidFill>
              <a:latin typeface="Dosis" pitchFamily="2" charset="0"/>
            </a:endParaRP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B80301CB-485A-63D8-47E3-2532573378E6}"/>
              </a:ext>
            </a:extLst>
          </p:cNvPr>
          <p:cNvCxnSpPr/>
          <p:nvPr/>
        </p:nvCxnSpPr>
        <p:spPr>
          <a:xfrm>
            <a:off x="4318000" y="3881120"/>
            <a:ext cx="4480560" cy="0"/>
          </a:xfrm>
          <a:prstGeom prst="line">
            <a:avLst/>
          </a:prstGeom>
          <a:ln w="57150" cmpd="thickThin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8E34231F-A546-C1D9-5382-03C4C81536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3"/>
            <a:ext cx="833120" cy="562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852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610F956C-84B0-5812-8DE0-4A87D23B1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7353372D-ACEF-C348-BC89-6C4866CA301F}"/>
              </a:ext>
            </a:extLst>
          </p:cNvPr>
          <p:cNvSpPr/>
          <p:nvPr/>
        </p:nvSpPr>
        <p:spPr>
          <a:xfrm>
            <a:off x="10133350" y="1184223"/>
            <a:ext cx="1543987" cy="4497049"/>
          </a:xfrm>
          <a:prstGeom prst="rect">
            <a:avLst/>
          </a:prstGeom>
          <a:solidFill>
            <a:srgbClr val="00206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D6773E05-8415-5E61-28DF-AEE053764C83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6D8CE5DA-B283-364A-AFE8-FE18A8512BD2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FD4A59F5-C194-5845-5624-06B48E9C6E44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0BDFCC0-E3F5-B5CF-78D9-8AADA15B58C8}"/>
              </a:ext>
            </a:extLst>
          </p:cNvPr>
          <p:cNvSpPr txBox="1"/>
          <p:nvPr/>
        </p:nvSpPr>
        <p:spPr>
          <a:xfrm>
            <a:off x="3249638" y="39903"/>
            <a:ext cx="672435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Inflación y su proyección desde </a:t>
            </a:r>
            <a:r>
              <a:rPr lang="es-CO" sz="2000" b="1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marzo</a:t>
            </a:r>
            <a:r>
              <a:rPr kumimoji="0" lang="es-CO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 de 2025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Variación (%)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3AF1D8C-C7D5-4D54-7DCA-D04BB30D312D}"/>
              </a:ext>
            </a:extLst>
          </p:cNvPr>
          <p:cNvSpPr txBox="1"/>
          <p:nvPr/>
        </p:nvSpPr>
        <p:spPr>
          <a:xfrm>
            <a:off x="833120" y="6518728"/>
            <a:ext cx="494400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</a:t>
            </a:r>
            <a:r>
              <a:rPr kumimoji="0" lang="es-E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  <a:sym typeface="Arial"/>
              </a:rPr>
              <a:t>DANE</a:t>
            </a:r>
            <a:r>
              <a:rPr kumimoji="0" lang="es-E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– Cálculos y estimaciones Camacol</a:t>
            </a:r>
          </a:p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00" dirty="0">
                <a:solidFill>
                  <a:prstClr val="black"/>
                </a:solidFill>
                <a:latin typeface="Dosis" pitchFamily="2" charset="0"/>
              </a:rPr>
              <a:t>Nota: La forma funcional del modelo corresponde a un modelo ARIMA (1,1,1) (0,1,2) [12] </a:t>
            </a:r>
          </a:p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00" dirty="0">
                <a:solidFill>
                  <a:prstClr val="black"/>
                </a:solidFill>
                <a:latin typeface="Dosis" pitchFamily="2" charset="0"/>
              </a:rPr>
              <a:t>n </a:t>
            </a:r>
            <a:endParaRPr kumimoji="0" lang="es-E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+mn-cs"/>
            </a:endParaRP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42AF6F6F-3C51-37B5-E45B-A4008C158CE0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C1C83FB-F297-5840-DD54-8B27760EDA78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6893F3A0-6F5C-102D-91D3-63FA477F14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3"/>
            <a:ext cx="833120" cy="562976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4E350402-7E48-8717-20E1-775233A25E7E}"/>
              </a:ext>
            </a:extLst>
          </p:cNvPr>
          <p:cNvSpPr txBox="1"/>
          <p:nvPr/>
        </p:nvSpPr>
        <p:spPr>
          <a:xfrm>
            <a:off x="1003712" y="6118618"/>
            <a:ext cx="11023360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Para el mes de marzo proyectamos una inflación anual de </a:t>
            </a:r>
            <a:r>
              <a:rPr kumimoji="0" lang="es-CO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5,29%</a:t>
            </a:r>
            <a:r>
              <a:rPr kumimoji="0" lang="es-CO" sz="20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 y </a:t>
            </a:r>
            <a:r>
              <a:rPr kumimoji="0" lang="es-CO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0,72%</a:t>
            </a:r>
            <a:r>
              <a:rPr kumimoji="0" lang="es-CO" sz="20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 mensual</a:t>
            </a:r>
            <a:endParaRPr kumimoji="0" lang="es-CO" sz="20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+mn-cs"/>
            </a:endParaRP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666D42BC-5D42-4B38-BE45-4143B6407ADA}"/>
              </a:ext>
            </a:extLst>
          </p:cNvPr>
          <p:cNvGraphicFramePr>
            <a:graphicFrameLocks/>
          </p:cNvGraphicFramePr>
          <p:nvPr/>
        </p:nvGraphicFramePr>
        <p:xfrm>
          <a:off x="1246270" y="673680"/>
          <a:ext cx="10927895" cy="5358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721314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D6B21D88-B3FD-C497-FB16-A1CB56A57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0A0C690F-C284-89D3-E8D9-34DC6118BBA9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FB77C789-2DEA-A6B6-F752-F7E9A3346BB1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86D6BC95-4A4F-D6E9-2230-A281F2D6E3E6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824AC36-94E1-79BE-1A6F-48961A31DB5C}"/>
              </a:ext>
            </a:extLst>
          </p:cNvPr>
          <p:cNvSpPr txBox="1"/>
          <p:nvPr/>
        </p:nvSpPr>
        <p:spPr>
          <a:xfrm>
            <a:off x="3249638" y="39903"/>
            <a:ext cx="672435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Inflación y su proyección desde marzo de 2025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Variación (%)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9C6C07C-E74D-CC6C-35C6-5302E809CD08}"/>
              </a:ext>
            </a:extLst>
          </p:cNvPr>
          <p:cNvSpPr txBox="1"/>
          <p:nvPr/>
        </p:nvSpPr>
        <p:spPr>
          <a:xfrm>
            <a:off x="828438" y="6627280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  <a:sym typeface="Arial"/>
              </a:rPr>
              <a:t>DANE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– Cálculos y estimaciones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D7F2FC74-A994-686A-5BB5-27058F0E0959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65D0C56-B42E-CC9C-4C4D-A6CD547B70F0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750A90E9-E717-B2AD-7AE6-6F4EDB84BB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3"/>
            <a:ext cx="833120" cy="562976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E874EFB7-3365-7B3E-08C9-392BCD3B7F76}"/>
              </a:ext>
            </a:extLst>
          </p:cNvPr>
          <p:cNvSpPr txBox="1"/>
          <p:nvPr/>
        </p:nvSpPr>
        <p:spPr>
          <a:xfrm>
            <a:off x="1030417" y="5961660"/>
            <a:ext cx="11023360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La proyección del equipo técnico de Camacol Presidencia no está alejada de las expectativas de los demás analistas económicos</a:t>
            </a:r>
            <a:endParaRPr kumimoji="0" lang="es-CO" sz="20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+mn-cs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1A62EA25-E7C8-82AC-ADA7-AAA3F0241A55}"/>
              </a:ext>
            </a:extLst>
          </p:cNvPr>
          <p:cNvGraphicFramePr>
            <a:graphicFrameLocks noGrp="1"/>
          </p:cNvGraphicFramePr>
          <p:nvPr/>
        </p:nvGraphicFramePr>
        <p:xfrm>
          <a:off x="9434986" y="2554238"/>
          <a:ext cx="261879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151085196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520009716"/>
                    </a:ext>
                  </a:extLst>
                </a:gridCol>
                <a:gridCol w="891591">
                  <a:extLst>
                    <a:ext uri="{9D8B030D-6E8A-4147-A177-3AD203B41FA5}">
                      <a16:colId xmlns:a16="http://schemas.microsoft.com/office/drawing/2014/main" val="29676051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s-CO" sz="1200">
                        <a:solidFill>
                          <a:schemeClr val="accent4">
                            <a:lumMod val="50000"/>
                          </a:schemeClr>
                        </a:solidFill>
                        <a:latin typeface="Dosis" pitchFamily="2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Dosis" pitchFamily="2" charset="0"/>
                        </a:rPr>
                        <a:t>Media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Dosis" pitchFamily="2" charset="0"/>
                        </a:rPr>
                        <a:t>Desviación estándar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8288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200" dirty="0">
                          <a:latin typeface="Dosis" pitchFamily="2" charset="0"/>
                        </a:rPr>
                        <a:t>Mensual en febrero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dirty="0">
                          <a:latin typeface="Dosis" pitchFamily="2" charset="0"/>
                        </a:rPr>
                        <a:t>0,98%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dirty="0">
                          <a:latin typeface="Dosis" pitchFamily="2" charset="0"/>
                        </a:rPr>
                        <a:t>0,16%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1781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200">
                          <a:latin typeface="Dosis" pitchFamily="2" charset="0"/>
                        </a:rPr>
                        <a:t>Anual a diciembre de 2025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dirty="0">
                          <a:latin typeface="Dosis" pitchFamily="2" charset="0"/>
                        </a:rPr>
                        <a:t>4,35%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dirty="0">
                          <a:latin typeface="Dosis" pitchFamily="2" charset="0"/>
                        </a:rPr>
                        <a:t>0, 35%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40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>
                          <a:latin typeface="Dosis" pitchFamily="2" charset="0"/>
                        </a:rPr>
                        <a:t>Anual a diciembre de 2026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dirty="0">
                          <a:latin typeface="Dosis" pitchFamily="2" charset="0"/>
                        </a:rPr>
                        <a:t>3,62%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dirty="0">
                          <a:latin typeface="Dosis" pitchFamily="2" charset="0"/>
                        </a:rPr>
                        <a:t>0,32%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852268"/>
                  </a:ext>
                </a:extLst>
              </a:tr>
            </a:tbl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AC40C02C-8870-CED2-6F8C-88F52A492F2A}"/>
              </a:ext>
            </a:extLst>
          </p:cNvPr>
          <p:cNvSpPr txBox="1"/>
          <p:nvPr/>
        </p:nvSpPr>
        <p:spPr>
          <a:xfrm>
            <a:off x="9366386" y="1583135"/>
            <a:ext cx="2755991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Expectativas analistas económicos</a:t>
            </a:r>
          </a:p>
          <a:p>
            <a:pPr marL="0" marR="0" lvl="0" indent="0" algn="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12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Febrero</a:t>
            </a:r>
            <a:endParaRPr kumimoji="0" lang="es-CO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  <a:p>
            <a:pPr marL="0" marR="0" lvl="0" indent="0" algn="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9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Fuente: Banco de la República</a:t>
            </a:r>
            <a:endParaRPr kumimoji="0" lang="es-CO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666D42BC-5D42-4B38-BE45-4143B6407ADA}"/>
              </a:ext>
            </a:extLst>
          </p:cNvPr>
          <p:cNvGraphicFramePr>
            <a:graphicFrameLocks/>
          </p:cNvGraphicFramePr>
          <p:nvPr/>
        </p:nvGraphicFramePr>
        <p:xfrm>
          <a:off x="883081" y="784032"/>
          <a:ext cx="8388000" cy="518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Rectángulo 7">
            <a:extLst>
              <a:ext uri="{FF2B5EF4-FFF2-40B4-BE49-F238E27FC236}">
                <a16:creationId xmlns:a16="http://schemas.microsoft.com/office/drawing/2014/main" id="{0C1A7D7B-C561-3ADB-514F-57EDD7A31A4D}"/>
              </a:ext>
            </a:extLst>
          </p:cNvPr>
          <p:cNvSpPr/>
          <p:nvPr/>
        </p:nvSpPr>
        <p:spPr>
          <a:xfrm>
            <a:off x="6607276" y="1283110"/>
            <a:ext cx="2123769" cy="4129548"/>
          </a:xfrm>
          <a:prstGeom prst="rect">
            <a:avLst/>
          </a:prstGeom>
          <a:solidFill>
            <a:srgbClr val="00206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10513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610F956C-84B0-5812-8DE0-4A87D23B1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D6773E05-8415-5E61-28DF-AEE053764C83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6D8CE5DA-B283-364A-AFE8-FE18A8512BD2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FD4A59F5-C194-5845-5624-06B48E9C6E44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0BDFCC0-E3F5-B5CF-78D9-8AADA15B58C8}"/>
              </a:ext>
            </a:extLst>
          </p:cNvPr>
          <p:cNvSpPr txBox="1"/>
          <p:nvPr/>
        </p:nvSpPr>
        <p:spPr>
          <a:xfrm>
            <a:off x="3249638" y="39903"/>
            <a:ext cx="672435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Inflación </a:t>
            </a:r>
            <a:r>
              <a:rPr lang="es-CO" sz="2000" b="1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total y medidas de inflación núcleo</a:t>
            </a:r>
            <a:endParaRPr kumimoji="0" lang="es-CO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Variación anual (%)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3AF1D8C-C7D5-4D54-7DCA-D04BB30D312D}"/>
              </a:ext>
            </a:extLst>
          </p:cNvPr>
          <p:cNvSpPr txBox="1"/>
          <p:nvPr/>
        </p:nvSpPr>
        <p:spPr>
          <a:xfrm>
            <a:off x="828438" y="6627280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  <a:sym typeface="Arial"/>
              </a:rPr>
              <a:t>DANE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– Cálculos y estimaciones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42AF6F6F-3C51-37B5-E45B-A4008C158CE0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C1C83FB-F297-5840-DD54-8B27760EDA78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6893F3A0-6F5C-102D-91D3-63FA477F14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3"/>
            <a:ext cx="833120" cy="562976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4E350402-7E48-8717-20E1-775233A25E7E}"/>
              </a:ext>
            </a:extLst>
          </p:cNvPr>
          <p:cNvSpPr txBox="1"/>
          <p:nvPr/>
        </p:nvSpPr>
        <p:spPr>
          <a:xfrm>
            <a:off x="1089196" y="5969361"/>
            <a:ext cx="11023360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La inflación anual se aceleró en 6 pb entre enero y febrero, hasta </a:t>
            </a:r>
            <a:r>
              <a:rPr kumimoji="0" lang="es-MX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5,28%</a:t>
            </a:r>
            <a:r>
              <a:rPr kumimoji="0" lang="es-MX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, como resultado de un registro mensual de </a:t>
            </a:r>
            <a:r>
              <a:rPr kumimoji="0" lang="es-MX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1,14%.</a:t>
            </a:r>
            <a:endParaRPr kumimoji="0" lang="es-CO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+mn-cs"/>
            </a:endParaRPr>
          </a:p>
        </p:txBody>
      </p:sp>
      <p:graphicFrame>
        <p:nvGraphicFramePr>
          <p:cNvPr id="4" name="Gráfico 3">
            <a:extLst>
              <a:ext uri="{FF2B5EF4-FFF2-40B4-BE49-F238E27FC236}">
                <a16:creationId xmlns:a16="http://schemas.microsoft.com/office/drawing/2014/main" id="{5DD1365B-14FD-4506-A22F-C4655439C9E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38883378"/>
              </p:ext>
            </p:extLst>
          </p:nvPr>
        </p:nvGraphicFramePr>
        <p:xfrm>
          <a:off x="1115393" y="631061"/>
          <a:ext cx="8367731" cy="52113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25555E13-E90A-EB4F-5544-4CB0643EDDAF}"/>
              </a:ext>
            </a:extLst>
          </p:cNvPr>
          <p:cNvGraphicFramePr>
            <a:graphicFrameLocks noGrp="1"/>
          </p:cNvGraphicFramePr>
          <p:nvPr/>
        </p:nvGraphicFramePr>
        <p:xfrm>
          <a:off x="9377763" y="1877675"/>
          <a:ext cx="2618791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0460">
                  <a:extLst>
                    <a:ext uri="{9D8B030D-6E8A-4147-A177-3AD203B41FA5}">
                      <a16:colId xmlns:a16="http://schemas.microsoft.com/office/drawing/2014/main" val="1151085196"/>
                    </a:ext>
                  </a:extLst>
                </a:gridCol>
                <a:gridCol w="776740">
                  <a:extLst>
                    <a:ext uri="{9D8B030D-6E8A-4147-A177-3AD203B41FA5}">
                      <a16:colId xmlns:a16="http://schemas.microsoft.com/office/drawing/2014/main" val="520009716"/>
                    </a:ext>
                  </a:extLst>
                </a:gridCol>
                <a:gridCol w="891591">
                  <a:extLst>
                    <a:ext uri="{9D8B030D-6E8A-4147-A177-3AD203B41FA5}">
                      <a16:colId xmlns:a16="http://schemas.microsoft.com/office/drawing/2014/main" val="2967605146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s-CO" sz="140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Dosis" pitchFamily="2" charset="0"/>
                        </a:rPr>
                        <a:t>Variación mensual (%) 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CO" sz="1200">
                        <a:solidFill>
                          <a:schemeClr val="accent4">
                            <a:lumMod val="50000"/>
                          </a:schemeClr>
                        </a:solidFill>
                        <a:latin typeface="Dosis" pitchFamily="2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5920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s-CO" sz="1400">
                        <a:solidFill>
                          <a:schemeClr val="accent4">
                            <a:lumMod val="50000"/>
                          </a:schemeClr>
                        </a:solidFill>
                        <a:latin typeface="Dosis" pitchFamily="2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Dosis" pitchFamily="2" charset="0"/>
                        </a:rPr>
                        <a:t>Feb-25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Dosis" pitchFamily="2" charset="0"/>
                        </a:rPr>
                        <a:t>Feb-24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8288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400">
                          <a:latin typeface="Dosis" pitchFamily="2" charset="0"/>
                        </a:rPr>
                        <a:t>Inflación total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Dosis" pitchFamily="2" charset="0"/>
                        </a:rPr>
                        <a:t>1,14%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Dosis" pitchFamily="2" charset="0"/>
                        </a:rPr>
                        <a:t>1,09%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1781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400">
                          <a:latin typeface="Dosis" pitchFamily="2" charset="0"/>
                        </a:rPr>
                        <a:t>Sin alimentos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Dosis" pitchFamily="2" charset="0"/>
                        </a:rPr>
                        <a:t>1,26%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Dosis" pitchFamily="2" charset="0"/>
                        </a:rPr>
                        <a:t>1,22%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40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>
                          <a:latin typeface="Dosis" pitchFamily="2" charset="0"/>
                        </a:rPr>
                        <a:t>Alimentos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Dosis" pitchFamily="2" charset="0"/>
                        </a:rPr>
                        <a:t>0,60%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Dosis" pitchFamily="2" charset="0"/>
                        </a:rPr>
                        <a:t>0,54%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8522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09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C016A99F-E997-52E0-A3C6-5F6BE429A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5D493F6F-5043-A5EB-AE67-687E9530823D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B0BB26A1-9DB8-27CA-B087-7CD6C17D9B96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88E81CF7-6D29-BC74-06B8-15742A1B5B79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F4C37A0-0A99-33D4-1594-B6E743979F4F}"/>
              </a:ext>
            </a:extLst>
          </p:cNvPr>
          <p:cNvSpPr txBox="1"/>
          <p:nvPr/>
        </p:nvSpPr>
        <p:spPr>
          <a:xfrm>
            <a:off x="3249638" y="39903"/>
            <a:ext cx="672435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Inflación básica anual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Variación (%)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5BF498B0-D4FD-2AD7-23B7-97B27246089C}"/>
              </a:ext>
            </a:extLst>
          </p:cNvPr>
          <p:cNvSpPr txBox="1"/>
          <p:nvPr/>
        </p:nvSpPr>
        <p:spPr>
          <a:xfrm>
            <a:off x="828438" y="6627280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  <a:sym typeface="Arial"/>
              </a:rPr>
              <a:t>DANE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– Cálculos y estimaciones Camacol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42A08F1-FB0D-4D5C-751F-018826E0E774}"/>
              </a:ext>
            </a:extLst>
          </p:cNvPr>
          <p:cNvSpPr/>
          <p:nvPr/>
        </p:nvSpPr>
        <p:spPr>
          <a:xfrm>
            <a:off x="1559930" y="4450437"/>
            <a:ext cx="7423649" cy="529389"/>
          </a:xfrm>
          <a:prstGeom prst="rect">
            <a:avLst/>
          </a:prstGeom>
          <a:solidFill>
            <a:srgbClr val="00206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BAF1254A-F51F-2A72-4596-D85CD1187A7F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7D15027-3123-BB53-E847-7BDDBCB3E7CA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0C59EFA4-C920-F8D1-287A-474080AB12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3"/>
            <a:ext cx="833120" cy="562976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8862DF8F-C2B4-E806-B19F-A7BC18AEACAA}"/>
              </a:ext>
            </a:extLst>
          </p:cNvPr>
          <p:cNvSpPr txBox="1"/>
          <p:nvPr/>
        </p:nvSpPr>
        <p:spPr>
          <a:xfrm>
            <a:off x="1089196" y="5969361"/>
            <a:ext cx="11023360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En la inflación básica anual, que elimina los efectos de las perturbaciones temporales en los precios de alimentos y bienes regulados, se observó una leve reducción.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ED18A0E1-B2B5-DF42-5692-F162B9C864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13781169"/>
              </p:ext>
            </p:extLst>
          </p:nvPr>
        </p:nvGraphicFramePr>
        <p:xfrm>
          <a:off x="1089196" y="695185"/>
          <a:ext cx="8366400" cy="5212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CuadroTexto 7">
            <a:extLst>
              <a:ext uri="{FF2B5EF4-FFF2-40B4-BE49-F238E27FC236}">
                <a16:creationId xmlns:a16="http://schemas.microsoft.com/office/drawing/2014/main" id="{F3A02E0A-0E14-7699-5F90-E4EF49C1AA4A}"/>
              </a:ext>
            </a:extLst>
          </p:cNvPr>
          <p:cNvSpPr txBox="1"/>
          <p:nvPr/>
        </p:nvSpPr>
        <p:spPr>
          <a:xfrm>
            <a:off x="9116212" y="2200443"/>
            <a:ext cx="2849445" cy="1169551"/>
          </a:xfrm>
          <a:prstGeom prst="rect">
            <a:avLst/>
          </a:prstGeom>
          <a:solidFill>
            <a:srgbClr val="00206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just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Aunque este dato es el menor registrado en meses anteriores, sigue estando por encima del límite superior del </a:t>
            </a:r>
            <a:r>
              <a:rPr kumimoji="0" lang="es-MX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rango meta del Banco de la República (2% - 4%).</a:t>
            </a:r>
          </a:p>
        </p:txBody>
      </p:sp>
    </p:spTree>
    <p:extLst>
      <p:ext uri="{BB962C8B-B14F-4D97-AF65-F5344CB8AC3E}">
        <p14:creationId xmlns:p14="http://schemas.microsoft.com/office/powerpoint/2010/main" val="812072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3611F123-EFCD-20CC-7895-83315DA9A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1D2D2B18-C846-EDFF-0F47-C8E2F4F1DC3E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9381297B-7632-26E0-29C1-14595F6788B5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8FEC6B96-9BFF-FF58-1673-4B8DB9FEAB7A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8F99679-11C8-22E6-6D1D-31A75DC4EF5A}"/>
              </a:ext>
            </a:extLst>
          </p:cNvPr>
          <p:cNvSpPr txBox="1"/>
          <p:nvPr/>
        </p:nvSpPr>
        <p:spPr>
          <a:xfrm>
            <a:off x="3300438" y="-16514"/>
            <a:ext cx="672435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Comportamiento mensual por principales rubros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Febrero 2025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9836E96-C93F-33DD-17F9-AEC39BEBE52C}"/>
              </a:ext>
            </a:extLst>
          </p:cNvPr>
          <p:cNvSpPr txBox="1"/>
          <p:nvPr/>
        </p:nvSpPr>
        <p:spPr>
          <a:xfrm>
            <a:off x="828438" y="6627280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  <a:sym typeface="Arial"/>
              </a:rPr>
              <a:t>DANE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– Cálculos y estimaciones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33678238-547E-3013-1FF4-540A527919B7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6C632488-2B2B-7922-A859-B04AE238B8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3"/>
            <a:ext cx="833120" cy="562976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3CAC5C53-83BC-5CCF-18A5-7725CA64643D}"/>
              </a:ext>
            </a:extLst>
          </p:cNvPr>
          <p:cNvSpPr txBox="1"/>
          <p:nvPr/>
        </p:nvSpPr>
        <p:spPr>
          <a:xfrm>
            <a:off x="1089196" y="6166338"/>
            <a:ext cx="11023360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dirty="0">
                <a:solidFill>
                  <a:prstClr val="black"/>
                </a:solidFill>
                <a:latin typeface="Dosis"/>
              </a:rPr>
              <a:t>El alojamiento es </a:t>
            </a:r>
            <a:r>
              <a:rPr kumimoji="0" lang="es-MX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el segmento que más aporta al registro total mensual de febrero 2025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B11E72B-2476-A7AE-AD4A-69B6BB90DBD0}"/>
              </a:ext>
            </a:extLst>
          </p:cNvPr>
          <p:cNvSpPr txBox="1"/>
          <p:nvPr/>
        </p:nvSpPr>
        <p:spPr>
          <a:xfrm>
            <a:off x="8009624" y="719944"/>
            <a:ext cx="3550375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Contribución mensual según divisiones de bienes y servicios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(puntos porcentuales)</a:t>
            </a:r>
            <a:endParaRPr kumimoji="0" lang="es-MX" sz="14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9F45D7C5-AEA2-0B13-6475-73B13A9680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56399953"/>
              </p:ext>
            </p:extLst>
          </p:nvPr>
        </p:nvGraphicFramePr>
        <p:xfrm>
          <a:off x="7846584" y="2131034"/>
          <a:ext cx="3796198" cy="39145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Rectángulo 9">
            <a:extLst>
              <a:ext uri="{FF2B5EF4-FFF2-40B4-BE49-F238E27FC236}">
                <a16:creationId xmlns:a16="http://schemas.microsoft.com/office/drawing/2014/main" id="{7FDEDCDE-911E-4602-406F-978CA9B70AAE}"/>
              </a:ext>
            </a:extLst>
          </p:cNvPr>
          <p:cNvSpPr/>
          <p:nvPr/>
        </p:nvSpPr>
        <p:spPr>
          <a:xfrm>
            <a:off x="7924170" y="1581692"/>
            <a:ext cx="3673642" cy="42843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400" b="1" dirty="0">
                <a:solidFill>
                  <a:schemeClr val="bg1"/>
                </a:solidFill>
                <a:latin typeface="Dosis" pitchFamily="2" charset="0"/>
              </a:rPr>
              <a:t>Variación mensual IPC Total   |    1,14%</a:t>
            </a:r>
          </a:p>
        </p:txBody>
      </p:sp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7BB14866-255D-DC1C-907C-B09E5093EF3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65719074"/>
              </p:ext>
            </p:extLst>
          </p:nvPr>
        </p:nvGraphicFramePr>
        <p:xfrm>
          <a:off x="1089196" y="1581692"/>
          <a:ext cx="6219693" cy="45238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7F842AD7-3522-E711-78C0-AED1DD7E402F}"/>
              </a:ext>
            </a:extLst>
          </p:cNvPr>
          <p:cNvSpPr txBox="1"/>
          <p:nvPr/>
        </p:nvSpPr>
        <p:spPr>
          <a:xfrm>
            <a:off x="2255967" y="752494"/>
            <a:ext cx="3673642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Variación mensual según divisiones de bienes y servicios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(Variación anual %)</a:t>
            </a:r>
            <a:endParaRPr kumimoji="0" lang="es-MX" sz="14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7982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6E2EAADB-7CCC-F688-5BEA-669E37742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DE61FCF2-B0CA-906D-5EE9-FC25414E0C8D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07086945-FA7F-D9A4-C448-D9DBA5E442BE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5554CA6F-52F7-35F0-AD49-2797A8870AE3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D27E22A-2DB6-90CE-8C78-863A5BDFDA81}"/>
              </a:ext>
            </a:extLst>
          </p:cNvPr>
          <p:cNvSpPr txBox="1"/>
          <p:nvPr/>
        </p:nvSpPr>
        <p:spPr>
          <a:xfrm>
            <a:off x="3249638" y="39903"/>
            <a:ext cx="672435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Comportamiento anual de los principales rubros  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Febrero 2025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1CDD9A6-232D-773D-1C6B-E281525A80E9}"/>
              </a:ext>
            </a:extLst>
          </p:cNvPr>
          <p:cNvSpPr txBox="1"/>
          <p:nvPr/>
        </p:nvSpPr>
        <p:spPr>
          <a:xfrm>
            <a:off x="828438" y="6627280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  <a:sym typeface="Arial"/>
              </a:rPr>
              <a:t>DANE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– Cálculos y estimaciones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DFFDB631-73A7-413C-3850-B2D8F4EED5ED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4D788DB-13D7-578F-2B52-47F845568638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B0066421-147B-4F0A-0040-3459401C84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3"/>
            <a:ext cx="833120" cy="562976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B1BFA65F-6ACB-C0EC-7E5E-45F365095FF8}"/>
              </a:ext>
            </a:extLst>
          </p:cNvPr>
          <p:cNvSpPr txBox="1"/>
          <p:nvPr/>
        </p:nvSpPr>
        <p:spPr>
          <a:xfrm>
            <a:off x="1099017" y="5919394"/>
            <a:ext cx="11023360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El comportamiento del IPC total en el 2024 se explicó principalmente por la variación anual de las divisiones: Alojamiento, agua, electricidad, gas y otros combustibles </a:t>
            </a:r>
            <a:r>
              <a:rPr lang="es-MX" sz="2000" dirty="0">
                <a:solidFill>
                  <a:prstClr val="black"/>
                </a:solidFill>
                <a:latin typeface="Dosis"/>
              </a:rPr>
              <a:t>–</a:t>
            </a:r>
            <a:r>
              <a:rPr kumimoji="0" lang="es-MX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 Alimentos y bebidas no alcohólicas.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8B45B44-F7AC-FD6B-71C3-942AF97E74B1}"/>
              </a:ext>
            </a:extLst>
          </p:cNvPr>
          <p:cNvSpPr/>
          <p:nvPr/>
        </p:nvSpPr>
        <p:spPr>
          <a:xfrm>
            <a:off x="7681278" y="1789937"/>
            <a:ext cx="3673642" cy="42843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400" b="1" dirty="0">
                <a:solidFill>
                  <a:schemeClr val="bg1"/>
                </a:solidFill>
                <a:latin typeface="Dosis" pitchFamily="2" charset="0"/>
              </a:rPr>
              <a:t>Variación anual IPC Total   |    5,28%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F9D8B790-5665-B332-BE70-9CF8E3EE21C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47699090"/>
              </p:ext>
            </p:extLst>
          </p:nvPr>
        </p:nvGraphicFramePr>
        <p:xfrm>
          <a:off x="7337030" y="2284374"/>
          <a:ext cx="4572000" cy="34999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" name="Gráfico 3">
            <a:extLst>
              <a:ext uri="{FF2B5EF4-FFF2-40B4-BE49-F238E27FC236}">
                <a16:creationId xmlns:a16="http://schemas.microsoft.com/office/drawing/2014/main" id="{B5F707B3-0B96-40D0-B374-C762A5E0AE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27420526"/>
              </p:ext>
            </p:extLst>
          </p:nvPr>
        </p:nvGraphicFramePr>
        <p:xfrm>
          <a:off x="1201278" y="1588957"/>
          <a:ext cx="6120000" cy="41953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B1DFD595-8750-EA95-0E8E-DADD82D6A045}"/>
              </a:ext>
            </a:extLst>
          </p:cNvPr>
          <p:cNvSpPr txBox="1"/>
          <p:nvPr/>
        </p:nvSpPr>
        <p:spPr>
          <a:xfrm>
            <a:off x="2106067" y="790538"/>
            <a:ext cx="3989933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Variación anual según divisiones de bienes y servicios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(Variación anual %)</a:t>
            </a:r>
            <a:endParaRPr kumimoji="0" lang="es-MX" sz="14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2268175-5B4E-758B-B3EE-C2AB2379DB88}"/>
              </a:ext>
            </a:extLst>
          </p:cNvPr>
          <p:cNvSpPr txBox="1"/>
          <p:nvPr/>
        </p:nvSpPr>
        <p:spPr>
          <a:xfrm>
            <a:off x="7964651" y="763988"/>
            <a:ext cx="3550375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Contribución anual según divisiones de bienes y servicios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(puntos porcentuales)</a:t>
            </a:r>
            <a:endParaRPr kumimoji="0" lang="es-MX" sz="14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6166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5C32D2A7-883F-EFC2-3D34-B900C45E1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A815EAAD-C547-03DE-834E-6F67C42E5945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3841C521-5E34-1334-EC7C-90211AC81460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BFB70009-25EE-0CD3-54EC-EAECFE57452B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EDE55E7-ED20-7B4C-4E2C-82EDE2214A96}"/>
              </a:ext>
            </a:extLst>
          </p:cNvPr>
          <p:cNvSpPr txBox="1"/>
          <p:nvPr/>
        </p:nvSpPr>
        <p:spPr>
          <a:xfrm>
            <a:off x="3348040" y="24853"/>
            <a:ext cx="672435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Inflación total y en arriendos 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Variación anua (%)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8CB2AD8-DEFD-E465-9BEE-B4146EC85B61}"/>
              </a:ext>
            </a:extLst>
          </p:cNvPr>
          <p:cNvSpPr txBox="1"/>
          <p:nvPr/>
        </p:nvSpPr>
        <p:spPr>
          <a:xfrm>
            <a:off x="828438" y="6627280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  <a:sym typeface="Arial"/>
              </a:rPr>
              <a:t>DANE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– Cálculos y estimaciones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D480D245-9ABF-E6C9-FE4E-A597BD1086EE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6987612-4188-49DD-F233-61D03B1CCD1B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2F0D2E44-2494-DCC2-F814-0D180A046F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3"/>
            <a:ext cx="833120" cy="562976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8C795E0A-A3AB-5F03-78DB-A3D0DB4CBA11}"/>
              </a:ext>
            </a:extLst>
          </p:cNvPr>
          <p:cNvSpPr txBox="1"/>
          <p:nvPr/>
        </p:nvSpPr>
        <p:spPr>
          <a:xfrm>
            <a:off x="1089196" y="5969361"/>
            <a:ext cx="11023360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Se observan aumentos anuales del orden de </a:t>
            </a:r>
            <a:r>
              <a:rPr kumimoji="0" lang="es-MX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6,67% </a:t>
            </a:r>
            <a:r>
              <a:rPr kumimoji="0" lang="es-MX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y </a:t>
            </a:r>
            <a:r>
              <a:rPr kumimoji="0" lang="es-MX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7,14%</a:t>
            </a:r>
            <a:r>
              <a:rPr kumimoji="0" lang="es-MX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 en las tarifas de arriendo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-imputado y efectivo- 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19126B50-44E9-8C16-1590-30D4152C3A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993266"/>
              </p:ext>
            </p:extLst>
          </p:nvPr>
        </p:nvGraphicFramePr>
        <p:xfrm>
          <a:off x="9338363" y="2199693"/>
          <a:ext cx="2618791" cy="1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151085196"/>
                    </a:ext>
                  </a:extLst>
                </a:gridCol>
                <a:gridCol w="792489">
                  <a:extLst>
                    <a:ext uri="{9D8B030D-6E8A-4147-A177-3AD203B41FA5}">
                      <a16:colId xmlns:a16="http://schemas.microsoft.com/office/drawing/2014/main" val="520009716"/>
                    </a:ext>
                  </a:extLst>
                </a:gridCol>
                <a:gridCol w="759502">
                  <a:extLst>
                    <a:ext uri="{9D8B030D-6E8A-4147-A177-3AD203B41FA5}">
                      <a16:colId xmlns:a16="http://schemas.microsoft.com/office/drawing/2014/main" val="2967605146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s-CO" sz="140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Dosis" pitchFamily="2" charset="0"/>
                        </a:rPr>
                        <a:t>Variación mensual (%) 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CO" sz="1200">
                        <a:solidFill>
                          <a:schemeClr val="accent4">
                            <a:lumMod val="50000"/>
                          </a:schemeClr>
                        </a:solidFill>
                        <a:latin typeface="Dosis" pitchFamily="2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5920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s-CO" sz="1400">
                        <a:solidFill>
                          <a:schemeClr val="accent4">
                            <a:lumMod val="50000"/>
                          </a:schemeClr>
                        </a:solidFill>
                        <a:latin typeface="Dosis" pitchFamily="2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Dosis" pitchFamily="2" charset="0"/>
                        </a:rPr>
                        <a:t>Feb-25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Dosis" pitchFamily="2" charset="0"/>
                        </a:rPr>
                        <a:t>Feb-24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8288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400">
                          <a:latin typeface="Dosis" pitchFamily="2" charset="0"/>
                        </a:rPr>
                        <a:t>Alquileres Efectivos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Dosis" pitchFamily="2" charset="0"/>
                        </a:rPr>
                        <a:t>0,82%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Dosis" pitchFamily="2" charset="0"/>
                        </a:rPr>
                        <a:t>0,85%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40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>
                          <a:latin typeface="Dosis" pitchFamily="2" charset="0"/>
                        </a:rPr>
                        <a:t>Alquileres Imputados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Dosis" pitchFamily="2" charset="0"/>
                        </a:rPr>
                        <a:t>0,59%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Dosis" pitchFamily="2" charset="0"/>
                        </a:rPr>
                        <a:t>0,85%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852268"/>
                  </a:ext>
                </a:extLst>
              </a:tr>
            </a:tbl>
          </a:graphicData>
        </a:graphic>
      </p:graphicFrame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97015538-7C99-857A-5CE7-1B44FD6B09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0012981"/>
              </p:ext>
            </p:extLst>
          </p:nvPr>
        </p:nvGraphicFramePr>
        <p:xfrm>
          <a:off x="1318241" y="643678"/>
          <a:ext cx="7765798" cy="51448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84101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85129670-240C-A9A8-6CE9-5A6B04670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6A68AB05-3846-159D-D5B9-185DDD9044C9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66F4DAA7-1F6E-0F3B-F99C-EB5CA22A64AD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39FE1AAD-40C0-C63B-9D90-28979F44366D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C23AC8E-A1B7-9ECF-A522-1423A7B1B1FA}"/>
              </a:ext>
            </a:extLst>
          </p:cNvPr>
          <p:cNvSpPr txBox="1"/>
          <p:nvPr/>
        </p:nvSpPr>
        <p:spPr>
          <a:xfrm>
            <a:off x="3249638" y="39903"/>
            <a:ext cx="672435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Inflación </a:t>
            </a:r>
            <a:r>
              <a:rPr kumimoji="0" lang="es-MX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según divisiones de gasto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Variación anual (%)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E433A88-580B-7727-DA77-73EF42335E0A}"/>
              </a:ext>
            </a:extLst>
          </p:cNvPr>
          <p:cNvSpPr txBox="1"/>
          <p:nvPr/>
        </p:nvSpPr>
        <p:spPr>
          <a:xfrm>
            <a:off x="828438" y="6627280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  <a:sym typeface="Arial"/>
              </a:rPr>
              <a:t>DANE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– Cálculos y estimaciones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FEB634DE-AFEF-9F6B-3D09-CF79CFE6ED05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D9E626D-A3F1-FE6D-09E2-A898EB6B09B4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8B91E0EC-7A7A-4F36-6E02-4365A616BD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3"/>
            <a:ext cx="833120" cy="562976"/>
          </a:xfrm>
          <a:prstGeom prst="rect">
            <a:avLst/>
          </a:prstGeom>
        </p:spPr>
      </p:pic>
      <p:graphicFrame>
        <p:nvGraphicFramePr>
          <p:cNvPr id="4" name="Gráfico 3">
            <a:extLst>
              <a:ext uri="{FF2B5EF4-FFF2-40B4-BE49-F238E27FC236}">
                <a16:creationId xmlns:a16="http://schemas.microsoft.com/office/drawing/2014/main" id="{3DFA4657-1698-DCB1-C105-907B829BC3A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12277320"/>
              </p:ext>
            </p:extLst>
          </p:nvPr>
        </p:nvGraphicFramePr>
        <p:xfrm>
          <a:off x="1155604" y="655456"/>
          <a:ext cx="10603260" cy="513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C6B9E072-750F-ACD7-77F2-DC143514D3FA}"/>
              </a:ext>
            </a:extLst>
          </p:cNvPr>
          <p:cNvSpPr txBox="1"/>
          <p:nvPr/>
        </p:nvSpPr>
        <p:spPr>
          <a:xfrm>
            <a:off x="1089196" y="5969361"/>
            <a:ext cx="11023360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>
                <a:solidFill>
                  <a:prstClr val="black"/>
                </a:solidFill>
                <a:latin typeface="Dosis"/>
              </a:rPr>
              <a:t>L</a:t>
            </a:r>
            <a:r>
              <a:rPr kumimoji="0" lang="es-MX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os servicios se mantienen como el segmento que más aporta al registro total, aunque se sumaron algunas tendencias alcistas en regulados y alimentos.</a:t>
            </a:r>
          </a:p>
        </p:txBody>
      </p:sp>
    </p:spTree>
    <p:extLst>
      <p:ext uri="{BB962C8B-B14F-4D97-AF65-F5344CB8AC3E}">
        <p14:creationId xmlns:p14="http://schemas.microsoft.com/office/powerpoint/2010/main" val="3999722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76F76FAA-2DA5-AA48-F80C-8D5A211CA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62391AF4-287F-19FA-29FE-12DBEC7392D1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BDF401AB-BFDA-A97D-64C8-D5AFDEF7C74D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E360F94E-F279-8820-9B19-56BBAF10E60C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0BE12B4-BDBD-A6A5-CA5D-3DE6D1214EA7}"/>
              </a:ext>
            </a:extLst>
          </p:cNvPr>
          <p:cNvSpPr txBox="1"/>
          <p:nvPr/>
        </p:nvSpPr>
        <p:spPr>
          <a:xfrm>
            <a:off x="3348040" y="88529"/>
            <a:ext cx="672435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Inflación por principales rubros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Variación mensual (%)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C3C00B7-38F4-BCED-42E2-0E845718A98A}"/>
              </a:ext>
            </a:extLst>
          </p:cNvPr>
          <p:cNvSpPr txBox="1"/>
          <p:nvPr/>
        </p:nvSpPr>
        <p:spPr>
          <a:xfrm>
            <a:off x="828438" y="6627280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  <a:sym typeface="Arial"/>
              </a:rPr>
              <a:t>DANE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– Cálculos y estimaciones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6A6F5548-4898-15C2-95F2-8F844F512B68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FD98CA32-0C99-6E5A-5595-B89AD5F88E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3"/>
            <a:ext cx="833120" cy="562976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74AD664D-99D3-645C-E7FB-0650BB798C28}"/>
              </a:ext>
            </a:extLst>
          </p:cNvPr>
          <p:cNvSpPr txBox="1"/>
          <p:nvPr/>
        </p:nvSpPr>
        <p:spPr>
          <a:xfrm>
            <a:off x="1089196" y="5969361"/>
            <a:ext cx="11023360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>
                <a:solidFill>
                  <a:prstClr val="black"/>
                </a:solidFill>
                <a:latin typeface="Dosis"/>
              </a:rPr>
              <a:t>L</a:t>
            </a:r>
            <a:r>
              <a:rPr kumimoji="0" lang="es-MX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os servicios se mantienen como el segmento que más aporta al registro total, aunque se sumaron algunas tendencias alcistas en regulados y alimentos.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21137D3-3C0E-E8E4-3F26-0BAC35A9D461}"/>
              </a:ext>
            </a:extLst>
          </p:cNvPr>
          <p:cNvSpPr txBox="1"/>
          <p:nvPr/>
        </p:nvSpPr>
        <p:spPr>
          <a:xfrm>
            <a:off x="8595998" y="655456"/>
            <a:ext cx="2755991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Contribución mensual según divisiones de bienes y servicios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(puntos porcentuales)</a:t>
            </a:r>
            <a:endParaRPr kumimoji="0" lang="es-MX" sz="140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32CE4BC0-76EE-E8AC-222E-FDE5688CB051}"/>
              </a:ext>
            </a:extLst>
          </p:cNvPr>
          <p:cNvGraphicFramePr>
            <a:graphicFrameLocks/>
          </p:cNvGraphicFramePr>
          <p:nvPr/>
        </p:nvGraphicFramePr>
        <p:xfrm>
          <a:off x="7801614" y="2190995"/>
          <a:ext cx="3796198" cy="359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Rectángulo 9">
            <a:extLst>
              <a:ext uri="{FF2B5EF4-FFF2-40B4-BE49-F238E27FC236}">
                <a16:creationId xmlns:a16="http://schemas.microsoft.com/office/drawing/2014/main" id="{B045C46E-9296-A209-1594-3FF2457E8E0F}"/>
              </a:ext>
            </a:extLst>
          </p:cNvPr>
          <p:cNvSpPr/>
          <p:nvPr/>
        </p:nvSpPr>
        <p:spPr>
          <a:xfrm>
            <a:off x="7876674" y="1581692"/>
            <a:ext cx="3673642" cy="428437"/>
          </a:xfrm>
          <a:prstGeom prst="rect">
            <a:avLst/>
          </a:prstGeom>
          <a:solidFill>
            <a:srgbClr val="00206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400" b="1">
                <a:solidFill>
                  <a:schemeClr val="bg1"/>
                </a:solidFill>
                <a:latin typeface="Dosis" pitchFamily="2" charset="0"/>
              </a:rPr>
              <a:t>Variación IPC Total   |    0,46%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FA7FBF88-E5D8-896E-A55C-99D2620000C0}"/>
              </a:ext>
            </a:extLst>
          </p:cNvPr>
          <p:cNvGraphicFramePr>
            <a:graphicFrameLocks/>
          </p:cNvGraphicFramePr>
          <p:nvPr/>
        </p:nvGraphicFramePr>
        <p:xfrm>
          <a:off x="1023836" y="884948"/>
          <a:ext cx="6724800" cy="49884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468116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6DFC1212-7827-2715-57CD-4385B5CD5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9799537F-2D57-EC8D-1694-3C26AFEE79C8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DB7C4035-E876-0A1E-9030-FE905CE8706D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6F659CB0-FD54-2A71-78E4-7D084BBDFC66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DC344D1-BF42-A391-11CE-A0A22182C411}"/>
              </a:ext>
            </a:extLst>
          </p:cNvPr>
          <p:cNvSpPr txBox="1"/>
          <p:nvPr/>
        </p:nvSpPr>
        <p:spPr>
          <a:xfrm>
            <a:off x="3249638" y="39903"/>
            <a:ext cx="672435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Comportamiento anual de los principales rubros  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Variación (%)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5CC08F57-ACF2-A672-AC42-78ADAE9F4F82}"/>
              </a:ext>
            </a:extLst>
          </p:cNvPr>
          <p:cNvSpPr txBox="1"/>
          <p:nvPr/>
        </p:nvSpPr>
        <p:spPr>
          <a:xfrm>
            <a:off x="828438" y="6627280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  <a:sym typeface="Arial"/>
              </a:rPr>
              <a:t>DANE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– Cálculos y estimaciones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7D75544F-7FF7-726D-10BC-FC9872709279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BF221B7-6A7F-11C4-59C0-E7A2F9AE80D4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49DBE373-29C3-1E58-3073-F93BCC1D0A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3"/>
            <a:ext cx="833120" cy="562976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5410D3E6-B487-BFE3-0939-7158AAF29041}"/>
              </a:ext>
            </a:extLst>
          </p:cNvPr>
          <p:cNvSpPr txBox="1"/>
          <p:nvPr/>
        </p:nvSpPr>
        <p:spPr>
          <a:xfrm>
            <a:off x="1099017" y="5919394"/>
            <a:ext cx="11023360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El comportamiento del IPC total  en el 2024 se explicó principalmente por la variación anual de las divisiones Alojamiento, agua, electricidad, gas y otros combustibles y Restaurantes y hoteles.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4371986-C150-5F67-01CB-024B419A67F0}"/>
              </a:ext>
            </a:extLst>
          </p:cNvPr>
          <p:cNvSpPr txBox="1"/>
          <p:nvPr/>
        </p:nvSpPr>
        <p:spPr>
          <a:xfrm>
            <a:off x="8105128" y="847818"/>
            <a:ext cx="2755991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Contribución anual según divisiones de bienes y servicios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(puntos porcentuales)</a:t>
            </a:r>
            <a:endParaRPr kumimoji="0" lang="es-MX" sz="140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6AA0DC8-5B17-6DF4-E5FB-8C2D47759934}"/>
              </a:ext>
            </a:extLst>
          </p:cNvPr>
          <p:cNvSpPr/>
          <p:nvPr/>
        </p:nvSpPr>
        <p:spPr>
          <a:xfrm>
            <a:off x="7681278" y="1789937"/>
            <a:ext cx="3673642" cy="428437"/>
          </a:xfrm>
          <a:prstGeom prst="rect">
            <a:avLst/>
          </a:prstGeom>
          <a:solidFill>
            <a:srgbClr val="00206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400" b="1">
                <a:solidFill>
                  <a:schemeClr val="bg1"/>
                </a:solidFill>
                <a:latin typeface="Dosis" pitchFamily="2" charset="0"/>
              </a:rPr>
              <a:t>Variación anual IPC Total   |    5,20%</a:t>
            </a:r>
          </a:p>
        </p:txBody>
      </p:sp>
      <p:graphicFrame>
        <p:nvGraphicFramePr>
          <p:cNvPr id="18" name="Tabla 17">
            <a:extLst>
              <a:ext uri="{FF2B5EF4-FFF2-40B4-BE49-F238E27FC236}">
                <a16:creationId xmlns:a16="http://schemas.microsoft.com/office/drawing/2014/main" id="{979DD91E-72E4-D1E5-3295-F90341830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22455"/>
              </p:ext>
            </p:extLst>
          </p:nvPr>
        </p:nvGraphicFramePr>
        <p:xfrm>
          <a:off x="1330881" y="715512"/>
          <a:ext cx="5727700" cy="5080650"/>
        </p:xfrm>
        <a:graphic>
          <a:graphicData uri="http://schemas.openxmlformats.org/drawingml/2006/table">
            <a:tbl>
              <a:tblPr/>
              <a:tblGrid>
                <a:gridCol w="1749203">
                  <a:extLst>
                    <a:ext uri="{9D8B030D-6E8A-4147-A177-3AD203B41FA5}">
                      <a16:colId xmlns:a16="http://schemas.microsoft.com/office/drawing/2014/main" val="2888150740"/>
                    </a:ext>
                  </a:extLst>
                </a:gridCol>
                <a:gridCol w="930497">
                  <a:extLst>
                    <a:ext uri="{9D8B030D-6E8A-4147-A177-3AD203B41FA5}">
                      <a16:colId xmlns:a16="http://schemas.microsoft.com/office/drawing/2014/main" val="398144210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5308223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4854097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6650214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0484799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 fontAlgn="b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Dosis" pitchFamily="2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Dosis" pitchFamily="2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dic-24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dic-23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78519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 fontAlgn="ctr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Divisiones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Ponderación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Mensual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Anual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Mensual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Anual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3054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 fontAlgn="ctr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Total                                             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100,0%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0,5%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5,2%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0,5%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9,3%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341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Educación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4,4%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0,0%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10,6%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0,0%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11,4%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205173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Restaurantes Y Hoteles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9,4%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1,0%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7,9%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1,5%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13,2%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230208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 fontAlgn="ctr"/>
                      <a:r>
                        <a:rPr lang="es-MX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Alojamiento, Agua, Electricidad, Gas Y Otros Combustibles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33,1%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0,6%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7,0%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0,9%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9,3%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738459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Bebidas Alcohólicas Y Tabaco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1,7%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0,4%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5,6%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0,7%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12,0%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430736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Salud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1,7%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0,1%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5,5%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0,2%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9,5%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76326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Transporte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12,9%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0,4%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5,2%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0,3%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15,4%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309822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Bienes Y Servicios Diversos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5,4%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0,2%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3,3%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0,5%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10,1%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28516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Alimentos Y Bebidas No Alcohólicas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15,1%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0,5%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3,3%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-0,4%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5,0%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356223"/>
                  </a:ext>
                </a:extLst>
              </a:tr>
              <a:tr h="691200">
                <a:tc>
                  <a:txBody>
                    <a:bodyPr/>
                    <a:lstStyle/>
                    <a:p>
                      <a:pPr algn="l" fontAlgn="ctr"/>
                      <a:r>
                        <a:rPr lang="es-MX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Muebles, Artículos Para El Hogar Y Para La Conservación Ordinaria Del Hogar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4,2%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0,1%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2,2%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0,2%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8,9%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89185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 fontAlgn="ctr"/>
                      <a:r>
                        <a:rPr lang="es-MX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Prendas De Vestir Y Calzado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4,0%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0,1%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2,1%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0,2%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5,2%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60698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Recreación Y Cultura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3,8%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-0,2%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-0,2%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0,7%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7,1%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337636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Información Y Comunicación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4,3%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-0,1%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-0,9%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-0,2%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0,1%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847956"/>
                  </a:ext>
                </a:extLst>
              </a:tr>
            </a:tbl>
          </a:graphicData>
        </a:graphic>
      </p:graphicFrame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9C5420F0-064D-4B7D-88CB-29FAB3DCD70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27795313"/>
              </p:ext>
            </p:extLst>
          </p:nvPr>
        </p:nvGraphicFramePr>
        <p:xfrm>
          <a:off x="7337030" y="2284374"/>
          <a:ext cx="4572000" cy="34999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148474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619A9A30-01C6-9783-69F4-E248CE19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305B6143-F105-6F8F-347A-EAC95D7CCA18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9FAE4A24-03FB-D8CC-C0EB-AFBD562803E4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BCF76997-515E-48CE-AC3B-A5AEAA9ADB15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DDD024F-248D-253F-B7EB-D2F9056A1083}"/>
              </a:ext>
            </a:extLst>
          </p:cNvPr>
          <p:cNvSpPr txBox="1"/>
          <p:nvPr/>
        </p:nvSpPr>
        <p:spPr>
          <a:xfrm>
            <a:off x="3249638" y="39903"/>
            <a:ext cx="672435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Inflación anual por ciudades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Variación (%)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F43007A-7F38-226E-BEDE-EB6960D20A7D}"/>
              </a:ext>
            </a:extLst>
          </p:cNvPr>
          <p:cNvSpPr txBox="1"/>
          <p:nvPr/>
        </p:nvSpPr>
        <p:spPr>
          <a:xfrm>
            <a:off x="828438" y="6627280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  <a:sym typeface="Arial"/>
              </a:rPr>
              <a:t>DANE</a:t>
            </a:r>
            <a:r>
              <a:rPr kumimoji="0" lang="es-E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+mn-cs"/>
              </a:rPr>
              <a:t>– Cálculos y estimaciones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0DD06466-492D-1DFA-A923-1A980BE9624D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120E965-1AA8-5BC8-7A65-986C36A28274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8BDA8C73-1703-DA33-086B-3C97392E3E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3"/>
            <a:ext cx="833120" cy="562976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4A37D38-2E27-4218-3A0C-811AF784DE4D}"/>
              </a:ext>
            </a:extLst>
          </p:cNvPr>
          <p:cNvSpPr txBox="1"/>
          <p:nvPr/>
        </p:nvSpPr>
        <p:spPr>
          <a:xfrm>
            <a:off x="1089196" y="5969361"/>
            <a:ext cx="11023360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Siete ciudades registran una inflación superior a la registrada a nivel nacional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981EEAF8-0BC8-3DB5-DDE5-CF637607B4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7538252"/>
              </p:ext>
            </p:extLst>
          </p:nvPr>
        </p:nvGraphicFramePr>
        <p:xfrm>
          <a:off x="1089196" y="691986"/>
          <a:ext cx="10645356" cy="5277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277114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991D2E49-AAD8-9E1F-12AF-86070A9D2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3B13788A-85A2-0F07-57EA-D10FBF7381CA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55EAE0BE-6929-D0A6-E75F-57E7FB37FAD7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defTabSz="609630">
                <a:buClr>
                  <a:srgbClr val="000000"/>
                </a:buClr>
              </a:pPr>
              <a:endParaRPr lang="es-CO" sz="12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77BF073E-5D53-F57E-0207-5800B2DB0FC4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algn="ctr" defTabSz="609630">
                <a:lnSpc>
                  <a:spcPct val="135555"/>
                </a:lnSpc>
                <a:buClr>
                  <a:srgbClr val="000000"/>
                </a:buClr>
              </a:pPr>
              <a:endParaRPr sz="1200" ker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FECEF831-4F51-A8EE-E520-C594B547E4D7}"/>
              </a:ext>
            </a:extLst>
          </p:cNvPr>
          <p:cNvSpPr txBox="1"/>
          <p:nvPr/>
        </p:nvSpPr>
        <p:spPr>
          <a:xfrm>
            <a:off x="9483123" y="6566447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 defTabSz="609630">
              <a:lnSpc>
                <a:spcPct val="120009"/>
              </a:lnSpc>
              <a:buClr>
                <a:srgbClr val="000000"/>
              </a:buClr>
            </a:pPr>
            <a:r>
              <a:rPr lang="en-US" sz="1200" kern="0">
                <a:solidFill>
                  <a:srgbClr val="00227C"/>
                </a:solidFill>
                <a:latin typeface="Dosis"/>
                <a:ea typeface="Dosis"/>
                <a:cs typeface="Dosis"/>
                <a:sym typeface="Dosis"/>
              </a:rPr>
              <a:t>www.camacol.co</a:t>
            </a:r>
            <a:endParaRPr lang="en-US" sz="12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292B5B5-BB58-151B-3155-F4B46939F921}"/>
              </a:ext>
            </a:extLst>
          </p:cNvPr>
          <p:cNvSpPr txBox="1"/>
          <p:nvPr/>
        </p:nvSpPr>
        <p:spPr>
          <a:xfrm>
            <a:off x="2179320" y="2559157"/>
            <a:ext cx="875792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000" b="1">
                <a:solidFill>
                  <a:srgbClr val="002060"/>
                </a:solidFill>
                <a:latin typeface="Dosis" pitchFamily="2" charset="0"/>
              </a:rPr>
              <a:t>Inflación</a:t>
            </a:r>
            <a:r>
              <a:rPr lang="es-MX" sz="4000">
                <a:solidFill>
                  <a:srgbClr val="002060"/>
                </a:solidFill>
                <a:latin typeface="Dosis" pitchFamily="2" charset="0"/>
              </a:rPr>
              <a:t> </a:t>
            </a:r>
          </a:p>
          <a:p>
            <a:pPr algn="ctr"/>
            <a:r>
              <a:rPr lang="es-MX" sz="2800">
                <a:solidFill>
                  <a:srgbClr val="002060"/>
                </a:solidFill>
                <a:latin typeface="Dosis" pitchFamily="2" charset="0"/>
              </a:rPr>
              <a:t>Diciembre de 2024</a:t>
            </a:r>
            <a:endParaRPr lang="es-CO" sz="2800" b="1">
              <a:solidFill>
                <a:srgbClr val="002060"/>
              </a:solidFill>
              <a:latin typeface="Dosis" pitchFamily="2" charset="0"/>
            </a:endParaRP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E889A6C3-C698-5E7D-2A6F-2070E6953804}"/>
              </a:ext>
            </a:extLst>
          </p:cNvPr>
          <p:cNvCxnSpPr/>
          <p:nvPr/>
        </p:nvCxnSpPr>
        <p:spPr>
          <a:xfrm>
            <a:off x="4318000" y="3881120"/>
            <a:ext cx="4480560" cy="0"/>
          </a:xfrm>
          <a:prstGeom prst="line">
            <a:avLst/>
          </a:prstGeom>
          <a:ln w="57150" cmpd="thickThin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36961B0A-C30A-BAF5-3CFF-8B970AAD94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3"/>
            <a:ext cx="833120" cy="562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44717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d62384bc-84af-4cee-9670-bdd7e3103028">
      <Terms xmlns="http://schemas.microsoft.com/office/infopath/2007/PartnerControls"/>
    </lcf76f155ced4ddcb4097134ff3c332f>
    <TaxCatchAll xmlns="d07a1b0e-5e0d-4395-b8ed-6b7f4c24bf1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9C3C2A87D08D409B3F8E77471845A6" ma:contentTypeVersion="17" ma:contentTypeDescription="Create a new document." ma:contentTypeScope="" ma:versionID="c183e8ef4075ce3bee142c121839b84b">
  <xsd:schema xmlns:xsd="http://www.w3.org/2001/XMLSchema" xmlns:xs="http://www.w3.org/2001/XMLSchema" xmlns:p="http://schemas.microsoft.com/office/2006/metadata/properties" xmlns:ns1="http://schemas.microsoft.com/sharepoint/v3" xmlns:ns2="d62384bc-84af-4cee-9670-bdd7e3103028" xmlns:ns3="d07a1b0e-5e0d-4395-b8ed-6b7f4c24bf15" targetNamespace="http://schemas.microsoft.com/office/2006/metadata/properties" ma:root="true" ma:fieldsID="54e9e5cb529ceac8d53a7862cdca92d4" ns1:_="" ns2:_="" ns3:_="">
    <xsd:import namespace="http://schemas.microsoft.com/sharepoint/v3"/>
    <xsd:import namespace="d62384bc-84af-4cee-9670-bdd7e3103028"/>
    <xsd:import namespace="d07a1b0e-5e0d-4395-b8ed-6b7f4c24bf1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2384bc-84af-4cee-9670-bdd7e31030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4acb3148-5304-4beb-92c5-86c952aca7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7a1b0e-5e0d-4395-b8ed-6b7f4c24bf1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d98bf23e-96a5-4ebc-af27-c0a9078782cb}" ma:internalName="TaxCatchAll" ma:showField="CatchAllData" ma:web="d07a1b0e-5e0d-4395-b8ed-6b7f4c24bf1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3DB1EA9-FC8C-47D5-9225-F6093A420E7D}">
  <ds:schemaRefs>
    <ds:schemaRef ds:uri="http://schemas.openxmlformats.org/package/2006/metadata/core-properties"/>
    <ds:schemaRef ds:uri="d07a1b0e-5e0d-4395-b8ed-6b7f4c24bf15"/>
    <ds:schemaRef ds:uri="http://purl.org/dc/terms/"/>
    <ds:schemaRef ds:uri="http://schemas.microsoft.com/sharepoint/v3"/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purl.org/dc/dcmitype/"/>
    <ds:schemaRef ds:uri="d62384bc-84af-4cee-9670-bdd7e3103028"/>
    <ds:schemaRef ds:uri="http://schemas.microsoft.com/office/2006/metadata/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BCBC2790-8FF2-4D9B-86F6-D5C723F121A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A44ED41-5936-446D-B164-2D001BD1EDF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62384bc-84af-4cee-9670-bdd7e3103028"/>
    <ds:schemaRef ds:uri="d07a1b0e-5e0d-4395-b8ed-6b7f4c24bf1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1062</Words>
  <Application>Microsoft Office PowerPoint</Application>
  <PresentationFormat>Panorámica</PresentationFormat>
  <Paragraphs>259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Dosis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Nathaly Castro</dc:creator>
  <cp:lastModifiedBy>Nathaly Castro</cp:lastModifiedBy>
  <cp:revision>1</cp:revision>
  <dcterms:created xsi:type="dcterms:W3CDTF">2024-07-09T20:28:04Z</dcterms:created>
  <dcterms:modified xsi:type="dcterms:W3CDTF">2025-03-12T20:38:26Z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0x010100BE9C3C2A87D08D409B3F8E77471845A6</vt:lpwstr>
  </property>
  <property fmtid="{D5CDD505-2E9C-101B-9397-08002B2CF9AE}" pid="3" name="MediaServiceImageTags">
    <vt:lpwstr/>
  </property>
</Properties>
</file>