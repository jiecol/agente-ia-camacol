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15081" r:id="rId5"/>
    <p:sldId id="15082" r:id="rId6"/>
    <p:sldId id="15083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8C7375-21F7-480A-A9A6-76EB06A87E52}" v="5" dt="2025-03-14T20:00:41.503"/>
    <p1510:client id="{F93A2CD2-BE14-41B3-9AA1-75E8876293C7}" v="2" dt="2025-03-14T19:42:26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ly Castro" userId="c6661946-9789-44f7-bc4b-28e5d8848f7f" providerId="ADAL" clId="{F93A2CD2-BE14-41B3-9AA1-75E8876293C7}"/>
    <pc:docChg chg="addSld delSld modSld">
      <pc:chgData name="Nathaly Castro" userId="c6661946-9789-44f7-bc4b-28e5d8848f7f" providerId="ADAL" clId="{F93A2CD2-BE14-41B3-9AA1-75E8876293C7}" dt="2025-03-14T19:42:26.900" v="1" actId="47"/>
      <pc:docMkLst>
        <pc:docMk/>
      </pc:docMkLst>
      <pc:sldChg chg="del">
        <pc:chgData name="Nathaly Castro" userId="c6661946-9789-44f7-bc4b-28e5d8848f7f" providerId="ADAL" clId="{F93A2CD2-BE14-41B3-9AA1-75E8876293C7}" dt="2025-03-14T19:42:26.900" v="1" actId="47"/>
        <pc:sldMkLst>
          <pc:docMk/>
          <pc:sldMk cId="3323013339" sldId="15078"/>
        </pc:sldMkLst>
      </pc:sldChg>
      <pc:sldChg chg="del">
        <pc:chgData name="Nathaly Castro" userId="c6661946-9789-44f7-bc4b-28e5d8848f7f" providerId="ADAL" clId="{F93A2CD2-BE14-41B3-9AA1-75E8876293C7}" dt="2025-03-14T19:42:26.900" v="1" actId="47"/>
        <pc:sldMkLst>
          <pc:docMk/>
          <pc:sldMk cId="1375152423" sldId="15079"/>
        </pc:sldMkLst>
      </pc:sldChg>
      <pc:sldChg chg="del">
        <pc:chgData name="Nathaly Castro" userId="c6661946-9789-44f7-bc4b-28e5d8848f7f" providerId="ADAL" clId="{F93A2CD2-BE14-41B3-9AA1-75E8876293C7}" dt="2025-03-14T19:42:26.900" v="1" actId="47"/>
        <pc:sldMkLst>
          <pc:docMk/>
          <pc:sldMk cId="4056479450" sldId="15080"/>
        </pc:sldMkLst>
      </pc:sldChg>
      <pc:sldChg chg="add">
        <pc:chgData name="Nathaly Castro" userId="c6661946-9789-44f7-bc4b-28e5d8848f7f" providerId="ADAL" clId="{F93A2CD2-BE14-41B3-9AA1-75E8876293C7}" dt="2025-03-14T19:42:01.681" v="0"/>
        <pc:sldMkLst>
          <pc:docMk/>
          <pc:sldMk cId="404297888" sldId="15081"/>
        </pc:sldMkLst>
      </pc:sldChg>
      <pc:sldChg chg="add">
        <pc:chgData name="Nathaly Castro" userId="c6661946-9789-44f7-bc4b-28e5d8848f7f" providerId="ADAL" clId="{F93A2CD2-BE14-41B3-9AA1-75E8876293C7}" dt="2025-03-14T19:42:01.681" v="0"/>
        <pc:sldMkLst>
          <pc:docMk/>
          <pc:sldMk cId="3708109440" sldId="15082"/>
        </pc:sldMkLst>
      </pc:sldChg>
      <pc:sldChg chg="add">
        <pc:chgData name="Nathaly Castro" userId="c6661946-9789-44f7-bc4b-28e5d8848f7f" providerId="ADAL" clId="{F93A2CD2-BE14-41B3-9AA1-75E8876293C7}" dt="2025-03-14T19:42:01.681" v="0"/>
        <pc:sldMkLst>
          <pc:docMk/>
          <pc:sldMk cId="4215365446" sldId="15083"/>
        </pc:sldMkLst>
      </pc:sldChg>
    </pc:docChg>
  </pc:docChgLst>
  <pc:docChgLst>
    <pc:chgData name="Nathaly Castro" userId="c6661946-9789-44f7-bc4b-28e5d8848f7f" providerId="ADAL" clId="{538C7375-21F7-480A-A9A6-76EB06A87E52}"/>
    <pc:docChg chg="modSld">
      <pc:chgData name="Nathaly Castro" userId="c6661946-9789-44f7-bc4b-28e5d8848f7f" providerId="ADAL" clId="{538C7375-21F7-480A-A9A6-76EB06A87E52}" dt="2025-03-14T20:00:41.503" v="4" actId="27918"/>
      <pc:docMkLst>
        <pc:docMk/>
      </pc:docMkLst>
      <pc:sldChg chg="mod">
        <pc:chgData name="Nathaly Castro" userId="c6661946-9789-44f7-bc4b-28e5d8848f7f" providerId="ADAL" clId="{538C7375-21F7-480A-A9A6-76EB06A87E52}" dt="2025-03-14T20:00:41.503" v="4" actId="27918"/>
        <pc:sldMkLst>
          <pc:docMk/>
          <pc:sldMk cId="4215365446" sldId="15083"/>
        </pc:sldMkLst>
      </pc:sldChg>
    </pc:docChg>
  </pc:docChgLst>
  <pc:docChgLst>
    <pc:chgData name="Nathaly Castro" userId="c6661946-9789-44f7-bc4b-28e5d8848f7f" providerId="ADAL" clId="{351E35CF-984B-48B4-9E9E-762D70C905EF}"/>
    <pc:docChg chg="undo custSel addSld delSld modSld">
      <pc:chgData name="Nathaly Castro" userId="c6661946-9789-44f7-bc4b-28e5d8848f7f" providerId="ADAL" clId="{351E35CF-984B-48B4-9E9E-762D70C905EF}" dt="2025-02-06T16:01:04.570" v="356" actId="2696"/>
      <pc:docMkLst>
        <pc:docMk/>
      </pc:docMkLst>
      <pc:sldChg chg="del">
        <pc:chgData name="Nathaly Castro" userId="c6661946-9789-44f7-bc4b-28e5d8848f7f" providerId="ADAL" clId="{351E35CF-984B-48B4-9E9E-762D70C905EF}" dt="2025-02-06T15:00:03.138" v="96" actId="47"/>
        <pc:sldMkLst>
          <pc:docMk/>
          <pc:sldMk cId="2445459208" sldId="13704"/>
        </pc:sldMkLst>
      </pc:sldChg>
      <pc:sldChg chg="del">
        <pc:chgData name="Nathaly Castro" userId="c6661946-9789-44f7-bc4b-28e5d8848f7f" providerId="ADAL" clId="{351E35CF-984B-48B4-9E9E-762D70C905EF}" dt="2025-02-06T14:57:16.253" v="58" actId="47"/>
        <pc:sldMkLst>
          <pc:docMk/>
          <pc:sldMk cId="3676651666" sldId="13705"/>
        </pc:sldMkLst>
      </pc:sldChg>
      <pc:sldChg chg="del">
        <pc:chgData name="Nathaly Castro" userId="c6661946-9789-44f7-bc4b-28e5d8848f7f" providerId="ADAL" clId="{351E35CF-984B-48B4-9E9E-762D70C905EF}" dt="2025-02-06T14:56:06.618" v="44" actId="47"/>
        <pc:sldMkLst>
          <pc:docMk/>
          <pc:sldMk cId="841452953" sldId="13706"/>
        </pc:sldMkLst>
      </pc:sldChg>
      <pc:sldChg chg="add del">
        <pc:chgData name="Nathaly Castro" userId="c6661946-9789-44f7-bc4b-28e5d8848f7f" providerId="ADAL" clId="{351E35CF-984B-48B4-9E9E-762D70C905EF}" dt="2025-02-06T14:42:17.017" v="1"/>
        <pc:sldMkLst>
          <pc:docMk/>
          <pc:sldMk cId="67015955" sldId="13707"/>
        </pc:sldMkLst>
      </pc:sldChg>
      <pc:sldChg chg="add del">
        <pc:chgData name="Nathaly Castro" userId="c6661946-9789-44f7-bc4b-28e5d8848f7f" providerId="ADAL" clId="{351E35CF-984B-48B4-9E9E-762D70C905EF}" dt="2025-02-06T14:42:17.017" v="1"/>
        <pc:sldMkLst>
          <pc:docMk/>
          <pc:sldMk cId="41294096" sldId="13708"/>
        </pc:sldMkLst>
      </pc:sldChg>
      <pc:sldChg chg="add del">
        <pc:chgData name="Nathaly Castro" userId="c6661946-9789-44f7-bc4b-28e5d8848f7f" providerId="ADAL" clId="{351E35CF-984B-48B4-9E9E-762D70C905EF}" dt="2025-02-06T14:42:17.017" v="1"/>
        <pc:sldMkLst>
          <pc:docMk/>
          <pc:sldMk cId="3634372864" sldId="13709"/>
        </pc:sldMkLst>
      </pc:sldChg>
      <pc:sldChg chg="add del">
        <pc:chgData name="Nathaly Castro" userId="c6661946-9789-44f7-bc4b-28e5d8848f7f" providerId="ADAL" clId="{351E35CF-984B-48B4-9E9E-762D70C905EF}" dt="2025-02-06T14:55:56.593" v="43" actId="47"/>
        <pc:sldMkLst>
          <pc:docMk/>
          <pc:sldMk cId="1134146570" sldId="15077"/>
        </pc:sldMkLst>
      </pc:sldChg>
      <pc:sldChg chg="addSp delSp modSp add mod">
        <pc:chgData name="Nathaly Castro" userId="c6661946-9789-44f7-bc4b-28e5d8848f7f" providerId="ADAL" clId="{351E35CF-984B-48B4-9E9E-762D70C905EF}" dt="2025-02-06T15:30:06.621" v="141" actId="20577"/>
        <pc:sldMkLst>
          <pc:docMk/>
          <pc:sldMk cId="3323013339" sldId="15078"/>
        </pc:sldMkLst>
        <pc:spChg chg="mod">
          <ac:chgData name="Nathaly Castro" userId="c6661946-9789-44f7-bc4b-28e5d8848f7f" providerId="ADAL" clId="{351E35CF-984B-48B4-9E9E-762D70C905EF}" dt="2025-02-06T14:55:29.509" v="39"/>
          <ac:spMkLst>
            <pc:docMk/>
            <pc:sldMk cId="3323013339" sldId="15078"/>
            <ac:spMk id="2" creationId="{781F57EA-42A5-9D25-0C7E-0AA3D1A4B0A9}"/>
          </ac:spMkLst>
        </pc:spChg>
        <pc:spChg chg="del">
          <ac:chgData name="Nathaly Castro" userId="c6661946-9789-44f7-bc4b-28e5d8848f7f" providerId="ADAL" clId="{351E35CF-984B-48B4-9E9E-762D70C905EF}" dt="2025-02-06T14:44:42.920" v="27" actId="478"/>
          <ac:spMkLst>
            <pc:docMk/>
            <pc:sldMk cId="3323013339" sldId="15078"/>
            <ac:spMk id="3" creationId="{1C947ABE-3DA2-23DC-C7EB-5697D0A78AFE}"/>
          </ac:spMkLst>
        </pc:spChg>
        <pc:spChg chg="mod">
          <ac:chgData name="Nathaly Castro" userId="c6661946-9789-44f7-bc4b-28e5d8848f7f" providerId="ADAL" clId="{351E35CF-984B-48B4-9E9E-762D70C905EF}" dt="2025-02-06T15:30:06.621" v="141" actId="20577"/>
          <ac:spMkLst>
            <pc:docMk/>
            <pc:sldMk cId="3323013339" sldId="15078"/>
            <ac:spMk id="4" creationId="{B9295CC0-666F-928D-4C6E-BEBD70477A73}"/>
          </ac:spMkLst>
        </pc:spChg>
        <pc:spChg chg="add mod">
          <ac:chgData name="Nathaly Castro" userId="c6661946-9789-44f7-bc4b-28e5d8848f7f" providerId="ADAL" clId="{351E35CF-984B-48B4-9E9E-762D70C905EF}" dt="2025-02-06T14:55:05.273" v="37" actId="1076"/>
          <ac:spMkLst>
            <pc:docMk/>
            <pc:sldMk cId="3323013339" sldId="15078"/>
            <ac:spMk id="9" creationId="{4ABD32D9-BBBA-66E8-E98D-1153085DC4F0}"/>
          </ac:spMkLst>
        </pc:spChg>
        <pc:spChg chg="add mod">
          <ac:chgData name="Nathaly Castro" userId="c6661946-9789-44f7-bc4b-28e5d8848f7f" providerId="ADAL" clId="{351E35CF-984B-48B4-9E9E-762D70C905EF}" dt="2025-02-06T15:29:09.992" v="118" actId="1076"/>
          <ac:spMkLst>
            <pc:docMk/>
            <pc:sldMk cId="3323013339" sldId="15078"/>
            <ac:spMk id="10" creationId="{B9BD6538-309F-D4EB-AB4D-AC199E527ED2}"/>
          </ac:spMkLst>
        </pc:spChg>
        <pc:graphicFrameChg chg="add mod">
          <ac:chgData name="Nathaly Castro" userId="c6661946-9789-44f7-bc4b-28e5d8848f7f" providerId="ADAL" clId="{351E35CF-984B-48B4-9E9E-762D70C905EF}" dt="2025-02-06T14:42:40.575" v="5"/>
          <ac:graphicFrameMkLst>
            <pc:docMk/>
            <pc:sldMk cId="3323013339" sldId="15078"/>
            <ac:graphicFrameMk id="5" creationId="{F7E53E12-0531-13D1-B299-0210A35DFAFC}"/>
          </ac:graphicFrameMkLst>
        </pc:graphicFrameChg>
        <pc:graphicFrameChg chg="del">
          <ac:chgData name="Nathaly Castro" userId="c6661946-9789-44f7-bc4b-28e5d8848f7f" providerId="ADAL" clId="{351E35CF-984B-48B4-9E9E-762D70C905EF}" dt="2025-02-06T14:42:35.170" v="4" actId="478"/>
          <ac:graphicFrameMkLst>
            <pc:docMk/>
            <pc:sldMk cId="3323013339" sldId="15078"/>
            <ac:graphicFrameMk id="7" creationId="{746A58E3-2020-B47B-FB87-5A93CE2DFD89}"/>
          </ac:graphicFrameMkLst>
        </pc:graphicFrameChg>
        <pc:graphicFrameChg chg="add del mod">
          <ac:chgData name="Nathaly Castro" userId="c6661946-9789-44f7-bc4b-28e5d8848f7f" providerId="ADAL" clId="{351E35CF-984B-48B4-9E9E-762D70C905EF}" dt="2025-02-06T15:27:13.909" v="99" actId="478"/>
          <ac:graphicFrameMkLst>
            <pc:docMk/>
            <pc:sldMk cId="3323013339" sldId="15078"/>
            <ac:graphicFrameMk id="8" creationId="{8A600FAE-96E4-9CAC-8146-79D1A042DF8A}"/>
          </ac:graphicFrameMkLst>
        </pc:graphicFrameChg>
        <pc:graphicFrameChg chg="add del mod">
          <ac:chgData name="Nathaly Castro" userId="c6661946-9789-44f7-bc4b-28e5d8848f7f" providerId="ADAL" clId="{351E35CF-984B-48B4-9E9E-762D70C905EF}" dt="2025-02-06T15:28:05.133" v="104" actId="478"/>
          <ac:graphicFrameMkLst>
            <pc:docMk/>
            <pc:sldMk cId="3323013339" sldId="15078"/>
            <ac:graphicFrameMk id="11" creationId="{23FE262C-B898-E194-4CAB-624C6912D3E6}"/>
          </ac:graphicFrameMkLst>
        </pc:graphicFrameChg>
        <pc:graphicFrameChg chg="add mod">
          <ac:chgData name="Nathaly Castro" userId="c6661946-9789-44f7-bc4b-28e5d8848f7f" providerId="ADAL" clId="{351E35CF-984B-48B4-9E9E-762D70C905EF}" dt="2025-02-06T15:29:25.959" v="121" actId="207"/>
          <ac:graphicFrameMkLst>
            <pc:docMk/>
            <pc:sldMk cId="3323013339" sldId="15078"/>
            <ac:graphicFrameMk id="12" creationId="{23FE262C-B898-E194-4CAB-624C6912D3E6}"/>
          </ac:graphicFrameMkLst>
        </pc:graphicFrameChg>
      </pc:sldChg>
      <pc:sldChg chg="addSp delSp modSp add mod">
        <pc:chgData name="Nathaly Castro" userId="c6661946-9789-44f7-bc4b-28e5d8848f7f" providerId="ADAL" clId="{351E35CF-984B-48B4-9E9E-762D70C905EF}" dt="2025-02-06T15:45:49.567" v="286" actId="27918"/>
        <pc:sldMkLst>
          <pc:docMk/>
          <pc:sldMk cId="1375152423" sldId="15079"/>
        </pc:sldMkLst>
        <pc:spChg chg="mod">
          <ac:chgData name="Nathaly Castro" userId="c6661946-9789-44f7-bc4b-28e5d8848f7f" providerId="ADAL" clId="{351E35CF-984B-48B4-9E9E-762D70C905EF}" dt="2025-02-06T15:40:40.431" v="262" actId="1036"/>
          <ac:spMkLst>
            <pc:docMk/>
            <pc:sldMk cId="1375152423" sldId="15079"/>
            <ac:spMk id="4" creationId="{6D70E5A9-42CB-CCEB-EB5D-9A2079219881}"/>
          </ac:spMkLst>
        </pc:spChg>
        <pc:spChg chg="mod">
          <ac:chgData name="Nathaly Castro" userId="c6661946-9789-44f7-bc4b-28e5d8848f7f" providerId="ADAL" clId="{351E35CF-984B-48B4-9E9E-762D70C905EF}" dt="2025-02-06T14:56:38.919" v="52" actId="113"/>
          <ac:spMkLst>
            <pc:docMk/>
            <pc:sldMk cId="1375152423" sldId="15079"/>
            <ac:spMk id="9" creationId="{BB00261F-2A1E-28B4-7C2A-758B3182E2CE}"/>
          </ac:spMkLst>
        </pc:spChg>
        <pc:spChg chg="mod">
          <ac:chgData name="Nathaly Castro" userId="c6661946-9789-44f7-bc4b-28e5d8848f7f" providerId="ADAL" clId="{351E35CF-984B-48B4-9E9E-762D70C905EF}" dt="2025-02-06T15:40:46.298" v="266" actId="1035"/>
          <ac:spMkLst>
            <pc:docMk/>
            <pc:sldMk cId="1375152423" sldId="15079"/>
            <ac:spMk id="10" creationId="{4F2DCB77-4B92-AD41-BB33-BCF6F0DA1417}"/>
          </ac:spMkLst>
        </pc:spChg>
        <pc:graphicFrameChg chg="add del mod">
          <ac:chgData name="Nathaly Castro" userId="c6661946-9789-44f7-bc4b-28e5d8848f7f" providerId="ADAL" clId="{351E35CF-984B-48B4-9E9E-762D70C905EF}" dt="2025-02-06T15:34:33.132" v="142" actId="478"/>
          <ac:graphicFrameMkLst>
            <pc:docMk/>
            <pc:sldMk cId="1375152423" sldId="15079"/>
            <ac:graphicFrameMk id="3" creationId="{E347CB17-34B4-D234-0D2A-87401A48D05F}"/>
          </ac:graphicFrameMkLst>
        </pc:graphicFrameChg>
        <pc:graphicFrameChg chg="add mod">
          <ac:chgData name="Nathaly Castro" userId="c6661946-9789-44f7-bc4b-28e5d8848f7f" providerId="ADAL" clId="{351E35CF-984B-48B4-9E9E-762D70C905EF}" dt="2025-02-06T15:45:37.990" v="285"/>
          <ac:graphicFrameMkLst>
            <pc:docMk/>
            <pc:sldMk cId="1375152423" sldId="15079"/>
            <ac:graphicFrameMk id="5" creationId="{23FE262C-B898-E194-4CAB-624C6912D3E6}"/>
          </ac:graphicFrameMkLst>
        </pc:graphicFrameChg>
        <pc:graphicFrameChg chg="del">
          <ac:chgData name="Nathaly Castro" userId="c6661946-9789-44f7-bc4b-28e5d8848f7f" providerId="ADAL" clId="{351E35CF-984B-48B4-9E9E-762D70C905EF}" dt="2025-02-06T14:56:11.859" v="46" actId="478"/>
          <ac:graphicFrameMkLst>
            <pc:docMk/>
            <pc:sldMk cId="1375152423" sldId="15079"/>
            <ac:graphicFrameMk id="8" creationId="{B38AC895-99AF-2121-8B49-D787F6BB2E14}"/>
          </ac:graphicFrameMkLst>
        </pc:graphicFrameChg>
      </pc:sldChg>
      <pc:sldChg chg="addSp delSp modSp add mod">
        <pc:chgData name="Nathaly Castro" userId="c6661946-9789-44f7-bc4b-28e5d8848f7f" providerId="ADAL" clId="{351E35CF-984B-48B4-9E9E-762D70C905EF}" dt="2025-02-06T16:00:36.520" v="355" actId="14100"/>
        <pc:sldMkLst>
          <pc:docMk/>
          <pc:sldMk cId="4056479450" sldId="15080"/>
        </pc:sldMkLst>
        <pc:spChg chg="mod">
          <ac:chgData name="Nathaly Castro" userId="c6661946-9789-44f7-bc4b-28e5d8848f7f" providerId="ADAL" clId="{351E35CF-984B-48B4-9E9E-762D70C905EF}" dt="2025-02-06T16:00:10.376" v="349" actId="1076"/>
          <ac:spMkLst>
            <pc:docMk/>
            <pc:sldMk cId="4056479450" sldId="15080"/>
            <ac:spMk id="4" creationId="{11E597C2-C9D6-3A9C-58AA-FFE8313444E8}"/>
          </ac:spMkLst>
        </pc:spChg>
        <pc:spChg chg="mod">
          <ac:chgData name="Nathaly Castro" userId="c6661946-9789-44f7-bc4b-28e5d8848f7f" providerId="ADAL" clId="{351E35CF-984B-48B4-9E9E-762D70C905EF}" dt="2025-02-06T15:45:01.352" v="282" actId="20577"/>
          <ac:spMkLst>
            <pc:docMk/>
            <pc:sldMk cId="4056479450" sldId="15080"/>
            <ac:spMk id="9" creationId="{76F85A50-C5D3-313F-456E-E7B2462C975D}"/>
          </ac:spMkLst>
        </pc:spChg>
        <pc:spChg chg="add mod">
          <ac:chgData name="Nathaly Castro" userId="c6661946-9789-44f7-bc4b-28e5d8848f7f" providerId="ADAL" clId="{351E35CF-984B-48B4-9E9E-762D70C905EF}" dt="2025-02-06T16:00:36.520" v="355" actId="14100"/>
          <ac:spMkLst>
            <pc:docMk/>
            <pc:sldMk cId="4056479450" sldId="15080"/>
            <ac:spMk id="12" creationId="{3CE5EF34-072E-D135-39F3-513C59D03D6F}"/>
          </ac:spMkLst>
        </pc:spChg>
        <pc:grpChg chg="mod">
          <ac:chgData name="Nathaly Castro" userId="c6661946-9789-44f7-bc4b-28e5d8848f7f" providerId="ADAL" clId="{351E35CF-984B-48B4-9E9E-762D70C905EF}" dt="2025-02-06T14:58:00.026" v="70" actId="1076"/>
          <ac:grpSpMkLst>
            <pc:docMk/>
            <pc:sldMk cId="4056479450" sldId="15080"/>
            <ac:grpSpMk id="93" creationId="{AF6E6845-CA2D-2B84-5E92-AF7A71464B13}"/>
          </ac:grpSpMkLst>
        </pc:grpChg>
        <pc:graphicFrameChg chg="del">
          <ac:chgData name="Nathaly Castro" userId="c6661946-9789-44f7-bc4b-28e5d8848f7f" providerId="ADAL" clId="{351E35CF-984B-48B4-9E9E-762D70C905EF}" dt="2025-02-06T14:57:53.150" v="67" actId="478"/>
          <ac:graphicFrameMkLst>
            <pc:docMk/>
            <pc:sldMk cId="4056479450" sldId="15080"/>
            <ac:graphicFrameMk id="3" creationId="{5B17BD39-CC89-7290-9EF1-2892597C99AF}"/>
          </ac:graphicFrameMkLst>
        </pc:graphicFrameChg>
        <pc:graphicFrameChg chg="add del mod">
          <ac:chgData name="Nathaly Castro" userId="c6661946-9789-44f7-bc4b-28e5d8848f7f" providerId="ADAL" clId="{351E35CF-984B-48B4-9E9E-762D70C905EF}" dt="2025-02-06T15:44:00.170" v="268" actId="478"/>
          <ac:graphicFrameMkLst>
            <pc:docMk/>
            <pc:sldMk cId="4056479450" sldId="15080"/>
            <ac:graphicFrameMk id="5" creationId="{928CF5B5-57A8-C026-3E1A-F33F4D30F57E}"/>
          </ac:graphicFrameMkLst>
        </pc:graphicFrameChg>
        <pc:graphicFrameChg chg="add del mod">
          <ac:chgData name="Nathaly Castro" userId="c6661946-9789-44f7-bc4b-28e5d8848f7f" providerId="ADAL" clId="{351E35CF-984B-48B4-9E9E-762D70C905EF}" dt="2025-02-06T15:49:37.242" v="289" actId="478"/>
          <ac:graphicFrameMkLst>
            <pc:docMk/>
            <pc:sldMk cId="4056479450" sldId="15080"/>
            <ac:graphicFrameMk id="7" creationId="{393D2A60-606B-6AF9-7BC5-BD914F6EA5A8}"/>
          </ac:graphicFrameMkLst>
        </pc:graphicFrameChg>
        <pc:graphicFrameChg chg="add del mod">
          <ac:chgData name="Nathaly Castro" userId="c6661946-9789-44f7-bc4b-28e5d8848f7f" providerId="ADAL" clId="{351E35CF-984B-48B4-9E9E-762D70C905EF}" dt="2025-02-06T15:55:08.466" v="309" actId="478"/>
          <ac:graphicFrameMkLst>
            <pc:docMk/>
            <pc:sldMk cId="4056479450" sldId="15080"/>
            <ac:graphicFrameMk id="8" creationId="{393D2A60-606B-6AF9-7BC5-BD914F6EA5A8}"/>
          </ac:graphicFrameMkLst>
        </pc:graphicFrameChg>
        <pc:graphicFrameChg chg="add mod">
          <ac:chgData name="Nathaly Castro" userId="c6661946-9789-44f7-bc4b-28e5d8848f7f" providerId="ADAL" clId="{351E35CF-984B-48B4-9E9E-762D70C905EF}" dt="2025-02-06T16:00:23.262" v="351" actId="207"/>
          <ac:graphicFrameMkLst>
            <pc:docMk/>
            <pc:sldMk cId="4056479450" sldId="15080"/>
            <ac:graphicFrameMk id="11" creationId="{CF28B6AA-D8F8-4D35-B0BE-FAC7078CE0B1}"/>
          </ac:graphicFrameMkLst>
        </pc:graphicFrameChg>
      </pc:sldChg>
      <pc:sldChg chg="add del">
        <pc:chgData name="Nathaly Castro" userId="c6661946-9789-44f7-bc4b-28e5d8848f7f" providerId="ADAL" clId="{351E35CF-984B-48B4-9E9E-762D70C905EF}" dt="2025-02-06T16:01:04.570" v="356" actId="2696"/>
        <pc:sldMkLst>
          <pc:docMk/>
          <pc:sldMk cId="1150942232" sldId="1508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_3AE9_181918A0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_3AEA_DD054280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_3AEB_FB415F4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Hoja1!$D$6</c:f>
              <c:strCache>
                <c:ptCount val="1"/>
                <c:pt idx="0">
                  <c:v> Indicador  </c:v>
                </c:pt>
              </c:strCache>
            </c:strRef>
          </c:tx>
          <c:spPr>
            <a:ln w="254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3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C910-486F-8082-4442C1CADBB9}"/>
                </c:ext>
              </c:extLst>
            </c:dLbl>
            <c:dLbl>
              <c:idx val="3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C910-486F-8082-4442C1CADBB9}"/>
                </c:ext>
              </c:extLst>
            </c:dLbl>
            <c:dLbl>
              <c:idx val="43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002060"/>
                      </a:solidFill>
                      <a:latin typeface="Dosis" pitchFamily="2" charset="0"/>
                      <a:ea typeface="+mn-ea"/>
                      <a:cs typeface="+mn-cs"/>
                    </a:defRPr>
                  </a:pPr>
                  <a:endParaRPr lang="es-CO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C910-486F-8082-4442C1CADB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Hoja1!$B$15:$C$58</c:f>
              <c:multiLvlStrCache>
                <c:ptCount val="44"/>
                <c:lvl>
                  <c:pt idx="0">
                    <c:v>Mar-14</c:v>
                  </c:pt>
                  <c:pt idx="1">
                    <c:v>Jun-14</c:v>
                  </c:pt>
                  <c:pt idx="2">
                    <c:v>Sep-14</c:v>
                  </c:pt>
                  <c:pt idx="3">
                    <c:v>Dec-14</c:v>
                  </c:pt>
                  <c:pt idx="4">
                    <c:v>Mar-15</c:v>
                  </c:pt>
                  <c:pt idx="5">
                    <c:v>Jun-15</c:v>
                  </c:pt>
                  <c:pt idx="6">
                    <c:v>Sep-15</c:v>
                  </c:pt>
                  <c:pt idx="7">
                    <c:v>Dec-15</c:v>
                  </c:pt>
                  <c:pt idx="8">
                    <c:v>Mar-16</c:v>
                  </c:pt>
                  <c:pt idx="9">
                    <c:v>Jun-16</c:v>
                  </c:pt>
                  <c:pt idx="10">
                    <c:v>Sep-16</c:v>
                  </c:pt>
                  <c:pt idx="11">
                    <c:v>Dec-16</c:v>
                  </c:pt>
                  <c:pt idx="12">
                    <c:v>Mar-17</c:v>
                  </c:pt>
                  <c:pt idx="13">
                    <c:v>Jun-17</c:v>
                  </c:pt>
                  <c:pt idx="14">
                    <c:v>Sep-17</c:v>
                  </c:pt>
                  <c:pt idx="15">
                    <c:v>Dec-17</c:v>
                  </c:pt>
                  <c:pt idx="16">
                    <c:v>Mar-18</c:v>
                  </c:pt>
                  <c:pt idx="17">
                    <c:v>Jun-18</c:v>
                  </c:pt>
                  <c:pt idx="18">
                    <c:v>Sep-18</c:v>
                  </c:pt>
                  <c:pt idx="19">
                    <c:v>Dec-18</c:v>
                  </c:pt>
                  <c:pt idx="20">
                    <c:v>Mar-19</c:v>
                  </c:pt>
                  <c:pt idx="21">
                    <c:v>Jun-19</c:v>
                  </c:pt>
                  <c:pt idx="22">
                    <c:v>Sep-19</c:v>
                  </c:pt>
                  <c:pt idx="23">
                    <c:v>Dec-19</c:v>
                  </c:pt>
                  <c:pt idx="24">
                    <c:v>Mar-20</c:v>
                  </c:pt>
                  <c:pt idx="25">
                    <c:v>Jun-20</c:v>
                  </c:pt>
                  <c:pt idx="26">
                    <c:v>Sep-20</c:v>
                  </c:pt>
                  <c:pt idx="27">
                    <c:v>Dec-20</c:v>
                  </c:pt>
                  <c:pt idx="28">
                    <c:v>Mar-21</c:v>
                  </c:pt>
                  <c:pt idx="29">
                    <c:v>Jun-21</c:v>
                  </c:pt>
                  <c:pt idx="30">
                    <c:v>Sep-21</c:v>
                  </c:pt>
                  <c:pt idx="31">
                    <c:v>Dec-21</c:v>
                  </c:pt>
                  <c:pt idx="32">
                    <c:v>Mar-22</c:v>
                  </c:pt>
                  <c:pt idx="33">
                    <c:v>Jun-22</c:v>
                  </c:pt>
                  <c:pt idx="34">
                    <c:v>Sep-22</c:v>
                  </c:pt>
                  <c:pt idx="35">
                    <c:v>Dec-22</c:v>
                  </c:pt>
                  <c:pt idx="36">
                    <c:v>Mar-23</c:v>
                  </c:pt>
                  <c:pt idx="37">
                    <c:v>Jun-23</c:v>
                  </c:pt>
                  <c:pt idx="38">
                    <c:v>Sep-23</c:v>
                  </c:pt>
                  <c:pt idx="39">
                    <c:v>Dec-23</c:v>
                  </c:pt>
                  <c:pt idx="40">
                    <c:v>Mar-24</c:v>
                  </c:pt>
                  <c:pt idx="41">
                    <c:v>Jun-24</c:v>
                  </c:pt>
                  <c:pt idx="42">
                    <c:v>Sep-24</c:v>
                  </c:pt>
                  <c:pt idx="43">
                    <c:v>Dec-24</c:v>
                  </c:pt>
                </c:lvl>
                <c:lvl>
                  <c:pt idx="0">
                    <c:v>2014</c:v>
                  </c:pt>
                  <c:pt idx="4">
                    <c:v>2015</c:v>
                  </c:pt>
                  <c:pt idx="8">
                    <c:v>2016</c:v>
                  </c:pt>
                  <c:pt idx="12">
                    <c:v>2017</c:v>
                  </c:pt>
                  <c:pt idx="16">
                    <c:v>2018</c:v>
                  </c:pt>
                  <c:pt idx="20">
                    <c:v>2019</c:v>
                  </c:pt>
                  <c:pt idx="24">
                    <c:v>2020</c:v>
                  </c:pt>
                  <c:pt idx="28">
                    <c:v>2021</c:v>
                  </c:pt>
                  <c:pt idx="32">
                    <c:v>2022</c:v>
                  </c:pt>
                  <c:pt idx="36">
                    <c:v>2023</c:v>
                  </c:pt>
                  <c:pt idx="40">
                    <c:v>2024</c:v>
                  </c:pt>
                </c:lvl>
              </c:multiLvlStrCache>
            </c:multiLvlStrRef>
          </c:cat>
          <c:val>
            <c:numRef>
              <c:f>Hoja1!$D$15:$D$58</c:f>
              <c:numCache>
                <c:formatCode>#,#00%</c:formatCode>
                <c:ptCount val="44"/>
                <c:pt idx="0">
                  <c:v>3.7547004337499981E-2</c:v>
                </c:pt>
                <c:pt idx="1">
                  <c:v>3.4990417929729421E-2</c:v>
                </c:pt>
                <c:pt idx="2">
                  <c:v>3.7163592492012697E-2</c:v>
                </c:pt>
                <c:pt idx="3">
                  <c:v>2.4429406754595429E-2</c:v>
                </c:pt>
                <c:pt idx="4">
                  <c:v>2.6715248457275388E-2</c:v>
                </c:pt>
                <c:pt idx="5">
                  <c:v>2.8705350043381046E-2</c:v>
                </c:pt>
                <c:pt idx="6">
                  <c:v>3.689953147717194E-2</c:v>
                </c:pt>
                <c:pt idx="7">
                  <c:v>3.5105052298858568E-2</c:v>
                </c:pt>
                <c:pt idx="8">
                  <c:v>4.7939925293774971E-2</c:v>
                </c:pt>
                <c:pt idx="9">
                  <c:v>6.259763306197777E-2</c:v>
                </c:pt>
                <c:pt idx="10">
                  <c:v>6.4507014188881065E-2</c:v>
                </c:pt>
                <c:pt idx="11">
                  <c:v>6.4930274277346212E-2</c:v>
                </c:pt>
                <c:pt idx="12">
                  <c:v>6.7361831440811648E-2</c:v>
                </c:pt>
                <c:pt idx="13">
                  <c:v>7.2373382594515145E-2</c:v>
                </c:pt>
                <c:pt idx="14">
                  <c:v>8.0138314914452932E-2</c:v>
                </c:pt>
                <c:pt idx="15">
                  <c:v>0.10476736501971801</c:v>
                </c:pt>
                <c:pt idx="16">
                  <c:v>0.10724045705473827</c:v>
                </c:pt>
                <c:pt idx="17">
                  <c:v>0.10884457326789591</c:v>
                </c:pt>
                <c:pt idx="18">
                  <c:v>0.11978112302073053</c:v>
                </c:pt>
                <c:pt idx="19">
                  <c:v>0.13318412002366739</c:v>
                </c:pt>
                <c:pt idx="20">
                  <c:v>0.12870367040181299</c:v>
                </c:pt>
                <c:pt idx="21">
                  <c:v>0.14042577511852994</c:v>
                </c:pt>
                <c:pt idx="22">
                  <c:v>0.14458501892262374</c:v>
                </c:pt>
                <c:pt idx="23">
                  <c:v>0.15353854201503617</c:v>
                </c:pt>
                <c:pt idx="24">
                  <c:v>0.1830244687648995</c:v>
                </c:pt>
                <c:pt idx="25">
                  <c:v>0.16830479504778836</c:v>
                </c:pt>
                <c:pt idx="26">
                  <c:v>0.16840498458076719</c:v>
                </c:pt>
                <c:pt idx="27">
                  <c:v>0.19498267956050794</c:v>
                </c:pt>
                <c:pt idx="28">
                  <c:v>0.17548774307664358</c:v>
                </c:pt>
                <c:pt idx="29">
                  <c:v>0.18421034844622619</c:v>
                </c:pt>
                <c:pt idx="30">
                  <c:v>0.19417104779705574</c:v>
                </c:pt>
                <c:pt idx="31">
                  <c:v>0.18272820357027728</c:v>
                </c:pt>
                <c:pt idx="32">
                  <c:v>0.17869988474104537</c:v>
                </c:pt>
                <c:pt idx="33">
                  <c:v>0.16262155607625434</c:v>
                </c:pt>
                <c:pt idx="34">
                  <c:v>0.15754401033164644</c:v>
                </c:pt>
                <c:pt idx="35">
                  <c:v>0.13428207446199666</c:v>
                </c:pt>
                <c:pt idx="36">
                  <c:v>0.15341286711227711</c:v>
                </c:pt>
                <c:pt idx="37">
                  <c:v>0.15412851732222282</c:v>
                </c:pt>
                <c:pt idx="38">
                  <c:v>0.15540461282892051</c:v>
                </c:pt>
                <c:pt idx="39">
                  <c:v>0.1636295226035665</c:v>
                </c:pt>
                <c:pt idx="40">
                  <c:v>0.16011735989088061</c:v>
                </c:pt>
                <c:pt idx="41">
                  <c:v>0.15627672398593517</c:v>
                </c:pt>
                <c:pt idx="42">
                  <c:v>0.16268644439841798</c:v>
                </c:pt>
                <c:pt idx="43">
                  <c:v>0.15325448887088533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D1E-4A9E-88A9-99FD10BB8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904944"/>
        <c:axId val="62905424"/>
      </c:lineChart>
      <c:catAx>
        <c:axId val="62904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62905424"/>
        <c:crosses val="autoZero"/>
        <c:auto val="1"/>
        <c:lblAlgn val="ctr"/>
        <c:lblOffset val="100"/>
        <c:noMultiLvlLbl val="0"/>
      </c:catAx>
      <c:valAx>
        <c:axId val="62905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62904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Hoja1!$D$6</c:f>
              <c:strCache>
                <c:ptCount val="1"/>
                <c:pt idx="0">
                  <c:v>Construcción </c:v>
                </c:pt>
              </c:strCache>
            </c:strRef>
          </c:tx>
          <c:spPr>
            <a:ln w="25400" cap="rnd">
              <a:solidFill>
                <a:srgbClr val="0E2841">
                  <a:lumMod val="50000"/>
                  <a:lumOff val="50000"/>
                </a:srgbClr>
              </a:solidFill>
              <a:round/>
            </a:ln>
            <a:effectLst/>
          </c:spPr>
          <c:marker>
            <c:symbol val="none"/>
          </c:marker>
          <c:dLbls>
            <c:dLbl>
              <c:idx val="38"/>
              <c:layout>
                <c:manualLayout>
                  <c:x val="-1.483491323199591E-2"/>
                  <c:y val="5.52993625433712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D25-453F-BAEA-1AC3EDF8A03A}"/>
                </c:ext>
              </c:extLst>
            </c:dLbl>
            <c:dLbl>
              <c:idx val="43"/>
              <c:layout>
                <c:manualLayout>
                  <c:x val="-2.677947114833673E-4"/>
                  <c:y val="-5.78610909384329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C4-45C6-9EA8-8EBB3D73E8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Hoja1!$B$15:$C$58</c:f>
              <c:multiLvlStrCache>
                <c:ptCount val="44"/>
                <c:lvl>
                  <c:pt idx="0">
                    <c:v>Mar-14</c:v>
                  </c:pt>
                  <c:pt idx="1">
                    <c:v>Jun-14</c:v>
                  </c:pt>
                  <c:pt idx="2">
                    <c:v>Sep-14</c:v>
                  </c:pt>
                  <c:pt idx="3">
                    <c:v>Dec-14</c:v>
                  </c:pt>
                  <c:pt idx="4">
                    <c:v>Mar-15</c:v>
                  </c:pt>
                  <c:pt idx="5">
                    <c:v>Jun-15</c:v>
                  </c:pt>
                  <c:pt idx="6">
                    <c:v>Sep-15</c:v>
                  </c:pt>
                  <c:pt idx="7">
                    <c:v>Dec-15</c:v>
                  </c:pt>
                  <c:pt idx="8">
                    <c:v>Mar-16</c:v>
                  </c:pt>
                  <c:pt idx="9">
                    <c:v>Jun-16</c:v>
                  </c:pt>
                  <c:pt idx="10">
                    <c:v>Sep-16</c:v>
                  </c:pt>
                  <c:pt idx="11">
                    <c:v>Dec-16</c:v>
                  </c:pt>
                  <c:pt idx="12">
                    <c:v>Mar-17</c:v>
                  </c:pt>
                  <c:pt idx="13">
                    <c:v>Jun-17</c:v>
                  </c:pt>
                  <c:pt idx="14">
                    <c:v>Sep-17</c:v>
                  </c:pt>
                  <c:pt idx="15">
                    <c:v>Dec-17</c:v>
                  </c:pt>
                  <c:pt idx="16">
                    <c:v>Mar-18</c:v>
                  </c:pt>
                  <c:pt idx="17">
                    <c:v>Jun-18</c:v>
                  </c:pt>
                  <c:pt idx="18">
                    <c:v>Sep-18</c:v>
                  </c:pt>
                  <c:pt idx="19">
                    <c:v>Dec-18</c:v>
                  </c:pt>
                  <c:pt idx="20">
                    <c:v>Mar-19</c:v>
                  </c:pt>
                  <c:pt idx="21">
                    <c:v>Jun-19</c:v>
                  </c:pt>
                  <c:pt idx="22">
                    <c:v>Sep-19</c:v>
                  </c:pt>
                  <c:pt idx="23">
                    <c:v>Dec-19</c:v>
                  </c:pt>
                  <c:pt idx="24">
                    <c:v>Mar-20</c:v>
                  </c:pt>
                  <c:pt idx="25">
                    <c:v>Jun-20</c:v>
                  </c:pt>
                  <c:pt idx="26">
                    <c:v>Sep-20</c:v>
                  </c:pt>
                  <c:pt idx="27">
                    <c:v>Dec-20</c:v>
                  </c:pt>
                  <c:pt idx="28">
                    <c:v>Mar-21</c:v>
                  </c:pt>
                  <c:pt idx="29">
                    <c:v>Jun-21</c:v>
                  </c:pt>
                  <c:pt idx="30">
                    <c:v>Sep-21</c:v>
                  </c:pt>
                  <c:pt idx="31">
                    <c:v>Dec-21</c:v>
                  </c:pt>
                  <c:pt idx="32">
                    <c:v>Mar-22</c:v>
                  </c:pt>
                  <c:pt idx="33">
                    <c:v>Jun-22</c:v>
                  </c:pt>
                  <c:pt idx="34">
                    <c:v>Sep-22</c:v>
                  </c:pt>
                  <c:pt idx="35">
                    <c:v>Dec-22</c:v>
                  </c:pt>
                  <c:pt idx="36">
                    <c:v>Mar-23</c:v>
                  </c:pt>
                  <c:pt idx="37">
                    <c:v>Jun-23</c:v>
                  </c:pt>
                  <c:pt idx="38">
                    <c:v>Sep-23</c:v>
                  </c:pt>
                  <c:pt idx="39">
                    <c:v>Dec-23</c:v>
                  </c:pt>
                  <c:pt idx="40">
                    <c:v>Mar-24</c:v>
                  </c:pt>
                  <c:pt idx="41">
                    <c:v>Jun-24</c:v>
                  </c:pt>
                  <c:pt idx="42">
                    <c:v>Sep-24</c:v>
                  </c:pt>
                  <c:pt idx="43">
                    <c:v>Dec-24</c:v>
                  </c:pt>
                </c:lvl>
                <c:lvl>
                  <c:pt idx="0">
                    <c:v>2014</c:v>
                  </c:pt>
                  <c:pt idx="4">
                    <c:v>2015</c:v>
                  </c:pt>
                  <c:pt idx="8">
                    <c:v>2016</c:v>
                  </c:pt>
                  <c:pt idx="12">
                    <c:v>2017</c:v>
                  </c:pt>
                  <c:pt idx="16">
                    <c:v>2018</c:v>
                  </c:pt>
                  <c:pt idx="20">
                    <c:v>2019</c:v>
                  </c:pt>
                  <c:pt idx="24">
                    <c:v>2020</c:v>
                  </c:pt>
                  <c:pt idx="28">
                    <c:v>2021</c:v>
                  </c:pt>
                  <c:pt idx="32">
                    <c:v>2022</c:v>
                  </c:pt>
                  <c:pt idx="36">
                    <c:v>2023</c:v>
                  </c:pt>
                  <c:pt idx="40">
                    <c:v>2024</c:v>
                  </c:pt>
                </c:lvl>
              </c:multiLvlStrCache>
            </c:multiLvlStrRef>
          </c:cat>
          <c:val>
            <c:numRef>
              <c:f>Hoja1!$D$15:$D$58</c:f>
              <c:numCache>
                <c:formatCode>0.0%</c:formatCode>
                <c:ptCount val="44"/>
                <c:pt idx="0">
                  <c:v>4.3118356727610607E-2</c:v>
                </c:pt>
                <c:pt idx="1">
                  <c:v>4.0753462412855726E-2</c:v>
                </c:pt>
                <c:pt idx="2">
                  <c:v>4.5067682571406496E-2</c:v>
                </c:pt>
                <c:pt idx="3">
                  <c:v>3.565742400305548E-2</c:v>
                </c:pt>
                <c:pt idx="4">
                  <c:v>4.3491467747189164E-2</c:v>
                </c:pt>
                <c:pt idx="5">
                  <c:v>4.2550445309050181E-2</c:v>
                </c:pt>
                <c:pt idx="6">
                  <c:v>5.3170857396904747E-2</c:v>
                </c:pt>
                <c:pt idx="7">
                  <c:v>6.0811417972769337E-2</c:v>
                </c:pt>
                <c:pt idx="8">
                  <c:v>6.9128258233451687E-2</c:v>
                </c:pt>
                <c:pt idx="9">
                  <c:v>7.3850989899848576E-2</c:v>
                </c:pt>
                <c:pt idx="10">
                  <c:v>7.1200072703734671E-2</c:v>
                </c:pt>
                <c:pt idx="11">
                  <c:v>6.976937081198549E-2</c:v>
                </c:pt>
                <c:pt idx="12">
                  <c:v>0.15785531918252901</c:v>
                </c:pt>
                <c:pt idx="13">
                  <c:v>0.16831517398869117</c:v>
                </c:pt>
                <c:pt idx="14">
                  <c:v>0.17706013742699678</c:v>
                </c:pt>
                <c:pt idx="15">
                  <c:v>0.18247352952752582</c:v>
                </c:pt>
                <c:pt idx="16">
                  <c:v>0.18976258132854146</c:v>
                </c:pt>
                <c:pt idx="17">
                  <c:v>0.18747273854818905</c:v>
                </c:pt>
                <c:pt idx="18">
                  <c:v>0.18668731842129496</c:v>
                </c:pt>
                <c:pt idx="19">
                  <c:v>0.19400982061230684</c:v>
                </c:pt>
                <c:pt idx="20">
                  <c:v>0.17336752899597441</c:v>
                </c:pt>
                <c:pt idx="21">
                  <c:v>0.17102154523259658</c:v>
                </c:pt>
                <c:pt idx="22">
                  <c:v>0.17616541586266046</c:v>
                </c:pt>
                <c:pt idx="23">
                  <c:v>0.17604397441271866</c:v>
                </c:pt>
                <c:pt idx="24">
                  <c:v>0.19185466032378687</c:v>
                </c:pt>
                <c:pt idx="25">
                  <c:v>0.17461820165074182</c:v>
                </c:pt>
                <c:pt idx="26">
                  <c:v>0.15298659325010774</c:v>
                </c:pt>
                <c:pt idx="27">
                  <c:v>0.17057764942578249</c:v>
                </c:pt>
                <c:pt idx="28">
                  <c:v>0.16251341412304501</c:v>
                </c:pt>
                <c:pt idx="29">
                  <c:v>0.16555082866418058</c:v>
                </c:pt>
                <c:pt idx="30">
                  <c:v>0.17786057872419928</c:v>
                </c:pt>
                <c:pt idx="31">
                  <c:v>0.17344048705150986</c:v>
                </c:pt>
                <c:pt idx="32">
                  <c:v>0.16952132303072009</c:v>
                </c:pt>
                <c:pt idx="33">
                  <c:v>0.14447326864967031</c:v>
                </c:pt>
                <c:pt idx="34">
                  <c:v>0.13055302564899049</c:v>
                </c:pt>
                <c:pt idx="35">
                  <c:v>0.11441541493684378</c:v>
                </c:pt>
                <c:pt idx="36">
                  <c:v>0.14570999971133558</c:v>
                </c:pt>
                <c:pt idx="37">
                  <c:v>0.13352395508441159</c:v>
                </c:pt>
                <c:pt idx="38">
                  <c:v>0.15027995739788388</c:v>
                </c:pt>
                <c:pt idx="39">
                  <c:v>0.16114561057042279</c:v>
                </c:pt>
                <c:pt idx="40">
                  <c:v>0.16360564244215128</c:v>
                </c:pt>
                <c:pt idx="41">
                  <c:v>0.16056358174996449</c:v>
                </c:pt>
                <c:pt idx="42">
                  <c:v>0.17086472541749634</c:v>
                </c:pt>
                <c:pt idx="43">
                  <c:v>0.15312750002005796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D25-453F-BAEA-1AC3EDF8A03A}"/>
            </c:ext>
          </c:extLst>
        </c:ser>
        <c:ser>
          <c:idx val="0"/>
          <c:order val="1"/>
          <c:tx>
            <c:strRef>
              <c:f>Hoja1!$E$6</c:f>
              <c:strCache>
                <c:ptCount val="1"/>
                <c:pt idx="0">
                  <c:v> Edificaciones  </c:v>
                </c:pt>
              </c:strCache>
            </c:strRef>
          </c:tx>
          <c:spPr>
            <a:ln w="2540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3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D25-453F-BAEA-1AC3EDF8A03A}"/>
                </c:ext>
              </c:extLst>
            </c:dLbl>
            <c:dLbl>
              <c:idx val="4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CC4-45C6-9EA8-8EBB3D73E898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Hoja1!$B$15:$C$58</c:f>
              <c:multiLvlStrCache>
                <c:ptCount val="44"/>
                <c:lvl>
                  <c:pt idx="0">
                    <c:v>Mar-14</c:v>
                  </c:pt>
                  <c:pt idx="1">
                    <c:v>Jun-14</c:v>
                  </c:pt>
                  <c:pt idx="2">
                    <c:v>Sep-14</c:v>
                  </c:pt>
                  <c:pt idx="3">
                    <c:v>Dec-14</c:v>
                  </c:pt>
                  <c:pt idx="4">
                    <c:v>Mar-15</c:v>
                  </c:pt>
                  <c:pt idx="5">
                    <c:v>Jun-15</c:v>
                  </c:pt>
                  <c:pt idx="6">
                    <c:v>Sep-15</c:v>
                  </c:pt>
                  <c:pt idx="7">
                    <c:v>Dec-15</c:v>
                  </c:pt>
                  <c:pt idx="8">
                    <c:v>Mar-16</c:v>
                  </c:pt>
                  <c:pt idx="9">
                    <c:v>Jun-16</c:v>
                  </c:pt>
                  <c:pt idx="10">
                    <c:v>Sep-16</c:v>
                  </c:pt>
                  <c:pt idx="11">
                    <c:v>Dec-16</c:v>
                  </c:pt>
                  <c:pt idx="12">
                    <c:v>Mar-17</c:v>
                  </c:pt>
                  <c:pt idx="13">
                    <c:v>Jun-17</c:v>
                  </c:pt>
                  <c:pt idx="14">
                    <c:v>Sep-17</c:v>
                  </c:pt>
                  <c:pt idx="15">
                    <c:v>Dec-17</c:v>
                  </c:pt>
                  <c:pt idx="16">
                    <c:v>Mar-18</c:v>
                  </c:pt>
                  <c:pt idx="17">
                    <c:v>Jun-18</c:v>
                  </c:pt>
                  <c:pt idx="18">
                    <c:v>Sep-18</c:v>
                  </c:pt>
                  <c:pt idx="19">
                    <c:v>Dec-18</c:v>
                  </c:pt>
                  <c:pt idx="20">
                    <c:v>Mar-19</c:v>
                  </c:pt>
                  <c:pt idx="21">
                    <c:v>Jun-19</c:v>
                  </c:pt>
                  <c:pt idx="22">
                    <c:v>Sep-19</c:v>
                  </c:pt>
                  <c:pt idx="23">
                    <c:v>Dec-19</c:v>
                  </c:pt>
                  <c:pt idx="24">
                    <c:v>Mar-20</c:v>
                  </c:pt>
                  <c:pt idx="25">
                    <c:v>Jun-20</c:v>
                  </c:pt>
                  <c:pt idx="26">
                    <c:v>Sep-20</c:v>
                  </c:pt>
                  <c:pt idx="27">
                    <c:v>Dec-20</c:v>
                  </c:pt>
                  <c:pt idx="28">
                    <c:v>Mar-21</c:v>
                  </c:pt>
                  <c:pt idx="29">
                    <c:v>Jun-21</c:v>
                  </c:pt>
                  <c:pt idx="30">
                    <c:v>Sep-21</c:v>
                  </c:pt>
                  <c:pt idx="31">
                    <c:v>Dec-21</c:v>
                  </c:pt>
                  <c:pt idx="32">
                    <c:v>Mar-22</c:v>
                  </c:pt>
                  <c:pt idx="33">
                    <c:v>Jun-22</c:v>
                  </c:pt>
                  <c:pt idx="34">
                    <c:v>Sep-22</c:v>
                  </c:pt>
                  <c:pt idx="35">
                    <c:v>Dec-22</c:v>
                  </c:pt>
                  <c:pt idx="36">
                    <c:v>Mar-23</c:v>
                  </c:pt>
                  <c:pt idx="37">
                    <c:v>Jun-23</c:v>
                  </c:pt>
                  <c:pt idx="38">
                    <c:v>Sep-23</c:v>
                  </c:pt>
                  <c:pt idx="39">
                    <c:v>Dec-23</c:v>
                  </c:pt>
                  <c:pt idx="40">
                    <c:v>Mar-24</c:v>
                  </c:pt>
                  <c:pt idx="41">
                    <c:v>Jun-24</c:v>
                  </c:pt>
                  <c:pt idx="42">
                    <c:v>Sep-24</c:v>
                  </c:pt>
                  <c:pt idx="43">
                    <c:v>Dec-24</c:v>
                  </c:pt>
                </c:lvl>
                <c:lvl>
                  <c:pt idx="0">
                    <c:v>2014</c:v>
                  </c:pt>
                  <c:pt idx="4">
                    <c:v>2015</c:v>
                  </c:pt>
                  <c:pt idx="8">
                    <c:v>2016</c:v>
                  </c:pt>
                  <c:pt idx="12">
                    <c:v>2017</c:v>
                  </c:pt>
                  <c:pt idx="16">
                    <c:v>2018</c:v>
                  </c:pt>
                  <c:pt idx="20">
                    <c:v>2019</c:v>
                  </c:pt>
                  <c:pt idx="24">
                    <c:v>2020</c:v>
                  </c:pt>
                  <c:pt idx="28">
                    <c:v>2021</c:v>
                  </c:pt>
                  <c:pt idx="32">
                    <c:v>2022</c:v>
                  </c:pt>
                  <c:pt idx="36">
                    <c:v>2023</c:v>
                  </c:pt>
                  <c:pt idx="40">
                    <c:v>2024</c:v>
                  </c:pt>
                </c:lvl>
              </c:multiLvlStrCache>
            </c:multiLvlStrRef>
          </c:cat>
          <c:val>
            <c:numRef>
              <c:f>Hoja1!$E$15:$E$58</c:f>
              <c:numCache>
                <c:formatCode>#,#00%</c:formatCode>
                <c:ptCount val="44"/>
                <c:pt idx="0">
                  <c:v>3.7547004337499981E-2</c:v>
                </c:pt>
                <c:pt idx="1">
                  <c:v>3.4990417929729421E-2</c:v>
                </c:pt>
                <c:pt idx="2">
                  <c:v>3.7163592492012697E-2</c:v>
                </c:pt>
                <c:pt idx="3">
                  <c:v>2.4429406754595429E-2</c:v>
                </c:pt>
                <c:pt idx="4">
                  <c:v>2.6715248457275388E-2</c:v>
                </c:pt>
                <c:pt idx="5">
                  <c:v>2.8705350043381046E-2</c:v>
                </c:pt>
                <c:pt idx="6">
                  <c:v>3.689953147717194E-2</c:v>
                </c:pt>
                <c:pt idx="7">
                  <c:v>3.5105052298858568E-2</c:v>
                </c:pt>
                <c:pt idx="8">
                  <c:v>4.7939925293774971E-2</c:v>
                </c:pt>
                <c:pt idx="9">
                  <c:v>6.259763306197777E-2</c:v>
                </c:pt>
                <c:pt idx="10">
                  <c:v>6.4507014188881065E-2</c:v>
                </c:pt>
                <c:pt idx="11">
                  <c:v>6.4930274277346212E-2</c:v>
                </c:pt>
                <c:pt idx="12">
                  <c:v>6.7361831440811648E-2</c:v>
                </c:pt>
                <c:pt idx="13">
                  <c:v>7.2373382594515145E-2</c:v>
                </c:pt>
                <c:pt idx="14">
                  <c:v>8.0138314914452932E-2</c:v>
                </c:pt>
                <c:pt idx="15">
                  <c:v>0.10476736501971801</c:v>
                </c:pt>
                <c:pt idx="16">
                  <c:v>0.10724045705473827</c:v>
                </c:pt>
                <c:pt idx="17">
                  <c:v>0.10884457326789591</c:v>
                </c:pt>
                <c:pt idx="18">
                  <c:v>0.11978112302073053</c:v>
                </c:pt>
                <c:pt idx="19">
                  <c:v>0.13318412002366739</c:v>
                </c:pt>
                <c:pt idx="20">
                  <c:v>0.12870367040181299</c:v>
                </c:pt>
                <c:pt idx="21">
                  <c:v>0.14042577511852994</c:v>
                </c:pt>
                <c:pt idx="22">
                  <c:v>0.14458501892262374</c:v>
                </c:pt>
                <c:pt idx="23">
                  <c:v>0.15353854201503617</c:v>
                </c:pt>
                <c:pt idx="24">
                  <c:v>0.1830244687648995</c:v>
                </c:pt>
                <c:pt idx="25">
                  <c:v>0.16830479504778836</c:v>
                </c:pt>
                <c:pt idx="26">
                  <c:v>0.16840498458076719</c:v>
                </c:pt>
                <c:pt idx="27">
                  <c:v>0.19498267956050794</c:v>
                </c:pt>
                <c:pt idx="28">
                  <c:v>0.17548774307664358</c:v>
                </c:pt>
                <c:pt idx="29">
                  <c:v>0.18421034844622619</c:v>
                </c:pt>
                <c:pt idx="30">
                  <c:v>0.19417104779705574</c:v>
                </c:pt>
                <c:pt idx="31">
                  <c:v>0.18272820357027728</c:v>
                </c:pt>
                <c:pt idx="32">
                  <c:v>0.17869988474104537</c:v>
                </c:pt>
                <c:pt idx="33">
                  <c:v>0.16262155607625434</c:v>
                </c:pt>
                <c:pt idx="34">
                  <c:v>0.15754401033164644</c:v>
                </c:pt>
                <c:pt idx="35">
                  <c:v>0.13428207446199666</c:v>
                </c:pt>
                <c:pt idx="36">
                  <c:v>0.15341286711227711</c:v>
                </c:pt>
                <c:pt idx="37">
                  <c:v>0.15412851732222282</c:v>
                </c:pt>
                <c:pt idx="38">
                  <c:v>0.15540461282892051</c:v>
                </c:pt>
                <c:pt idx="39">
                  <c:v>0.1636295226035665</c:v>
                </c:pt>
                <c:pt idx="40">
                  <c:v>0.16011735989088061</c:v>
                </c:pt>
                <c:pt idx="41">
                  <c:v>0.15627672398593517</c:v>
                </c:pt>
                <c:pt idx="42">
                  <c:v>0.16268644439841798</c:v>
                </c:pt>
                <c:pt idx="43">
                  <c:v>0.15325448887088533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D25-453F-BAEA-1AC3EDF8A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904944"/>
        <c:axId val="62905424"/>
      </c:lineChart>
      <c:catAx>
        <c:axId val="62904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62905424"/>
        <c:crosses val="autoZero"/>
        <c:auto val="1"/>
        <c:lblAlgn val="ctr"/>
        <c:lblOffset val="100"/>
        <c:noMultiLvlLbl val="0"/>
      </c:catAx>
      <c:valAx>
        <c:axId val="62905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62904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'Gráfico Sectores Trimestre'!$C$1</c:f>
              <c:strCache>
                <c:ptCount val="1"/>
                <c:pt idx="0">
                  <c:v> Indicador  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ysClr val="window" lastClr="FFFFFF">
                  <a:lumMod val="75000"/>
                </a:sys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B61B-49EA-9768-5794FC499478}"/>
              </c:ext>
            </c:extLst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61B-49EA-9768-5794FC499478}"/>
              </c:ext>
            </c:extLst>
          </c:dPt>
          <c:dPt>
            <c:idx val="2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61B-49EA-9768-5794FC499478}"/>
              </c:ext>
            </c:extLst>
          </c:dPt>
          <c:dPt>
            <c:idx val="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61B-49EA-9768-5794FC499478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61B-49EA-9768-5794FC499478}"/>
              </c:ext>
            </c:extLst>
          </c:dPt>
          <c:dLbls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>
                    <a:defRPr sz="1200" b="1" i="0" u="none" strike="noStrike" kern="1200" baseline="0">
                      <a:solidFill>
                        <a:srgbClr val="002060"/>
                      </a:solidFill>
                      <a:latin typeface="Dosis" pitchFamily="2" charset="0"/>
                      <a:ea typeface="+mn-ea"/>
                      <a:cs typeface="+mn-cs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B61B-49EA-9768-5794FC499478}"/>
                </c:ext>
              </c:extLst>
            </c:dLbl>
            <c:dLbl>
              <c:idx val="1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rgbClr val="00B050"/>
                      </a:solidFill>
                      <a:latin typeface="Dosis" pitchFamily="2" charset="0"/>
                      <a:ea typeface="+mn-ea"/>
                      <a:cs typeface="+mn-cs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B61B-49EA-9768-5794FC49947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'Gráfico Sectores Trimestre'!$B$2:$B$22</c:f>
              <c:strCache>
                <c:ptCount val="21"/>
                <c:pt idx="0">
                  <c:v>Act. especializadas</c:v>
                </c:pt>
                <c:pt idx="1">
                  <c:v>Edificaciones </c:v>
                </c:pt>
                <c:pt idx="2">
                  <c:v>Ing civil </c:v>
                </c:pt>
                <c:pt idx="3">
                  <c:v>Alojamiento</c:v>
                </c:pt>
                <c:pt idx="4">
                  <c:v>Transporte</c:v>
                </c:pt>
                <c:pt idx="5">
                  <c:v>Salud</c:v>
                </c:pt>
                <c:pt idx="6">
                  <c:v>Construcción</c:v>
                </c:pt>
                <c:pt idx="7">
                  <c:v>Act entretenimiento</c:v>
                </c:pt>
                <c:pt idx="8">
                  <c:v>Agricultura</c:v>
                </c:pt>
                <c:pt idx="9">
                  <c:v>Inmobiliario</c:v>
                </c:pt>
                <c:pt idx="10">
                  <c:v>Comercio</c:v>
                </c:pt>
                <c:pt idx="11">
                  <c:v>Minas y canteras</c:v>
                </c:pt>
                <c:pt idx="12">
                  <c:v>Act ss administrativos</c:v>
                </c:pt>
                <c:pt idx="13">
                  <c:v>Total General</c:v>
                </c:pt>
                <c:pt idx="14">
                  <c:v>Enseñanza</c:v>
                </c:pt>
                <c:pt idx="15">
                  <c:v>Industrias</c:v>
                </c:pt>
                <c:pt idx="16">
                  <c:v>Act profesionales</c:v>
                </c:pt>
                <c:pt idx="17">
                  <c:v>TIC</c:v>
                </c:pt>
                <c:pt idx="18">
                  <c:v>Financiero</c:v>
                </c:pt>
                <c:pt idx="19">
                  <c:v>Adm pública</c:v>
                </c:pt>
                <c:pt idx="20">
                  <c:v>S. Públicos</c:v>
                </c:pt>
              </c:strCache>
            </c:strRef>
          </c:cat>
          <c:val>
            <c:numRef>
              <c:f>'Gráfico Sectores Trimestre'!$C$2:$C$22</c:f>
              <c:numCache>
                <c:formatCode>0.0%</c:formatCode>
                <c:ptCount val="21"/>
                <c:pt idx="0">
                  <c:v>0.26283761624599794</c:v>
                </c:pt>
                <c:pt idx="1">
                  <c:v>0.15325448887088533</c:v>
                </c:pt>
                <c:pt idx="2">
                  <c:v>0.14287127305739081</c:v>
                </c:pt>
                <c:pt idx="3">
                  <c:v>0.18783295926073421</c:v>
                </c:pt>
                <c:pt idx="4">
                  <c:v>0.17020302787438873</c:v>
                </c:pt>
                <c:pt idx="5">
                  <c:v>0.15952148020369275</c:v>
                </c:pt>
                <c:pt idx="6">
                  <c:v>0.15312750002005796</c:v>
                </c:pt>
                <c:pt idx="7">
                  <c:v>0.11831339677039156</c:v>
                </c:pt>
                <c:pt idx="8">
                  <c:v>0.11226904620869919</c:v>
                </c:pt>
                <c:pt idx="9">
                  <c:v>0.10847391863428094</c:v>
                </c:pt>
                <c:pt idx="10">
                  <c:v>0.10236348174636721</c:v>
                </c:pt>
                <c:pt idx="11">
                  <c:v>8.6439145258690717E-2</c:v>
                </c:pt>
                <c:pt idx="12">
                  <c:v>7.3436520368428682E-2</c:v>
                </c:pt>
                <c:pt idx="13">
                  <c:v>6.6878125210262804E-2</c:v>
                </c:pt>
                <c:pt idx="14">
                  <c:v>6.6061342634788356E-2</c:v>
                </c:pt>
                <c:pt idx="15">
                  <c:v>5.8994368903697157E-2</c:v>
                </c:pt>
                <c:pt idx="16">
                  <c:v>4.564273121372147E-2</c:v>
                </c:pt>
                <c:pt idx="17">
                  <c:v>3.2043794274921704E-2</c:v>
                </c:pt>
                <c:pt idx="18">
                  <c:v>2.4237901039560531E-2</c:v>
                </c:pt>
                <c:pt idx="19">
                  <c:v>1.5434015650694681E-2</c:v>
                </c:pt>
                <c:pt idx="20">
                  <c:v>1.2529264845949066E-2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61B-49EA-9768-5794FC4994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258789247"/>
        <c:axId val="1258795007"/>
      </c:barChart>
      <c:catAx>
        <c:axId val="12587892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258795007"/>
        <c:crosses val="autoZero"/>
        <c:auto val="1"/>
        <c:lblAlgn val="ctr"/>
        <c:lblOffset val="100"/>
        <c:noMultiLvlLbl val="0"/>
      </c:catAx>
      <c:valAx>
        <c:axId val="12587950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2587892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4E130-FE0F-4AD8-BBC4-B20C2D7CA45A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DECFD-7183-4604-81B6-B13883A7DE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809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4F0B09E-94D6-C46C-C73C-9F4B2367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A9F78D1-6046-4008-205A-A669F91371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B05C3237-877C-4608-E395-372D85034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6275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E6A9E9D-DEFF-5509-2DC4-2DED47196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4EAAADB-ECF2-7448-2686-024162AF9A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BEF8CAF4-ED50-E3A1-04A1-92E8DD57C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1936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97A0C46-B96D-A74C-9046-7A573D3E7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A562D14-1B34-0E11-FC94-1FE21A8FD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4840F59-7CCF-D074-E043-6DA472894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253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27754-0726-F62B-655F-717D38161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3134F9-4C87-5E83-98A9-6791A8D83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4974A1-7FD6-1599-E865-18B6F059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1B6970-9535-DD5A-D1C5-7E456689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683C89-3117-A793-DC8F-5EAF05CA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690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98AB7-888B-67AB-BA91-0A8462346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6D42B7-5235-D150-3964-90565BC1E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CEB17A-23C0-F95A-2692-499E2762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EECA4B-0CA6-D68D-7A9A-690A78546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DE099E-04E1-B194-6640-0D0D0492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60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57F77-8C01-F868-EA7B-DCEB48A0E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701F1E-FC08-CDEA-873B-C69EFC670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9477E1-6A13-05D4-7D0B-0D588041C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73C08A-F19E-0142-566A-C3CF9B85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997AF6-8722-56DA-6061-E65BDB37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972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20D74-D45A-A213-7D0F-57C15B39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C2794E-5E59-F5EB-D015-A6658BD70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2F75A1-A8FB-BA30-C237-38AB5B280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DD048B-351A-4C25-0A69-7C8F516EE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BC7EBE-25E0-A975-CF3E-D9A0484F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7B06D8-C46E-0E4E-643F-14CCE2C0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454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32DFE-C83B-DC36-8306-87DA3F350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1738BA-2DE8-AC7D-8B5A-89D6EB73A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38843F-0FC6-0BD8-A49D-78153B4BB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013437-6876-AAB0-936F-7AC4182E5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9625B0A-8D6D-6EBB-21E0-F86452053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1BA906A-15E8-C031-665C-6093F7E71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1AB065-AC76-9554-F606-DC3129D4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1870F06-A0FD-CA48-7924-CCFFC1D9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1624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E98C-2013-C392-08BF-11029727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8E30444-CE4C-E8B7-3DE5-E61350839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DC077-9C48-C5F1-998B-1A3C4629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7295-2779-310C-DD00-9A6166D4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2720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AD20A3F-F527-8DF0-7CD8-703FE102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405E80-189B-FFE3-0759-55DA465B0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908D27-4053-A155-7723-736E42EE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888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788B2-D669-BA70-1D1E-1A032B1F4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C93C05-124D-CC31-486C-260208C11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3B9090-2FF2-AD24-0C20-054D51F40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E5301E-D622-62A0-2647-D27F5E6FD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DEB0AC-767C-62DD-6FFC-75D59AEC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6FAA01-B481-DB1F-ABAF-D2E37977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564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7EF25-F14B-30A8-D72F-9091D6693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D4DDD7-A046-8208-F27A-01D6AC00B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C992A-B095-4E54-BEB3-F795686DB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46B6C9-6BD3-6972-71B2-2A23B8DE9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79F18D-7E5E-98DF-14B2-F0DBA41F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7B7D68-7B68-4736-B546-E5F7B2DA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976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4BC97-1BDB-5E87-8A89-685CEB23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2DE2A6-B079-A6ED-7D6A-6C926A6F7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D9EDAC-C883-0555-6331-261FBC34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5CC08A-3132-5EF6-AB3F-D744894B4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4B0AA2-39D0-7C77-ED79-3168CB9E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829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00D313-C1D3-4226-C6C0-8C920833D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004589-3FBF-9122-B859-FCD790CFA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5B592D-676D-8D63-91D3-1FB9CEBA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943CC4-DFBE-890E-270F-76F0C8E3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851E88-1D39-4C1F-8F31-EF5769DD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9605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A3FCA5A-FE38-4BE8-5924-822958E3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5A0521-DBEF-ECA9-ED73-257960C90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3953EE-248D-DFA0-95CA-99A3136E2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8CA26-0209-4C8E-A027-8A56BA87124D}" type="datetimeFigureOut">
              <a:rPr lang="es-CO" smtClean="0"/>
              <a:t>14/03/2025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02A54D-946A-83FE-3453-FE2F4CD2E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6DA749-4947-4B4F-9A50-6D48D4A796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62B3D-754C-4877-97EB-3F2642877DF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946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8B19415C-7B02-3CB4-D602-5AFC2F0B8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D6077225-0E8E-4A00-2960-8477E7B71196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F1C623A5-BF64-244D-3608-9C73B896CF88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54DB6B39-ED79-2761-4273-4AEFB463CD1B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57AA2FD5-7CC3-1749-5CE1-DFD3259C9653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81F57EA-42A5-9D25-0C7E-0AA3D1A4B0A9}"/>
              </a:ext>
            </a:extLst>
          </p:cNvPr>
          <p:cNvSpPr txBox="1"/>
          <p:nvPr/>
        </p:nvSpPr>
        <p:spPr>
          <a:xfrm>
            <a:off x="833120" y="660570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Superintendencia Financiera de Colombia– Cálculos Camacol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295CC0-666F-928D-4C6E-BEBD70477A73}"/>
              </a:ext>
            </a:extLst>
          </p:cNvPr>
          <p:cNvSpPr txBox="1"/>
          <p:nvPr/>
        </p:nvSpPr>
        <p:spPr>
          <a:xfrm>
            <a:off x="934720" y="5741231"/>
            <a:ext cx="1115717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En los tres últimos años, la calidad de cartera del </a:t>
            </a:r>
            <a:r>
              <a:rPr kumimoji="0" lang="es-MX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subsector edificador </a:t>
            </a:r>
            <a:r>
              <a:rPr kumimoji="0" lang="es-MX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se ha estabilizado</a:t>
            </a:r>
          </a:p>
        </p:txBody>
      </p:sp>
      <p:pic>
        <p:nvPicPr>
          <p:cNvPr id="6" name="Imagen 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6D3B9DE5-5DCE-68F9-0192-4C9281ACA2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ABD32D9-BBBA-66E8-E98D-1153085DC4F0}"/>
              </a:ext>
            </a:extLst>
          </p:cNvPr>
          <p:cNvSpPr txBox="1"/>
          <p:nvPr/>
        </p:nvSpPr>
        <p:spPr>
          <a:xfrm>
            <a:off x="1835242" y="73167"/>
            <a:ext cx="93561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Indicador de calidad de cartera comercial en el subsector de construcción de edificios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Porcentaje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9BD6538-309F-D4EB-AB4D-AC199E527ED2}"/>
              </a:ext>
            </a:extLst>
          </p:cNvPr>
          <p:cNvSpPr txBox="1"/>
          <p:nvPr/>
        </p:nvSpPr>
        <p:spPr>
          <a:xfrm>
            <a:off x="1061699" y="6160893"/>
            <a:ext cx="1069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</a:rPr>
              <a:t>Nota: Indicador de calidad de cartera por calificación el cual corresponde a cartera calificada B, C, D y E (hace referencia a créditos de capital vencidos con más de 1 mes en mora) sobre la cartera y leasing bruto.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23FE262C-B898-E194-4CAB-624C6912D3E6}"/>
              </a:ext>
            </a:extLst>
          </p:cNvPr>
          <p:cNvGraphicFramePr>
            <a:graphicFrameLocks/>
          </p:cNvGraphicFramePr>
          <p:nvPr/>
        </p:nvGraphicFramePr>
        <p:xfrm>
          <a:off x="1252507" y="734040"/>
          <a:ext cx="10649683" cy="4958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429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253F330E-2211-746E-2D17-E06968471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5A32A305-99E7-3965-568D-F659DAEC4EE7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53830852-B24C-698C-F61B-0A4D6900525A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EF31D851-73D8-9796-48C5-1F9D6E2181D4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D512F258-D23B-048F-0D29-A51F928117BF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088346C-AEDA-F38A-74E6-374D8FA0F7C6}"/>
              </a:ext>
            </a:extLst>
          </p:cNvPr>
          <p:cNvSpPr txBox="1"/>
          <p:nvPr/>
        </p:nvSpPr>
        <p:spPr>
          <a:xfrm>
            <a:off x="833120" y="660570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Superintendencia Financiera de Colombia– Cálculos Camacol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70E5A9-42CB-CCEB-EB5D-9A2079219881}"/>
              </a:ext>
            </a:extLst>
          </p:cNvPr>
          <p:cNvSpPr txBox="1"/>
          <p:nvPr/>
        </p:nvSpPr>
        <p:spPr>
          <a:xfrm>
            <a:off x="1034824" y="5767753"/>
            <a:ext cx="1115717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En el último año, la calidad de cartera del </a:t>
            </a:r>
            <a:r>
              <a:rPr kumimoji="0" lang="es-MX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sector constructor </a:t>
            </a:r>
            <a:r>
              <a:rPr kumimoji="0" lang="es-MX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ha empeorado</a:t>
            </a:r>
            <a:endParaRPr kumimoji="0" lang="es-MX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ea typeface="+mn-ea"/>
              <a:cs typeface="Arial"/>
              <a:sym typeface="Arial"/>
            </a:endParaRPr>
          </a:p>
        </p:txBody>
      </p:sp>
      <p:pic>
        <p:nvPicPr>
          <p:cNvPr id="6" name="Imagen 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A59B80C-04C4-D1D6-361E-A6CF159CC2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B00261F-2A1E-28B4-7C2A-758B3182E2CE}"/>
              </a:ext>
            </a:extLst>
          </p:cNvPr>
          <p:cNvSpPr txBox="1"/>
          <p:nvPr/>
        </p:nvSpPr>
        <p:spPr>
          <a:xfrm>
            <a:off x="1835242" y="73167"/>
            <a:ext cx="93561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Indicador de calidad de cartera comercial en la construcción y las edificaciones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Porcentaje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2DCB77-4B92-AD41-BB33-BCF6F0DA1417}"/>
              </a:ext>
            </a:extLst>
          </p:cNvPr>
          <p:cNvSpPr txBox="1"/>
          <p:nvPr/>
        </p:nvSpPr>
        <p:spPr>
          <a:xfrm>
            <a:off x="1166959" y="6194440"/>
            <a:ext cx="1069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</a:rPr>
              <a:t>Nota: Indicador de calidad de cartera por calificación el cual corresponde a cartera calificada B, C, D y E (hace referencia a créditos de capital vencidos con más de 1 mes en mora) sobre la cartera y leasing bruto.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3FE262C-B898-E194-4CAB-624C6912D3E6}"/>
              </a:ext>
            </a:extLst>
          </p:cNvPr>
          <p:cNvGraphicFramePr>
            <a:graphicFrameLocks/>
          </p:cNvGraphicFramePr>
          <p:nvPr/>
        </p:nvGraphicFramePr>
        <p:xfrm>
          <a:off x="1134104" y="744116"/>
          <a:ext cx="10724633" cy="495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0810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639E7C54-993A-8605-E4DE-C247D0079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AF6E6845-CA2D-2B84-5E92-AF7A71464B13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C8BC4FCF-FF48-4EEF-58A2-3C385D226030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D782BBB4-9146-FA82-403A-74D788E81AE6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0AF497A4-A807-1986-88AC-A019004C671C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BAA9C2B-0D76-CA82-84DC-4288D6C297A6}"/>
              </a:ext>
            </a:extLst>
          </p:cNvPr>
          <p:cNvSpPr txBox="1"/>
          <p:nvPr/>
        </p:nvSpPr>
        <p:spPr>
          <a:xfrm>
            <a:off x="833120" y="660570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Superintendencia Financiera de Colombia– Cálculos Camacol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E597C2-C9D6-3A9C-58AA-FFE8313444E8}"/>
              </a:ext>
            </a:extLst>
          </p:cNvPr>
          <p:cNvSpPr txBox="1"/>
          <p:nvPr/>
        </p:nvSpPr>
        <p:spPr>
          <a:xfrm>
            <a:off x="965200" y="5581948"/>
            <a:ext cx="1115717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La construcción es el cuarto sector en el ranking de calidad de la </a:t>
            </a:r>
            <a:r>
              <a:rPr kumimoji="0" lang="es-MX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cartera comercial</a:t>
            </a:r>
          </a:p>
        </p:txBody>
      </p:sp>
      <p:pic>
        <p:nvPicPr>
          <p:cNvPr id="6" name="Imagen 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CD0CF1C-0B18-7235-4805-177A0ECCF4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6F85A50-C5D3-313F-456E-E7B2462C975D}"/>
              </a:ext>
            </a:extLst>
          </p:cNvPr>
          <p:cNvSpPr txBox="1"/>
          <p:nvPr/>
        </p:nvSpPr>
        <p:spPr>
          <a:xfrm>
            <a:off x="1643805" y="136170"/>
            <a:ext cx="100956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Indicador de calidad de cartera comercial por sectores económicos -  IV trimestre del 2024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Porcentaje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48AFB3-E5F4-2C7D-C0EA-2B50D459DC9A}"/>
              </a:ext>
            </a:extLst>
          </p:cNvPr>
          <p:cNvSpPr txBox="1"/>
          <p:nvPr/>
        </p:nvSpPr>
        <p:spPr>
          <a:xfrm>
            <a:off x="1046709" y="6119792"/>
            <a:ext cx="1069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</a:rPr>
              <a:t>Nota: Indicador de calidad de cartera por calificación el cual corresponde a cartera calificada B, C, D y E (hace referencia a créditos de capital vencidos con más de 1 mes en mora) sobre la cartera y leasing bruto.</a:t>
            </a:r>
            <a:endParaRPr kumimoji="0" lang="es-CO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</a:endParaRP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CF28B6AA-D8F8-4D35-B0BE-FAC7078CE0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1776675"/>
              </p:ext>
            </p:extLst>
          </p:nvPr>
        </p:nvGraphicFramePr>
        <p:xfrm>
          <a:off x="1194660" y="937127"/>
          <a:ext cx="10737509" cy="4527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ectángulo 11">
            <a:extLst>
              <a:ext uri="{FF2B5EF4-FFF2-40B4-BE49-F238E27FC236}">
                <a16:creationId xmlns:a16="http://schemas.microsoft.com/office/drawing/2014/main" id="{3CE5EF34-072E-D135-39F3-513C59D03D6F}"/>
              </a:ext>
            </a:extLst>
          </p:cNvPr>
          <p:cNvSpPr/>
          <p:nvPr/>
        </p:nvSpPr>
        <p:spPr>
          <a:xfrm>
            <a:off x="1849067" y="1211429"/>
            <a:ext cx="1403799" cy="3060767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53654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C3C2A87D08D409B3F8E77471845A6" ma:contentTypeVersion="17" ma:contentTypeDescription="Create a new document." ma:contentTypeScope="" ma:versionID="c183e8ef4075ce3bee142c121839b84b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54e9e5cb529ceac8d53a7862cdca92d4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2E82CB-C1C9-413E-AA6D-38B9B30DAA64}">
  <ds:schemaRefs>
    <ds:schemaRef ds:uri="d07a1b0e-5e0d-4395-b8ed-6b7f4c24bf15"/>
    <ds:schemaRef ds:uri="d62384bc-84af-4cee-9670-bdd7e31030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50B9033-29DF-4C62-9719-6518E53330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3F4E04-F2CB-429D-98CB-779107C456AC}">
  <ds:schemaRefs>
    <ds:schemaRef ds:uri="d07a1b0e-5e0d-4395-b8ed-6b7f4c24bf15"/>
    <ds:schemaRef ds:uri="d62384bc-84af-4cee-9670-bdd7e310302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Tema de Office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Nathaly Castro</dc:creator>
  <cp:revision>1</cp:revision>
  <dcterms:created xsi:type="dcterms:W3CDTF">2025-02-06T14:40:24Z</dcterms:created>
  <dcterms:modified xsi:type="dcterms:W3CDTF">2025-03-14T20:01:22Z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